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jpeg" ContentType="image/jpeg"/>
  <Default Extension="xml" ContentType="application/xml"/>
  <Default Extension="vml" ContentType="application/vnd.openxmlformats-officedocument.vmlDrawing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5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6.xml" ContentType="application/vnd.openxmlformats-officedocument.presentationml.slideMaster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46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Masters/slideMaster31.xml" ContentType="application/vnd.openxmlformats-officedocument.presentationml.slideMaster+xml"/>
  <Override PartName="/ppt/slideLayouts/slideLayout586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Masters/slideMaster30.xml" ContentType="application/vnd.openxmlformats-officedocument.presentationml.slideMaster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Masters/slideMaster32.xml" ContentType="application/vnd.openxmlformats-officedocument.presentationml.slideMaster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Masters/slideMaster33.xml" ContentType="application/vnd.openxmlformats-officedocument.presentationml.slideMaster+xml"/>
  <Override PartName="/ppt/slideLayouts/slideLayout617.xml" ContentType="application/vnd.openxmlformats-officedocument.presentationml.slideLayout+xml"/>
  <Override PartName="/ppt/slideMasters/slideMaster40.xml" ContentType="application/vnd.openxmlformats-officedocument.presentationml.slideMaster+xml"/>
  <Override PartName="/ppt/notesSlides/notesSlide7.xml" ContentType="application/vnd.openxmlformats-officedocument.presentationml.notesSlide+xml"/>
  <Override PartName="/ppt/slideMasters/slideMaster4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Masters/slideMaster42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3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39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4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58.xml" ContentType="application/vnd.openxmlformats-officedocument.presentationml.slideMaster+xml"/>
  <Override PartName="/ppt/notesSlides/notesSlide16.xml" ContentType="application/vnd.openxmlformats-officedocument.presentationml.notesSlide+xml"/>
  <Override PartName="/ppt/slideMasters/slideMaster57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notesSlides/notesSlide15.xml" ContentType="application/vnd.openxmlformats-officedocument.presentationml.notesSlide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Masters/slideMaster50.xml" ContentType="application/vnd.openxmlformats-officedocument.presentationml.slideMaster+xml"/>
  <Override PartName="/ppt/slideLayouts/slideLayout658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Masters/slideMaster34.xml" ContentType="application/vnd.openxmlformats-officedocument.presentationml.slideMaster+xml"/>
  <Override PartName="/ppt/slideLayouts/slideLayout627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Masters/slideMaster36.xml" ContentType="application/vnd.openxmlformats-officedocument.presentationml.slideMaster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Masters/slideMaster35.xml" ContentType="application/vnd.openxmlformats-officedocument.presentationml.slideMaster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45.xml" ContentType="application/vnd.openxmlformats-officedocument.theme+xml"/>
  <Override PartName="/ppt/theme/theme4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44.xml" ContentType="application/vnd.openxmlformats-officedocument.theme+xml"/>
  <Override PartName="/ppt/theme/theme46.xml" ContentType="application/vnd.openxmlformats-officedocument.theme+xml"/>
  <Override PartName="/ppt/theme/theme42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43.xml" ContentType="application/vnd.openxmlformats-officedocument.theme+xml"/>
  <Override PartName="/ppt/theme/theme24.xml" ContentType="application/vnd.openxmlformats-officedocument.theme+xml"/>
  <Override PartName="/ppt/theme/theme26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25.xml" ContentType="application/vnd.openxmlformats-officedocument.theme+xml"/>
  <Override PartName="/ppt/theme/theme34.xml" ContentType="application/vnd.openxmlformats-officedocument.theme+xml"/>
  <Override PartName="/ppt/theme/theme32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3.xml" ContentType="application/vnd.openxmlformats-officedocument.theme+xml"/>
  <Override PartName="/ppt/theme/theme31.xml" ContentType="application/vnd.openxmlformats-officedocument.theme+xml"/>
  <Override PartName="/ppt/theme/theme30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63" r:id="rId16"/>
    <p:sldMasterId id="2147483664" r:id="rId17"/>
    <p:sldMasterId id="2147483665" r:id="rId18"/>
    <p:sldMasterId id="2147483666" r:id="rId19"/>
    <p:sldMasterId id="2147483667" r:id="rId20"/>
    <p:sldMasterId id="2147483668" r:id="rId21"/>
    <p:sldMasterId id="2147483669" r:id="rId22"/>
    <p:sldMasterId id="2147483670" r:id="rId23"/>
    <p:sldMasterId id="2147483671" r:id="rId24"/>
    <p:sldMasterId id="2147483672" r:id="rId25"/>
    <p:sldMasterId id="2147483673" r:id="rId26"/>
    <p:sldMasterId id="2147483674" r:id="rId27"/>
    <p:sldMasterId id="2147483675" r:id="rId28"/>
    <p:sldMasterId id="2147483676" r:id="rId29"/>
    <p:sldMasterId id="2147483677" r:id="rId30"/>
    <p:sldMasterId id="2147483678" r:id="rId31"/>
    <p:sldMasterId id="2147483679" r:id="rId32"/>
    <p:sldMasterId id="2147483680" r:id="rId33"/>
    <p:sldMasterId id="2147483681" r:id="rId34"/>
    <p:sldMasterId id="2147483682" r:id="rId35"/>
    <p:sldMasterId id="2147483683" r:id="rId36"/>
    <p:sldMasterId id="2147483684" r:id="rId37"/>
    <p:sldMasterId id="2147483685" r:id="rId38"/>
    <p:sldMasterId id="2147483686" r:id="rId39"/>
    <p:sldMasterId id="2147483687" r:id="rId40"/>
    <p:sldMasterId id="2147483688" r:id="rId41"/>
    <p:sldMasterId id="2147483689" r:id="rId42"/>
    <p:sldMasterId id="2147483690" r:id="rId43"/>
    <p:sldMasterId id="2147483691" r:id="rId44"/>
    <p:sldMasterId id="2147483692" r:id="rId45"/>
    <p:sldMasterId id="2147483693" r:id="rId46"/>
    <p:sldMasterId id="2147483694" r:id="rId47"/>
    <p:sldMasterId id="2147483695" r:id="rId48"/>
    <p:sldMasterId id="2147483696" r:id="rId49"/>
    <p:sldMasterId id="2147483697" r:id="rId50"/>
    <p:sldMasterId id="2147483698" r:id="rId51"/>
    <p:sldMasterId id="2147483699" r:id="rId52"/>
    <p:sldMasterId id="2147483700" r:id="rId53"/>
    <p:sldMasterId id="2147483701" r:id="rId54"/>
    <p:sldMasterId id="2147483702" r:id="rId55"/>
    <p:sldMasterId id="2147483703" r:id="rId56"/>
    <p:sldMasterId id="2147483704" r:id="rId57"/>
    <p:sldMasterId id="2147483705" r:id="rId58"/>
    <p:sldMasterId id="2147483706" r:id="rId59"/>
    <p:sldMasterId id="2147483707" r:id="rId60"/>
  </p:sldMasterIdLst>
  <p:notesMasterIdLst>
    <p:notesMasterId r:id="rId87"/>
  </p:notesMasterIdLst>
  <p:sldIdLst>
    <p:sldId id="256" r:id="rId61"/>
    <p:sldId id="257" r:id="rId62"/>
    <p:sldId id="258" r:id="rId63"/>
    <p:sldId id="259" r:id="rId64"/>
    <p:sldId id="260" r:id="rId65"/>
    <p:sldId id="261" r:id="rId66"/>
    <p:sldId id="262" r:id="rId67"/>
    <p:sldId id="263" r:id="rId68"/>
    <p:sldId id="264" r:id="rId69"/>
    <p:sldId id="265" r:id="rId70"/>
    <p:sldId id="266" r:id="rId71"/>
    <p:sldId id="267" r:id="rId72"/>
    <p:sldId id="268" r:id="rId73"/>
    <p:sldId id="269" r:id="rId74"/>
    <p:sldId id="270" r:id="rId75"/>
    <p:sldId id="271" r:id="rId76"/>
    <p:sldId id="272" r:id="rId77"/>
    <p:sldId id="273" r:id="rId78"/>
    <p:sldId id="274" r:id="rId79"/>
    <p:sldId id="275" r:id="rId80"/>
    <p:sldId id="276" r:id="rId81"/>
    <p:sldId id="277" r:id="rId82"/>
    <p:sldId id="278" r:id="rId83"/>
    <p:sldId id="279" r:id="rId84"/>
    <p:sldId id="280" r:id="rId85"/>
    <p:sldId id="281" r:id="rId86"/>
  </p:sldIdLst>
  <p:sldSz cx="9144000" cy="6858000" type="screen4x3"/>
  <p:notesSz cx="7099300" cy="102346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Verdana" pitchFamily="32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Verdana" pitchFamily="32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Verdana" pitchFamily="32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Verdana" pitchFamily="32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Verdana" pitchFamily="3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Verdana" pitchFamily="3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Verdana" pitchFamily="3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Verdana" pitchFamily="3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Verdana" pitchFamily="32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" Target="slides/slide3.xml"/><Relationship Id="rId68" Type="http://schemas.openxmlformats.org/officeDocument/2006/relationships/slide" Target="slides/slide8.xml"/><Relationship Id="rId84" Type="http://schemas.openxmlformats.org/officeDocument/2006/relationships/slide" Target="slides/slide24.xml"/><Relationship Id="rId89" Type="http://schemas.openxmlformats.org/officeDocument/2006/relationships/viewProps" Target="viewProps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" Target="slides/slide14.xml"/><Relationship Id="rId79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90" Type="http://schemas.openxmlformats.org/officeDocument/2006/relationships/theme" Target="theme/theme1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" Target="slides/slide4.xml"/><Relationship Id="rId69" Type="http://schemas.openxmlformats.org/officeDocument/2006/relationships/slide" Target="slides/slide9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12.xml"/><Relationship Id="rId80" Type="http://schemas.openxmlformats.org/officeDocument/2006/relationships/slide" Target="slides/slide20.xml"/><Relationship Id="rId85" Type="http://schemas.openxmlformats.org/officeDocument/2006/relationships/slide" Target="slides/slide25.xml"/><Relationship Id="rId93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" Target="slides/slide7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" Target="slides/slide2.xml"/><Relationship Id="rId70" Type="http://schemas.openxmlformats.org/officeDocument/2006/relationships/slide" Target="slides/slide10.xml"/><Relationship Id="rId75" Type="http://schemas.openxmlformats.org/officeDocument/2006/relationships/slide" Target="slides/slide15.xml"/><Relationship Id="rId83" Type="http://schemas.openxmlformats.org/officeDocument/2006/relationships/slide" Target="slides/slide23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" Target="slides/slide5.xml"/><Relationship Id="rId73" Type="http://schemas.openxmlformats.org/officeDocument/2006/relationships/slide" Target="slides/slide13.xml"/><Relationship Id="rId78" Type="http://schemas.openxmlformats.org/officeDocument/2006/relationships/slide" Target="slides/slide18.xml"/><Relationship Id="rId81" Type="http://schemas.openxmlformats.org/officeDocument/2006/relationships/slide" Target="slides/slide21.xml"/><Relationship Id="rId86" Type="http://schemas.openxmlformats.org/officeDocument/2006/relationships/slide" Target="slides/slide26.xml"/><Relationship Id="rId94" Type="http://schemas.openxmlformats.org/officeDocument/2006/relationships/customXml" Target="../customXml/item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1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11.xml"/><Relationship Id="rId92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" Target="slides/slide6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1.xml"/><Relationship Id="rId82" Type="http://schemas.openxmlformats.org/officeDocument/2006/relationships/slide" Target="slides/slide22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 cap="flat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2466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2467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2468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Img"/>
          </p:nvPr>
        </p:nvSpPr>
        <p:spPr bwMode="auto">
          <a:xfrm>
            <a:off x="992188" y="768350"/>
            <a:ext cx="5108575" cy="3830638"/>
          </a:xfrm>
          <a:prstGeom prst="rect">
            <a:avLst/>
          </a:prstGeom>
          <a:noFill/>
          <a:ln w="9360" cap="flat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2472" name="Rectangle 8"/>
          <p:cNvSpPr>
            <a:spLocks noGrp="1" noChangeArrowheads="1"/>
          </p:cNvSpPr>
          <p:nvPr>
            <p:ph type="body"/>
          </p:nvPr>
        </p:nvSpPr>
        <p:spPr bwMode="auto">
          <a:xfrm>
            <a:off x="709613" y="4859338"/>
            <a:ext cx="5673725" cy="4600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/>
          <a:p>
            <a:pPr lvl="0"/>
            <a:endParaRPr lang="tr-TR" smtClean="0"/>
          </a:p>
        </p:txBody>
      </p:sp>
      <p:sp>
        <p:nvSpPr>
          <p:cNvPr id="62473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0" y="9721850"/>
            <a:ext cx="3070225" cy="5048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eaLnBrk="1">
              <a:buClrTx/>
              <a:buFontTx/>
              <a:buNone/>
              <a:tabLst>
                <a:tab pos="0" algn="l"/>
                <a:tab pos="984250" algn="l"/>
                <a:tab pos="1974850" algn="l"/>
                <a:tab pos="2971800" algn="l"/>
                <a:tab pos="3956050" algn="l"/>
                <a:tab pos="4946650" algn="l"/>
                <a:tab pos="5943600" algn="l"/>
                <a:tab pos="6927850" algn="l"/>
                <a:tab pos="7918450" algn="l"/>
                <a:tab pos="8915400" algn="l"/>
                <a:tab pos="9899650" algn="l"/>
                <a:tab pos="10890250" algn="l"/>
              </a:tabLst>
              <a:defRPr sz="13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School of Engineering</a:t>
            </a:r>
          </a:p>
        </p:txBody>
      </p:sp>
      <p:sp>
        <p:nvSpPr>
          <p:cNvPr id="62474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4021138" y="9721850"/>
            <a:ext cx="3070225" cy="5048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0" algn="l"/>
                <a:tab pos="984250" algn="l"/>
                <a:tab pos="1974850" algn="l"/>
                <a:tab pos="2971800" algn="l"/>
                <a:tab pos="3956050" algn="l"/>
                <a:tab pos="4946650" algn="l"/>
                <a:tab pos="5943600" algn="l"/>
                <a:tab pos="6927850" algn="l"/>
                <a:tab pos="7918450" algn="l"/>
                <a:tab pos="8915400" algn="l"/>
                <a:tab pos="9899650" algn="l"/>
                <a:tab pos="10890250" algn="l"/>
              </a:tabLst>
              <a:defRPr sz="13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EA8DB16D-3FEC-4379-97E1-739ADF29755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2F00EB-DEA0-4F56-9DF7-24AE8660A04E}" type="slidenum">
              <a:rPr lang="en-US"/>
              <a:pPr/>
              <a:t>1</a:t>
            </a:fld>
            <a:endParaRPr lang="en-US"/>
          </a:p>
        </p:txBody>
      </p:sp>
      <p:sp>
        <p:nvSpPr>
          <p:cNvPr id="9011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BA5CBCD-7AB5-4C15-877A-04E972BB800C}" type="slidenum">
              <a:rPr lang="en-US"/>
              <a:pPr/>
              <a:t>2</a:t>
            </a:fld>
            <a:endParaRPr lang="en-US"/>
          </a:p>
        </p:txBody>
      </p:sp>
      <p:sp>
        <p:nvSpPr>
          <p:cNvPr id="9113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04F97A5-98C6-4E2A-A35F-9B6208BD1D10}" type="slidenum">
              <a:rPr lang="en-US"/>
              <a:pPr/>
              <a:t>3</a:t>
            </a:fld>
            <a:endParaRPr lang="en-US"/>
          </a:p>
        </p:txBody>
      </p:sp>
      <p:sp>
        <p:nvSpPr>
          <p:cNvPr id="9216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5CDF54-DC2B-4DA1-A6CA-B8B842F2DD71}" type="slidenum">
              <a:rPr lang="en-US"/>
              <a:pPr/>
              <a:t>4</a:t>
            </a:fld>
            <a:endParaRPr lang="en-US"/>
          </a:p>
        </p:txBody>
      </p:sp>
      <p:sp>
        <p:nvSpPr>
          <p:cNvPr id="9318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47A0673-9A07-4715-B775-0EF507A747BB}" type="slidenum">
              <a:rPr lang="en-US"/>
              <a:pPr/>
              <a:t>5</a:t>
            </a:fld>
            <a:endParaRPr lang="en-US"/>
          </a:p>
        </p:txBody>
      </p:sp>
      <p:sp>
        <p:nvSpPr>
          <p:cNvPr id="9420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3E4BC68-2F06-40A3-ACB2-CA4897B57C11}" type="slidenum">
              <a:rPr lang="en-US"/>
              <a:pPr/>
              <a:t>6</a:t>
            </a:fld>
            <a:endParaRPr lang="en-US"/>
          </a:p>
        </p:txBody>
      </p:sp>
      <p:sp>
        <p:nvSpPr>
          <p:cNvPr id="9523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4A50AB0-3789-4096-8009-63A1378F0ACF}" type="slidenum">
              <a:rPr lang="en-US"/>
              <a:pPr/>
              <a:t>7</a:t>
            </a:fld>
            <a:endParaRPr lang="en-US"/>
          </a:p>
        </p:txBody>
      </p:sp>
      <p:sp>
        <p:nvSpPr>
          <p:cNvPr id="9625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4447C8-6999-408A-8E47-D54E53813695}" type="slidenum">
              <a:rPr lang="en-US"/>
              <a:pPr/>
              <a:t>8</a:t>
            </a:fld>
            <a:endParaRPr lang="en-US"/>
          </a:p>
        </p:txBody>
      </p:sp>
      <p:sp>
        <p:nvSpPr>
          <p:cNvPr id="9728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307840C-AED5-4329-8DC9-495C1590D337}" type="slidenum">
              <a:rPr lang="en-US"/>
              <a:pPr/>
              <a:t>9</a:t>
            </a:fld>
            <a:endParaRPr lang="en-US"/>
          </a:p>
        </p:txBody>
      </p:sp>
      <p:sp>
        <p:nvSpPr>
          <p:cNvPr id="9830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5187461-8B7E-4259-B248-D3434535D48A}" type="slidenum">
              <a:rPr lang="en-US"/>
              <a:pPr/>
              <a:t>10</a:t>
            </a:fld>
            <a:endParaRPr lang="en-US"/>
          </a:p>
        </p:txBody>
      </p:sp>
      <p:sp>
        <p:nvSpPr>
          <p:cNvPr id="9932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363F76A-D093-45EF-B0A5-96280A31E924}" type="slidenum">
              <a:rPr lang="en-US"/>
              <a:pPr/>
              <a:t>11</a:t>
            </a:fld>
            <a:endParaRPr lang="en-US"/>
          </a:p>
        </p:txBody>
      </p:sp>
      <p:sp>
        <p:nvSpPr>
          <p:cNvPr id="10035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46063AC-DA40-4756-A644-BEC842F3831D}" type="slidenum">
              <a:rPr lang="en-US"/>
              <a:pPr/>
              <a:t>12</a:t>
            </a:fld>
            <a:endParaRPr lang="en-US"/>
          </a:p>
        </p:txBody>
      </p:sp>
      <p:sp>
        <p:nvSpPr>
          <p:cNvPr id="10137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84770EF-5A48-47FD-BBA6-2029ACD40333}" type="slidenum">
              <a:rPr lang="en-US"/>
              <a:pPr/>
              <a:t>13</a:t>
            </a:fld>
            <a:endParaRPr lang="en-US"/>
          </a:p>
        </p:txBody>
      </p:sp>
      <p:sp>
        <p:nvSpPr>
          <p:cNvPr id="10240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EEE3E40-DA1F-4BB8-AF45-1C6FCF89F742}" type="slidenum">
              <a:rPr lang="en-US"/>
              <a:pPr/>
              <a:t>14</a:t>
            </a:fld>
            <a:endParaRPr lang="en-US"/>
          </a:p>
        </p:txBody>
      </p:sp>
      <p:sp>
        <p:nvSpPr>
          <p:cNvPr id="10342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157C13-3D6C-4B12-87C0-4736806301EB}" type="slidenum">
              <a:rPr lang="en-US"/>
              <a:pPr/>
              <a:t>15</a:t>
            </a:fld>
            <a:endParaRPr lang="en-US"/>
          </a:p>
        </p:txBody>
      </p:sp>
      <p:sp>
        <p:nvSpPr>
          <p:cNvPr id="10444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85D33D-F7BB-47E6-93F2-93E3EA5FE850}" type="slidenum">
              <a:rPr lang="en-US"/>
              <a:pPr/>
              <a:t>16</a:t>
            </a:fld>
            <a:endParaRPr lang="en-US"/>
          </a:p>
        </p:txBody>
      </p:sp>
      <p:sp>
        <p:nvSpPr>
          <p:cNvPr id="10547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2759554-4994-430B-BE79-16526C4FF501}" type="slidenum">
              <a:rPr lang="en-US"/>
              <a:pPr/>
              <a:t>17</a:t>
            </a:fld>
            <a:endParaRPr lang="en-US"/>
          </a:p>
        </p:txBody>
      </p:sp>
      <p:sp>
        <p:nvSpPr>
          <p:cNvPr id="10649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202816C-04DB-40C8-88E5-23A076C645DC}" type="slidenum">
              <a:rPr lang="en-US"/>
              <a:pPr/>
              <a:t>18</a:t>
            </a:fld>
            <a:endParaRPr lang="en-US"/>
          </a:p>
        </p:txBody>
      </p:sp>
      <p:sp>
        <p:nvSpPr>
          <p:cNvPr id="10752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2554E67-AC91-4054-B434-8A28BA5809FE}" type="slidenum">
              <a:rPr lang="en-US"/>
              <a:pPr/>
              <a:t>19</a:t>
            </a:fld>
            <a:endParaRPr lang="en-US"/>
          </a:p>
        </p:txBody>
      </p:sp>
      <p:sp>
        <p:nvSpPr>
          <p:cNvPr id="10854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3E6FD08-1C73-4FB8-BF97-66A19D05E9B2}" type="slidenum">
              <a:rPr lang="en-US"/>
              <a:pPr/>
              <a:t>20</a:t>
            </a:fld>
            <a:endParaRPr lang="en-US"/>
          </a:p>
        </p:txBody>
      </p:sp>
      <p:sp>
        <p:nvSpPr>
          <p:cNvPr id="10956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C16F2E0-AB0B-4B64-B659-AF21020FFBBB}" type="slidenum">
              <a:rPr lang="en-US"/>
              <a:pPr/>
              <a:t>21</a:t>
            </a:fld>
            <a:endParaRPr lang="en-US"/>
          </a:p>
        </p:txBody>
      </p:sp>
      <p:sp>
        <p:nvSpPr>
          <p:cNvPr id="11059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249A522-09EB-4339-9D24-11893165AE65}" type="slidenum">
              <a:rPr lang="en-US"/>
              <a:pPr/>
              <a:t>22</a:t>
            </a:fld>
            <a:endParaRPr lang="en-US"/>
          </a:p>
        </p:txBody>
      </p:sp>
      <p:sp>
        <p:nvSpPr>
          <p:cNvPr id="11161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7CD8D13-1582-47C2-8A95-91EAC2A23FC4}" type="slidenum">
              <a:rPr lang="en-US"/>
              <a:pPr/>
              <a:t>23</a:t>
            </a:fld>
            <a:endParaRPr lang="en-US"/>
          </a:p>
        </p:txBody>
      </p:sp>
      <p:sp>
        <p:nvSpPr>
          <p:cNvPr id="11264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1E2957B-D9B7-4770-97A2-97896D110C34}" type="slidenum">
              <a:rPr lang="en-US"/>
              <a:pPr/>
              <a:t>24</a:t>
            </a:fld>
            <a:endParaRPr lang="en-US"/>
          </a:p>
        </p:txBody>
      </p:sp>
      <p:sp>
        <p:nvSpPr>
          <p:cNvPr id="113665" name="Text Box 1"/>
          <p:cNvSpPr txBox="1">
            <a:spLocks noChangeArrowheads="1"/>
          </p:cNvSpPr>
          <p:nvPr/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9000" tIns="49680" rIns="99000" bIns="49680" anchor="b"/>
          <a:lstStyle/>
          <a:p>
            <a:pPr>
              <a:buClrTx/>
              <a:buFontTx/>
              <a:buNone/>
              <a:tabLst>
                <a:tab pos="0" algn="l"/>
                <a:tab pos="984250" algn="l"/>
                <a:tab pos="1974850" algn="l"/>
                <a:tab pos="2971800" algn="l"/>
                <a:tab pos="3956050" algn="l"/>
                <a:tab pos="4946650" algn="l"/>
                <a:tab pos="5943600" algn="l"/>
                <a:tab pos="6927850" algn="l"/>
                <a:tab pos="7918450" algn="l"/>
                <a:tab pos="8915400" algn="l"/>
                <a:tab pos="9899650" algn="l"/>
                <a:tab pos="10890250" algn="l"/>
              </a:tabLst>
            </a:pPr>
            <a:r>
              <a:rPr lang="en-US" sz="1300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School of Engineering</a:t>
            </a:r>
          </a:p>
        </p:txBody>
      </p:sp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9000" tIns="49680" rIns="99000" bIns="49680" anchor="b"/>
          <a:lstStyle/>
          <a:p>
            <a:pPr algn="r">
              <a:buClrTx/>
              <a:buFontTx/>
              <a:buNone/>
              <a:tabLst>
                <a:tab pos="0" algn="l"/>
                <a:tab pos="984250" algn="l"/>
                <a:tab pos="1974850" algn="l"/>
                <a:tab pos="2971800" algn="l"/>
                <a:tab pos="3956050" algn="l"/>
                <a:tab pos="4946650" algn="l"/>
                <a:tab pos="5943600" algn="l"/>
                <a:tab pos="6927850" algn="l"/>
                <a:tab pos="7918450" algn="l"/>
                <a:tab pos="8915400" algn="l"/>
                <a:tab pos="9899650" algn="l"/>
                <a:tab pos="10890250" algn="l"/>
              </a:tabLst>
            </a:pPr>
            <a:fld id="{2651A9CF-744A-4EBC-9B16-92B1DE83296C}" type="slidenum">
              <a:rPr lang="en-US" sz="1300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pPr algn="r">
                <a:buClrTx/>
                <a:buFontTx/>
                <a:buNone/>
                <a:tabLst>
                  <a:tab pos="0" algn="l"/>
                  <a:tab pos="984250" algn="l"/>
                  <a:tab pos="1974850" algn="l"/>
                  <a:tab pos="2971800" algn="l"/>
                  <a:tab pos="3956050" algn="l"/>
                  <a:tab pos="4946650" algn="l"/>
                  <a:tab pos="5943600" algn="l"/>
                  <a:tab pos="6927850" algn="l"/>
                  <a:tab pos="7918450" algn="l"/>
                  <a:tab pos="8915400" algn="l"/>
                  <a:tab pos="9899650" algn="l"/>
                  <a:tab pos="10890250" algn="l"/>
                </a:tabLst>
              </a:pPr>
              <a:t>24</a:t>
            </a:fld>
            <a:endParaRPr lang="en-US" sz="1300">
              <a:solidFill>
                <a:srgbClr val="000000"/>
              </a:solidFill>
              <a:latin typeface="Times New Roman" pitchFamily="16" charset="0"/>
              <a:ea typeface="Noto Sans CJK SC" charset="0"/>
              <a:cs typeface="Noto Sans CJK SC" charset="0"/>
            </a:endParaRPr>
          </a:p>
        </p:txBody>
      </p:sp>
      <p:sp>
        <p:nvSpPr>
          <p:cNvPr id="113667" name="Rectangle 3"/>
          <p:cNvSpPr txBox="1">
            <a:spLocks noChangeArrowheads="1"/>
          </p:cNvSpPr>
          <p:nvPr>
            <p:ph type="sldImg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8" name="Text Box 4"/>
          <p:cNvSpPr txBox="1">
            <a:spLocks noChangeArrowheads="1"/>
          </p:cNvSpPr>
          <p:nvPr>
            <p:ph type="body" idx="1"/>
          </p:nvPr>
        </p:nvSpPr>
        <p:spPr bwMode="auto">
          <a:xfrm>
            <a:off x="946150" y="4859338"/>
            <a:ext cx="5207000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lIns="99000" tIns="49680" rIns="99000" bIns="49680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ea typeface="Noto Sans CJK SC" charset="0"/>
                <a:cs typeface="Noto Sans CJK SC" charset="0"/>
              </a:rPr>
              <a:t>Warning: (d), (e), (f), and (g) are animated. Each animation is triggered with a mouse click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ea typeface="Noto Sans CJK SC" charset="0"/>
                <a:cs typeface="Noto Sans CJK SC" charset="0"/>
              </a:rPr>
              <a:t>and goes through two steps at 1 second intervals.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92B9A68-E001-4BB8-861A-B30DB1F0EE16}" type="slidenum">
              <a:rPr lang="en-US"/>
              <a:pPr/>
              <a:t>25</a:t>
            </a:fld>
            <a:endParaRPr lang="en-US"/>
          </a:p>
        </p:txBody>
      </p:sp>
      <p:sp>
        <p:nvSpPr>
          <p:cNvPr id="11468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/>
              <a:t>School of Engineering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29311D7-1ED6-43E9-8741-7935C229A35D}" type="slidenum">
              <a:rPr lang="en-US"/>
              <a:pPr/>
              <a:t>26</a:t>
            </a:fld>
            <a:endParaRPr lang="en-US"/>
          </a:p>
        </p:txBody>
      </p:sp>
      <p:sp>
        <p:nvSpPr>
          <p:cNvPr id="11571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 cap="flat"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D2DA8E0-9643-4064-BEF1-D1B7CC80F0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D8D456-0699-4718-914D-BABB5D1744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84EA52C-439D-4533-99BE-91B04E2EE7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0D5C9D6-88C4-436C-8F67-55FBE328B5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BA288E8-A883-4F83-8F1D-E60B31340F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66E3BE4-3E3C-44F1-B27C-D25CB7A699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E417BDD-3A61-4259-8990-5547FCC47F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0C0023F-3AC5-4807-964B-9CCB2142F0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4D7F80B-CB76-4219-98A0-FC4CD071FC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5FF0BB-CF6A-46D8-A10B-C247FA52A4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D6AA43C-2651-4698-B283-89C42758A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324F40B-A42C-4D9F-9D4F-975E584E03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74EF50F-9739-4645-9C74-040C7EC2D8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F03FFE2-BE62-49C4-9AE0-B04E05D1C7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542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600200"/>
            <a:ext cx="403542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5845971-D485-419C-916E-1BF0265C8D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0FE01FD-7E5B-406E-A281-903B62DDA6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B8D2E9D-0722-4709-912C-9EC7115179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2A1F885-93D1-4230-A012-93EE04A90C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6681D30-FFCA-4E17-8987-1FAD5AB885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70FBD8-0DDE-4057-82B7-6B59A5FF7D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C0FD5E1-39BA-4294-AA2F-BBB195A85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274638"/>
            <a:ext cx="2055812" cy="584517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5038" cy="584517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6ECB46-006A-42EA-A0A4-50319A7305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F45D1C9-DEF2-428E-AD1E-24D6636113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AC0C4D8-EEA5-4279-A952-B751B52075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E292A31-5B37-4128-ADA8-E9C0258B8D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149725" cy="5022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759325" y="1295400"/>
            <a:ext cx="4149725" cy="5022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DAF531E-AD79-4E9D-A540-61B3829D5C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D68EB28-B280-4383-AA84-EC83D48D0A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CA38427-F80C-4760-9EA0-D6FCA822D2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83246A5-A820-4675-BFAE-13F04A0BA4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99EE46D-BFFE-4C89-BC2B-30E214CE0D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B873295-414E-4836-86A2-B1C301AFFC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5334223-4368-4DEC-B239-E4D4D0233D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96088" y="122238"/>
            <a:ext cx="2112962" cy="6196012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186488" cy="6196012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F624E9A-A664-459D-A76E-FA23FDAEC1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8A6C1BB-D1A1-4713-8E9E-16E55905F8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68AEC71-8067-4A95-8D31-3078D1BED2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F27C888-740F-487E-90EA-2696D3A635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1D85894-9949-47F3-AC28-64DAD5576F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E8ABDB5-9986-439F-8CE7-6DBAA1F5021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D2F1A51-6780-4A3A-A133-8F2C2A2A08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9738983-E548-4B5C-9A07-15D072B67C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A9B6A54-2200-4FA2-935C-B05C27CC57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B57F2D1-BD72-4C02-AC95-F47F3BCC68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2BFAF20-A8DB-4B9A-83E8-45BC104C5D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7AB9E13-A68D-4A78-8DA7-2AFA922E0A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957A2F3-BE3F-4308-B1B3-45337ED44B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9ECECFD-542B-43CC-BB8C-DD067E9586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95742BC-BB19-47A2-8C5F-952704E5DD1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35425" cy="5175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838200"/>
            <a:ext cx="4035425" cy="5175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9E87BEE-CD1B-4586-97CD-D377289CD3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CD86B4C-FEBE-4A73-8C73-E8265A8BDF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79C1A52-08C9-4D6C-AE37-DAA8D01ECB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66E6CC4-87C9-4B7C-AD22-A62E55DF48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01E6A33-076B-43B4-B7EF-51028E4FB8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A9C6F24-6B26-40C3-B34F-773B1E13D0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92719F3-8038-41DD-BB8A-05EEE6CBCC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228600"/>
            <a:ext cx="2055812" cy="57848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5038" cy="57848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5D57ED6-552F-4D49-AAD5-498647526C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1C814E-C8C1-4011-9E60-B31EACEDB0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10C18DC-7B6B-4D28-BA2C-797CD1E251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16A9683-88A7-4D05-AC46-135A155B13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68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38068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AC41DF-F721-45A5-B53E-BDFED6F004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1EACCCB-9167-42C0-819E-A6AC226D17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DCCD424-D23A-4951-9A0F-1C6753C170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3116214-1656-4366-888C-21277F6697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601F1E9-3B10-432E-8EAC-D1B6291C59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EB9070-C01F-4D87-ADBB-51EBF59BA5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DE1127-96BA-449C-B620-00054DA76D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10338" y="609600"/>
            <a:ext cx="1941512" cy="54800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2138" cy="54800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3BA8B4D-2D05-412B-8DBC-2BA835518A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5125572-A970-4509-ADE4-274431E3E8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CBE9B02-E9AD-4AC5-90B5-1D1A0C4D48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B2B1B5D-CCD9-403A-859E-829C5034F6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06825" cy="4718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371600"/>
            <a:ext cx="3806825" cy="4718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2D50302-55C9-4540-B210-D29CC2BAD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CF3B69B-4189-4FE8-919D-73A21FB80F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FD9A60D-B895-4DE0-891F-D45923E98B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050DF20-7D02-4E22-A6C7-AA00EACF96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396A2AF-606A-469E-8967-BAEDBF162B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BBEA87E-EB32-487F-8499-EB07FA55A4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630DC96-3307-4D5A-A3FA-8DF6FC2FC0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10338" y="152400"/>
            <a:ext cx="1941512" cy="59372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2138" cy="59372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059445B-B9E6-4F60-B4B0-868468718C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164E533-8BA3-4A69-AA00-C652FED2AF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8416A75-892C-4F62-85A4-F5D6D79DBD0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CB67DA1-66A7-4799-9140-493F901D02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AF14363-A497-4EE0-BB84-F3E85702FB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44C6985-C4BB-4F70-BBA0-44B347D57E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71E99A6-B5CB-4079-A096-71D82804036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68A70B5-A279-4F3E-8FFC-52313DD4D6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5786903-CD4A-40CB-9CDF-F1ECF5BE48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D180635-60FA-4564-B0FD-9414AB8259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9B11A445-4510-4C51-86A5-46528A988E7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457200"/>
            <a:ext cx="2055812" cy="54038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5038" cy="54038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2715722-6A23-403C-ABEA-3959FB0181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C771679-4DB7-4481-8FAC-2814E519A7B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23DE04A-7609-46E0-ACDB-8AD371BBDE36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DF90B36-1FB0-48D9-9AB7-EE4734476F2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ABF6795-5C81-4D6A-8441-EEA652E1BC36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F2CA737-767D-4FC4-95E1-B65F419C3FB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7C770CA-F042-48FC-A29F-0BDF8F9CD4C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B3ECF37-67AD-4D36-BC09-9422C56C77D1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067ADE3-1188-4531-A54B-2BDC1720A59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2BCACFD-7569-45CA-8C6A-782D7F86DF4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8D37CF8-9C8C-4590-AC31-801BA2A8B5E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7BD9D00-D6B5-40F8-9EC9-C44DDB8B6A7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64A84F5-CA23-4C96-B4F6-A424B4DC2F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6CA6270-87E9-4903-871D-5CB01300D8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9884285-C788-4DDE-B310-27092C2799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F70FC26-7A34-4B85-8E77-4C48C9FA05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4208258-4A1E-4F03-8C1F-4B1E50C1A0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E5C5C35-F39A-4370-A698-3A98C64AA6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2E50466-3DFC-46DD-9D86-82DC8F7875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2EBBBD0-77EE-4EA4-BA04-5135AFCAAA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19EE222-1C5F-40E7-8CFC-99E33AC1D6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B10D1F2-8304-4FB3-ADBE-4448C5EA0E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59D664C-8C4B-46A4-8CC8-B1311F4220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F6A85F1-F3D1-4A04-9290-86668DABA0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B9EBF69-6D57-4CD1-99CE-FC9AA52D16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3B25028-9E04-4FA7-956B-B9DC85DD6A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71D5DCE-E5CA-4006-B328-4105CA3F6F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CF18DF7-F6B8-40CD-8A5F-C520FF1FAF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B428F84-B048-4368-931C-85BA254AD0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078CB5C-8F35-430D-A523-A9E1783C76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7B34308-6C2F-4020-A0DA-C4D08E59DA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C63D5AE-F494-49F1-B33C-F6E1241758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95ECACD-B3C6-4EEB-8027-1A9BF41401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B84EBD0-E72B-4558-A7BB-530584F686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5BB9F7C-ACA5-4614-8315-B6BEF7FEDD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70DFC65-305F-483E-AE90-5B88444B55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CFFE392-19D7-4D7C-AEA7-7A627A595A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F6217BE-211B-4301-A903-EB318A8114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3BB1452-4BED-4511-A550-72836945EE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FEC5834-284A-42B3-80B3-9AEDE609FA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78FA9C9-D04C-4A31-8E53-B74A7C5AB2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02992DA-62BF-465F-92F3-E27E9CEF41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D41F692-239D-4066-BFF3-D558963233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C8ACDB7-B190-461C-8D27-D87173A9E6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3430F29-8634-4DB2-9548-AB56E71DBC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DED8E66-1ACC-44B4-95F3-53103C7A9C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25A650-5995-4F71-AAC2-B3790E18FB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0860A4D-3A6C-440F-8262-5CDF95520B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893F0FD-F9F6-4B7C-B228-63122108B5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F817985-217E-4BB7-82CB-6DEE3E0634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C9C05C6-C46A-4F20-A785-1F183CC78B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EADB339-D36E-422F-8708-B46A4BB94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77E8D89-867C-4189-94E2-8DDE7B96CA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A99EC70-2D50-41E3-A19D-9C8AF4404C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4A0A95D-AAD8-45E8-9AA5-79FFB129E7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BF2AB62-FD48-4631-96F0-F9B67D217F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048BE7B-0C89-42D6-8CAA-8B4D29A801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482A5C6-9F2F-45BF-A9FB-1FE956DE14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CA0DCA0-79D6-4CB6-8E72-37FB9BD322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149725" cy="5022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759325" y="1295400"/>
            <a:ext cx="4149725" cy="5022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E6CFCD5-2663-49CB-9469-6188A24ABC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129AB7F-8A44-445B-BA0C-CB5FEF256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5BF9360-2748-4B09-B1F1-159E0E5830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ECC499B-A9E7-4BF8-BEF4-75223A3651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C17D1AD-D3DA-407B-86D5-49A041BF00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A594E38-46F2-4501-AA4A-B0617F2DAB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00F902-BA18-482D-AEB3-6E156B2ABA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96088" y="122238"/>
            <a:ext cx="2112962" cy="6196012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186488" cy="6196012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29F13F1-97C2-4A15-A3CB-63FB167D62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793FEB5-86B0-4D3A-8454-95A6B48741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DDFF494-4EFB-4B5F-B3C0-230693F974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74FA9CD-F9AF-448A-B6AE-4A86448284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CB45731-76C9-434C-BA14-62A8EFAB52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868F4A-A87C-4D89-866F-0DD4EC48B8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D242245-E90A-4C55-B240-F1748D7D74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8D035E6-77AF-4F8B-8BFE-BC6EB01106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BAF84AA-87E9-4D9E-BEB0-F277BD17BC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2B309A4-34A7-4145-B6A7-864B87E558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E1BE139-77C1-4EF0-B0EB-B69790567D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4AE75F7-3E1B-4439-8A3C-61B1A79B59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E0A2241-05E4-4DDC-8552-1B1B249B9F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EB0A94A-4F8A-43A7-8715-3886F823DB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82714AD-CEA4-479B-8D8B-6C666EAD41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6F8A87D-BC9A-4F71-94AF-B9B270600E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30FC020-BB9F-4580-9BEE-A17FD0CE34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4FCFD8E-3A80-476F-8CDB-44B3741F8C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A6CCC3B-B513-4F2C-9F83-5A3C63A2F1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94CB89D-58DA-4381-84E2-1D645A9CEF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E76F447-100A-40D1-8E16-CE83A3BE12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AD95A06-64A1-4BD8-B7D3-DC383CD02C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57E70D6-9639-4A14-8C90-FFB5E92828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490315-A22E-4767-A1C9-EC109BA9FB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D7E5036-45A9-4ACF-A1D0-382419CAE7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1FE8CC-F6C6-46D1-832D-EBF78F650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8E41F5A-9C46-4C5D-ACA9-FCADBFEAC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5D6FE87-5173-43BE-9FBC-E6BF49EA03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B323155-7BEF-4E6A-96EA-968D0BBF1E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E62C95E-0662-4F08-A7D2-F1AAA55421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B2AC0B2-F005-4A8C-8829-F69E710308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E9C72EA-9E6A-42ED-A495-B292736FC4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1B4E63A-866B-43E6-A06D-49FE62A58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473B606-5DD6-4F8B-8960-707A7171D4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A9A4DF-1E7E-4ADE-B231-8729B6AD1A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481692E-2B77-4426-811B-AE0E6EAF1C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53B3AAA-FCFD-4BAC-A36D-3D1CC357EA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4652ADA-78A7-4B3C-8989-F70E5B33E3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85892CC-1534-4618-B38C-784C442A58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93DADDF-2B2A-47EA-87C3-E33BA4D778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D663B8E-FB86-4647-A114-DB90DC87B9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68EAAF-3F32-46C7-B257-E24CC74B96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6787782-2A44-41B7-9FF3-4D59D1BDE4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24BCA46-2B9E-41AB-B3E7-4AA1649D05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14638DA-0FC6-4213-8240-8C7F467203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428CF40-188B-42BA-8E12-0F729C268B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59035D8-FEF1-4C2C-B942-5A8F12D43C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6529528-995E-4BD1-9109-F2865E0C15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3D2805E-C062-4F72-AF07-D86369EAAD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EBBE856-8E63-4DF4-8593-814F42CC69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8209DE4-4842-4946-BB9D-58FF98217E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576E00D-C4C0-4D6E-8942-30357B809C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62F7AF8-515D-4CE5-B709-773268534F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AC0781A-C15A-469A-A5AE-F7EDF06FC9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A1AA571-0969-41CC-A533-FB067777F8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4269AAD-ACAE-4253-8B9B-2FB5FDA9B0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4DC15D1-FD02-456D-8F7A-CBEEEF11CB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797AAF3-5922-4EC2-9CD2-7C727ED001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281B3C3-6D5C-4A2E-B7E1-E46ECC8F25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7ACEE15-1F85-4A43-9131-AEBA2DC15A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8A29893-D0F4-4289-973A-C1AC2CA13C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B7D44F9-A603-4A72-A14F-BC9986AA01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0021280-1E52-4919-8D6D-8E64F3FE5E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182DF95-B1D7-43DE-AAE8-5CBDDB3B66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3AE59A3-EBF1-43F7-A361-92418FA16F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8492EFE-3487-475A-87C1-67731A4CD3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58ACD8A-FD0B-45A7-B884-34EE6BECD3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0EA5C31-73E3-4A19-B458-B541051242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907CDC4-6481-4582-9FE6-5E210E0019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D94E5F2-43BE-45F5-A1ED-EA4A3723A3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9A2BB86-5A07-475B-BB7D-ABD8F1C9DE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AA1F3CF-8657-437E-86FA-7891280C20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A88686F-0453-48E2-852F-43B041F89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537324B-1DAC-413D-BDCD-C9A830B800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A681F4F-2F64-4949-9B8C-D2ED017BB6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69877FA-82A8-4E2C-BA31-72A1BFF814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C6DD25E-3C29-46A8-A92A-E11B0DB207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E2E7E44-DCA2-4DE9-825E-69BA42A66A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63D6CFC-2BB4-4222-A5C4-B0183CF96F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3F5D857-CBD5-4B6B-A3CD-4285CD698E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B512E3-C0E1-4A47-92EB-1B06929ABB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4B8F022-749C-4968-A9B3-3A25404D9F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07AB9BD-B05A-4E5F-B8A9-5318E88CE7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AA92C49-7895-45B2-BA64-0258FF8369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9137F23-31C3-41C7-8C43-561F1F02CE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D344A94-856F-4481-9355-96B22F1198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3AB9E9B-8935-47E2-ABBB-A3DBA5694A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59E8A51-A733-4943-92B3-741F5BD268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6916EB3-64E9-4652-B746-3AB0386C6D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CD0DEF9-8BEE-4304-A9B4-FD52739ED8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FE5F8EC-1B08-4EB2-92E4-C3A1959623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6B3146B-8C71-4636-BF4F-5F63F546B4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2DCE1BC-71AE-47C7-A515-90B996474E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1D4323D-3B76-4939-BE55-A040FE498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B6CF87A-F4D1-454B-A1EA-CA3BCED159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CD75E92-6A09-47A6-B1EE-B69B0147B4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53A7715-29C6-4E9B-B944-CF1606AF11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89508A9-958B-459A-BC01-028D1393C8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7254876-5B6F-44E0-8A1A-212041AFED6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8F0B375-B3A1-4D5D-8C71-A6E145E196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A7A4B4F-B9C2-4211-AF46-093CD35B3A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888DAF4-82CC-4C76-A30D-17C0545207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0C3BF17-4A97-4D2D-8242-71311801F2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2545D0C-B690-4B83-B79C-B99EB228C7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94F514F-4D9E-4A36-B6B4-4184B47BB8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03B664F-0261-4164-A803-088D60C81C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DE9BE1D-D2FD-44CE-9FD0-CD59943234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7BA4F78-144A-4E4E-89F5-3A4C477B4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C8ABF30-FBF3-4F98-8C52-F143E0D91A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9627D6-A1E6-4768-ADEB-287FC761A3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C2E3696-4715-43CF-9BB1-562F61C110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11E2704-7169-4C90-A39B-E37ABEE538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71929D2-346B-4EAF-B22D-D584E29BE5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DD39E28-BB4B-4970-A590-16ADEF536A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9C661AA-6086-447A-B42A-79E67FCE6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6DB0DE1-E714-4A5B-9FAB-D8538E76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EA8D8B7-605D-42B1-A376-2F6E8C3DF6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C4BF54D-E126-436C-8D7E-9ACD9969F1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435D910-4CF0-4AE4-8BD6-F0F6602492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AE4B00F-76A6-4536-8011-86F7797EDF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5212A9E-B40F-4EDC-B0D0-54556D73B5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20EA7D4-E558-470E-A3E1-4076AD9532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A3840FE-A695-443B-B4C5-37E8EF0B2F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CD4F8D4-21F0-490F-9896-22B84ACB63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26B4C5B-4AB1-4135-A81C-E430B959FC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783F6AD-4B2C-433E-9308-ECFCEBA956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3545C2D-69F7-41F9-BB61-C2CFD16193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975F0A3-1549-440D-B0AC-AD3B14C59D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FF174B0-F3B8-4E50-8D6D-07BDE559B7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B978308-9B71-4E57-942C-D021CEF25F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78C69BB-4F49-43CC-8112-844CD8F0CD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B7783D-C29F-4B61-9A36-71E71B696E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5C577A6-8304-477C-9314-B728E41648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A680E31-BBAC-42F3-9A74-EF8C8F4BC60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4097FD5-0A9E-441E-BE6B-8A662CC56E5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197D8A0-67BC-4442-B694-F18DB2AAF95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35425" cy="5175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838200"/>
            <a:ext cx="4035425" cy="5175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9DFA4DB-1471-46F2-A16E-9A806E4B942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F537CF8-D1EB-4DF5-9CCD-74B7B5159E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8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A68D95C-B2C7-48A7-8F69-52F1CE6BCC6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96FB592-6C24-4A98-99E3-BD7E493D6F2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569B53D-E421-4AEA-9978-F88FAAB3700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2B15F78-63E1-4FFD-9730-EE97EA76394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2CFC3C3-C01A-4C95-87DC-A3A7A992FA7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228600"/>
            <a:ext cx="2055812" cy="57848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5038" cy="57848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47292EF-B567-4743-B4DE-E1E00263F5F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Random Access Memory</a:t>
            </a: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222F4A3-4FA8-46EC-89BC-5D3FB421BE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8392445-B85C-4EBD-AEFD-C7312B44BF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A4AF476-DA45-4150-B906-8F041772BF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06825" cy="4718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371600"/>
            <a:ext cx="3806825" cy="4718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80C492D8-1AAB-4255-A9B3-4DF7E2FAA4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35C1151-630B-47FD-9A03-BC92B4397B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A0A18E5-B4C5-45FB-A227-028A19A0F12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A25ACD1-F6DC-40D2-85D6-9D551E6CD6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10AF236-A4AC-4A37-A090-C0DA7025A9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ECA28D4-2FD9-4680-98A7-29ADECA798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C27BA6E-093D-4D34-8DB7-AF467C4B83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10338" y="152400"/>
            <a:ext cx="1941512" cy="59372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2138" cy="59372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58E0509-8C2A-4BD5-89E7-7F0DFD4663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9496CF64-F682-4228-A923-4DDC62BE68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A5DB2D9-2885-4CDD-B566-DF0B7C748B1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5726C6D-E732-4788-BCE0-396C75BAB3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418A9A4-D639-4450-96CF-69DF621FB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4FD272F-305E-4B9D-AE7A-EAF406822A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C2637043-BD85-4DA8-A35C-6681C9A24A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234AB858-F38E-4A7A-8C66-A9CDAEE35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58B4888-141D-4127-A361-05CB7793CB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14934C8-DDF2-431F-B76C-39C290E516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CF77DE2-4414-4870-9345-2413BB29C5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457200"/>
            <a:ext cx="2055812" cy="54038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5038" cy="54038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074181C-D936-486C-BC50-98FF19D0AE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457200"/>
            <a:ext cx="2055812" cy="54038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5038" cy="54038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C3445D5-BE43-4D96-A5C1-76C4D0A77C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B7E317E-85EE-40D6-9F40-2EE5E00B50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EFE95E6-5BCD-4CC7-A3E8-9AA54B2FB8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4035425" cy="3879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54D268A-2938-4DA0-A249-06D8F6AA80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BAC8E2A-7818-4322-ACD4-4EAFF3D4D6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C197E02-8EB3-4B35-B2B7-CC8DF9F680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A23A030-13AB-4034-9231-6C530698DF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8044F77-49FC-40D8-8030-838F8ABFBA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3D5D7A49-F64B-4672-8529-A59A1D737C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700984E-9833-42E2-8B37-1DC83DAA1A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4638" y="457200"/>
            <a:ext cx="2055812" cy="540385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5038" cy="540385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688A76E-6C32-4BA4-AFC5-8E1052E9AC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586CF8D-C31C-4310-BA70-6BB0396099A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442ED66-5AFE-44E0-8A7F-9E584FF344C1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431559A-EF21-4E59-845C-B2954FA97993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2E9D94E-1501-4ECD-890F-C719B4A2E503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4CB2339-2272-43BB-9A5F-5F5E01E27A7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83D8603-396D-4A28-8E6C-027C6B9939C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A37C9C5-EFA4-426E-91C2-B35B64E231B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82726CE-2AE6-488E-81A6-DC33CA573F4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0E6E738-2323-4D56-9DB2-4E354F4E4A2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61D5043-6E7D-4BE6-A74F-417A431D786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B3097E3-1437-4DFC-865F-2A172F12A9F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A7F7642-AA79-41D4-BCB3-99445712B0C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3F95E6C-3E74-473E-9F0C-B90C074EB91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51C78E4-2510-40D6-81C3-5F98BE78AD0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C20DCE8-7BE5-444E-9018-B27DAA7E471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E2A0208-4B3C-47D4-A954-4D65050CAB3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CA587E4-B36D-401D-B7C9-F27608698BC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166F643-418B-4CCC-BBF5-D3312521F43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ACD447F-6CE4-4B95-BC2E-45D1CD1DF26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365368B-3B90-41F7-B3BD-59C4F5318B5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92C3F5E-A61D-4607-8118-397341B4EC1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8139730-352A-4016-9C85-00743A3D0CC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7AA8BEE-A61C-4C8B-9F5A-3CD81245ED0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064B61A-4A58-4793-82D8-1F65817B154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115E093-9F87-4607-AEE8-3029BDD17B1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24E8E94-D06F-41B8-B3CE-CEF2AAD206D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0CDD1B1-1E51-4442-BE80-092F8C2EE56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5FD8BF9-820E-4802-981B-6BAE5277199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0B90F40-EF64-474D-8931-CCC9EFD72C3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DEABC0B-2B96-4AE1-9F98-E54817F459A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1FD230A-3DF1-4A91-941D-F395D73A881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27D3226-3074-409B-8C6A-30D29BDD610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2B66E13-9009-4283-A41E-3D1CFB18C84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93B9C29-0112-4DCE-9209-D29B3712516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880C007-85AD-4632-BD7E-8A857ECD538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86A2639-EBF2-4F8F-8AF8-1B34B76A257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A34AD25-0C21-4D39-A979-065E8A0910F2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BC9D651-8FFF-4165-BB80-378B0868A512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F4C0E5C-7062-4D14-A458-1F0405FC21C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E8E0A50-82EE-44FB-9200-F5E00736176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5774DE0-122A-49EC-B3C9-F03BDA361E3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872BBDB-530E-4716-8BE1-BEFCBD691D3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86B37D5-36E9-403D-96A9-C8408412E9D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08C7038-73C4-4C5B-9942-8F1D40C1009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746183D-934B-442B-AC40-37BE08E28FA3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CCBDA8B-8E53-421D-8767-81A99D3E32B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52C9C5B-5A48-4BBD-92F4-50179D6DFB8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88B33F9-FDCC-426C-8C44-02B8FF2F2302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3DBEA78-F47F-4C73-B019-721AB64EDB8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4F20339-63C0-475F-9B73-4EE381A0581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F2D319F-2D96-45B0-B266-DB9405A62C13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668C695-41AA-46D4-BC85-C72B612F06C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BA2AC83-AD0F-49C6-90D0-2B1504AC01B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526C5DA-43F1-42EA-87B0-DD53113DDB51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A18BB69-B75F-44A2-8880-1036085CAD4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5B7C853-1BB8-41C5-8804-9D8F39E1EB0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395E38B-45DB-48EF-8B13-83392434CE0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EF8B2A9-8613-4342-9E02-2601E1FA373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EA637DD-3607-420E-A4F8-E08300EA515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F9D9975-DF87-4969-A229-F233FBE49BB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53E18BF-FB2E-41CB-B3D6-E9D9B8D61E2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68D65D4-6C86-41F7-8DA7-CD0876D9805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DB82611-5BD4-422E-9115-40A8FE37A01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9574F14-5273-4F25-A28A-78B472B42A6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E625893-4826-4EFE-9470-CAF866A7B86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532A865-6771-442A-B64B-6974933DC73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9B3DE6B-AB6C-4F12-9973-169F67C9061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54A4185-383B-4684-BA41-52A7C39C9FA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04999C3-30ED-46F2-8C54-02D684CE1A3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46A0438-D9A8-49A6-81A1-679098600112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D0D30F7-F3A8-46C8-B087-DDE72DFA6DD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585EA2A-7A4C-41AF-9E0C-EE2E34FC1D2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77FCC80-65CC-4E01-B6F5-767AD2BCC032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22BAFDF-48DD-4A9B-9A04-0CB5A3015FA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2570174-1BD5-4C69-90EB-2BA474C4E37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B7ADB62-D015-45CC-9514-7D92462CCD0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F2D6E86-3404-40B0-951D-DF9FAE3BE542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E573455-DDDB-4126-901F-B7B9C0FDFEF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86AC0E6-E1F2-4C69-B400-924FCD95A7B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48A9876-7E9E-40A7-BCB1-2D27E24B808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F4B755C-028E-4A48-86BC-6072B9AEC35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180E7D9-BDF4-4252-9FDE-6FE37E290DC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F12B1AF-7CAF-44CA-B013-C013556ECAC6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BF6CFCF-302D-4F99-A298-919BC5E6533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BEA5DD7-5E70-4F36-8A39-DD971D2695A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CD50A88-3BA1-4B1C-9505-72CDCA9F778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11C2DAE-F7B0-48E4-9859-AAA80FA4493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C81E17A-DDBD-4A2D-BD0C-B1123C245DD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26365F3-D354-4DD9-AC41-EAEEB212811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A174E56-210F-46F6-B833-D7E24EC6963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9B90B16-5C28-4F3A-AF63-5BDB9336DA2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7E01F5C-285C-4D2B-BA11-1E9DB2453ED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0BC7FA3-D3E7-4F36-AAC9-F357261E221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240CF67-C7EE-478C-B2F7-3636B8E5D30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28C1464-B240-4DA6-974A-15A868FD2A6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B8BE046-9F6E-4138-ACDE-F37CFD7B809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B52742B-7090-48BD-97D6-096C86F9364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F39F7E5-4719-4DF5-87DA-3984D85B67B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47C061A-17B5-4968-B2A9-77CE6E2F12F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C47CA31-53B3-4AEB-8FB8-CD59BC6E0D4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4A7EEAA-4122-4454-A03E-9AC572B3343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A093F16-30AA-4D7A-8A21-8713D36B5C8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554BFEF-E807-4AE0-A542-324329559A0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40E1A63-2D40-49A1-8BFF-A78B533A0F76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C8AFFD9-8959-4AE5-A8D8-F936E842CDD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EE17F47-E335-4199-A24C-B9102613284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37020B8-B341-435C-A1C9-53EB12AA405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0449550-7FC7-4D0A-860D-B4DEAF9EBBB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73E2F74-93C1-4B06-95B5-5ABEDC0FBA0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433FD52-1876-456D-8821-FA4F1B228B01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BD3A21C-50FF-48D4-8896-D6E279AFAA56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C47CDC8-1F98-4D5B-AEE2-0B8119F86444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8DA6EE3-09E9-46BB-BD74-89335CF039F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31800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5025" y="1089025"/>
            <a:ext cx="4060825" cy="4364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F53F770-71A7-4C8E-AE91-0D8DAEC9502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EB4B474-8D52-43F8-B1CC-DD5DCC1C608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D0E3AE1-B3E6-48A3-80D8-FEB59E49B4A0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A945D626-0B61-4628-AF70-1C67205D091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0C7A8AC-361E-467A-85E4-A570B9C7C07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7C5D263-BD5C-4426-A77D-23237D8FD33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4DD1469-CF58-4438-A9AD-55CE9FE3C22F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73863" y="425450"/>
            <a:ext cx="2112962" cy="502761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31800" y="425450"/>
            <a:ext cx="6189663" cy="502761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7EF465D-72E0-473E-B831-EFA156AC7D1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912B744-72C0-454A-8373-AEE6B9A096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22EA5BD-65B8-4814-BD0A-C58CE73D43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F07617B-3167-4477-8A89-840540E943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6E220E8-5DA1-47AA-88D2-4702B410C8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BD461DC-4C09-4F83-8934-3D60876BEE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B397A0D-7A20-4D51-B7B5-52E83F268A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816EF8E-9263-474A-AD4B-A7DE741DF0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5F2CA1F-2416-42BE-BD48-CC09B6A80B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189DC63-C57A-415D-B17B-ABEE53BAE3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FDA1702-11F0-4CED-A27C-378D2BE6C3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7C5A7AD-3BDD-43DE-BB96-0E6902C6DC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65D4AA2-C5B7-4E8E-96F4-BD851825BA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E0BBE27-E450-4BC5-BB59-D96F4FC31A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43DB979-61FA-4588-AAF1-F139C6A339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14C6F6B-E838-4D8A-B820-249500B426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AC46C52-4FC3-481B-A317-CCC2054DBC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9D8D981-42C2-4FB9-B018-4CCC87EA72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0478B4C-D17B-4CD7-A116-4CEEFCBFEB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A92740E-3865-437D-B8D0-903954E03B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D2D7520-5D1C-43AF-B7F6-B85F2AE1C2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0E763FA-58F9-4155-B58C-D6E264CCBD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FF0D5ED-995F-46DC-86C7-3F347453EF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12E6BAD-1E5D-43D1-8558-2033FEAE7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176D3F9-5305-4451-9E33-E6411B9179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25610DF-4EC5-4F13-9C38-88D1FEA7F0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B8439B9-4DE7-41F6-9F1E-3ABAE61ABD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CD48E29-75CC-47E7-8670-449BE45011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20E85A5-ED72-428B-B66E-D8507813E4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F1AFAE-ECF3-4D7A-9AA8-1302E890C7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ACFDB00-2FE1-4CDC-B5C0-D9B7D29E64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84AF27A-467A-49D1-A2D1-E2E5BFF22A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BDCC0E0-1FC6-4FD4-9C2B-14F8B7B676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61B200F-EB1C-4B56-A7DE-F15B0B3ABD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36EF726-BBCA-4AA8-A3CD-AD5CE72113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6986FAB-8AE1-41AE-BAA4-BC15F4CBDB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826884A-1980-4CAA-9D93-BD4897EA6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BA364A1-45DB-45A8-A02B-07191E0B06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6B0414E-D828-4D45-A4E5-5F70336FB9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9E35F6E-BC9F-4645-9217-F491880582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1D17DC-9044-46E9-8EB8-CA436CC0B7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AC4FF2C-45D8-4187-B1A2-D61E81DE88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BE21F2-197F-4180-B619-EACBA9C2DD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84A099-C66C-4E5B-A560-2B77FB5694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00B2B03-9AAE-459A-A04D-F047079AF7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C43452-DFB9-41C3-A8E5-948F57989B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59BCD68-0448-4FB7-AE16-8E48DED2AD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BD3C7AB-F4B0-4826-AA2A-BE157CE434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1461799-45E5-4E3B-92EF-DD974A5433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F874D8D-A686-4AA4-8C43-782636A2B2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58702EA-B31C-4832-BCA6-B53245B8CD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2DF73EB-D210-4E42-8B21-42725AB047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FCFF64B-0B02-4148-A2E0-B0E2436378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EEC56C1-01FE-4E56-9A2F-133DA14D96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2D5C0D0-CAE4-4FAF-A244-902466953D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A83027-CE97-454D-8B24-168BB41C06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C88136A-8E5C-405B-85BA-C286D6C932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9D91A5F-0860-4C12-8EE1-E09472691F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8318EBC-4F2E-499B-A0CB-DBC219B5B6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56FDA42-E0F5-4D4B-853C-193B2B3CB7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3511BC3-24A5-4E75-A3E1-9860FB2789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7A2BF46-DEA7-4C53-8B11-ADD4C08498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43DB7D6-FF1F-40D6-A9B4-DE474489DE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C28925-B501-4B28-BB94-2C7EF6855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5CF5E81-E584-407B-91A6-837F0213B5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662A4A6-C534-44F4-88F0-61C9F5275C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A5D387C-B000-4E37-901D-43F21D3FDF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E315872-C5C5-42BC-A2AB-A2118FC476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6FC06C4-50FD-49A4-B41F-C323D8910E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F4D197-3C8E-49E2-B4B2-AF7904251A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1E5A95F-00D3-4A7F-BDA6-99E30B9DEF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F99CEA2-4623-4EFF-938E-75A4A6E766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CA3F943-E9D4-417A-9CAA-220432E64F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C786889-2A8F-4778-8107-58BD931C9D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B6A9F4A-E03C-4B32-AF77-7FC59BA271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4B45C40-16DF-44B6-BB18-6FD3EB2F65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8C551A4-61A1-426E-8F82-1538F0C720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A2899D8-D257-491C-A26D-875884CEFE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9CCBEEB-0F5C-4C80-AD93-77FE014244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43ADE95-F369-4DBE-9A28-1264B8658B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7223CE2-7A57-4D74-B974-4E7866FB71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FD4AB06-7783-4C97-8280-F42F0BB7F9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6D92506-C59D-4963-B7D6-46D6654485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26758C4-CA6F-4983-ABBC-FD56812088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687705F-48B6-4DCD-AC90-99C0116CD96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093D0EA-242F-4EE3-9A45-3F931F7568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381CC22-3932-4974-8EA5-4E722B7CAD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C6FAE9B-4EF4-4F29-8230-D0CC265157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891D149-D7BB-4850-B24C-0A130918E9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2BC7495-D438-461C-96F0-69E15F08C4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F397992-806E-4250-965E-1D84A15FFE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413E25F-FA64-4D68-87BF-DE29261ABF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14538C9-6A36-4BDA-9C4C-0DDA5DF796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4202514-CA9A-4886-9369-6D5F8487A9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9B1BF35-CC9D-4117-BDF2-A4602B4F58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20A318D-C3E8-432E-AEE4-DE06528170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5681983-B28C-4F5C-885F-C600746AF5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1BD1650-B5D5-42D5-840C-12F0CBCE26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5B0D575-5B59-4F0B-A204-659EC29646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7DA5B4F-4728-453A-ACE9-099B3FF98AC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F30757A-F8B8-4BF6-91E1-2A9B9275E0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67E4B90-87D3-4E65-A086-0360405BCD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059D80A-064F-40B9-A7DF-859613EFC0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24C423C-1913-4683-8ACA-A0FC20030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99B7E3-B372-469C-95A8-FEE53DB5B3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7C0241-A23C-4F86-AC2E-5BA9756173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6EE0EDE-C80D-49BF-8C69-12ED619F5E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DE858D1-C8B2-45D4-8CD6-2A06273D2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4562FDE-87C8-42C8-A3A1-E458E7D376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F7E9FCB-A8CD-4AA1-9417-4A5FCF0DA9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7D50E9A-DE20-4194-BD9D-148F92D506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C03F0BF-3CC0-4013-9440-51DB0A5E5A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D06BA6-AEC9-4F8A-B11A-BA5144971E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DC63C18-E2F4-4928-A14E-E42FD2AD1C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F3275CF-6E8A-4E76-91D8-B5E8C35C27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B06ABD4-154B-4510-92CC-FD7C2615F3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0F21953-3C1B-4FF1-A9AD-A1B9CF8DD9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8419FFA-FFE8-4247-8007-F9CA77A6EF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4176F1C-FC50-43D8-977A-B1D75529DC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0E56019-BDFC-4A33-9E66-A77A56CA0B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451D32B-11AF-4BA6-A748-9999F94A8F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7513B00-A343-4D77-A6D9-E9C9366D77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FE8382-0ACC-485F-B3C0-24677D0E28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24B6C03-2F36-43DF-BBA9-219E22F7A6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F06CB33-5E59-4937-AAF8-5993FDAFF9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BCFD1E5-2E59-4AB3-AADF-5EEC5B2E10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AF184B4-36BC-4465-9245-645DA19E30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E22FDBC-1122-472C-B3DD-1F4C4FF518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76DF63-86D8-4181-94BD-2E7F8F9FA0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59A38C4-0623-43D6-A970-AFCFCD1183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1892567-58CD-4E74-8A3B-2958988B5F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A6DB349-4E10-48BE-808B-B8962C0DA3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809D6C7-80CD-4ED6-8139-F380E2DE1A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5FAD64A-F35F-4828-9B0D-0CCC75FDEF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549E939-F1AC-4291-9B78-27C28FDF05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B15298D-878C-492B-9F54-AB2B1754E5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B463FA2-3D94-4971-82FE-03EC9020DA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44ED809-8E93-496D-A65A-2F767F766A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7D8FF18-6E78-437E-8743-EE5F9BA00F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00EC8F4-DC47-435E-9499-1D727CF62E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0D3D0E5-D57C-471E-93D4-9D2A900C45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F161F88-FAF6-4FF0-A0D1-38F40DCF44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0297DDE-82E3-4CBB-8EFA-76EAF3A1DB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34E3DA1-2492-4430-90B9-982875050C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C5342C-6E4F-4609-B2FA-7108A195BB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30F9B2A-8AF8-4BA8-ACC4-0049555B4E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6A0074B-9133-4ABC-B7AB-A09312A32D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041417D-97CE-442F-9A19-1E4952DF5B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84BBB04-FDC4-4F86-82FE-05FD11F2D0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39764C5-6737-457D-AF93-BFB5E265C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EE7918-2E40-4B79-B85E-0D687B4E95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5FEF40B-01F5-4D5D-87C3-F363ACD4A4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DA46F5F-071E-490A-9E4C-8EB9383492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D0A0261-2CDD-4FBA-8DE3-16A96615BE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7792BF8-57E9-4D45-9CC3-75A42D741FA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7E1902E-F246-4E03-AE31-E8BEDE718D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0F23A12-1835-410F-93B5-B6714F2DE7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759D4E0-7392-49F3-99D3-CA2A449C7A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E3EDDE4-F107-4ECB-9718-021C8EC92E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011C78B-476C-4050-B1DE-A7213728BA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CFFF5D9-88DA-4A92-B268-4B35378DD1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EBD679A-693D-4C6E-B1EB-8E9C08CFF5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29E057B-87C3-4871-99AC-746A36BCE1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919C7D6-CDE3-4241-AFBE-9B8CF124FC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E77C9C0-E8C3-4AAC-BA69-8B3FDF6D4B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5D468A4-981B-4173-87DC-E2FB61AE72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240D031-3F3C-4D29-B1C8-82B9447E02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0A5B0E1-8F72-4F17-925D-9FF1099052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8F1CEC1-9F9E-49D8-82B3-C6E77C1EE7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7BAF6AB-CF01-4D31-8790-CB0CAF1744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8" name="7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D45E994-32E9-40AA-8566-6147C6894C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98DBF2D-C169-4A2B-B8D9-841FF006A6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" name="2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B1F7318-126F-4DD2-BA15-AA7B8E3B1B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618082F-715E-4C31-804B-4DF7BEE91A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638B0CD-E944-4264-AF83-5A20F41749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A63D1A0-87A9-4EA4-A30A-B09E73B407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B54E31E-AE8B-46A4-92A6-448CAA94AB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589C577-093F-409B-861C-0ED0FC8BBA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BEC902B-3922-4428-A49B-FA5AE6CEB0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6DD0701-A28B-4D75-9B26-122D21DB2D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8225" cy="4108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8159B1A-2E3A-4C45-9562-AAFA976892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23EFB32-8CF4-4736-8B1E-11A9C0FE1B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60446A20-A851-4D95-A8BB-15E3FAFC76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40FC6BC-C076-41E5-BFFF-E16F363ADF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9F0D578-9556-417E-847D-7E937F4AAA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402C239-E5E8-4455-9F6E-943378CF69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C8AA1D5-575C-4B79-9691-E8DE332BF6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1650" y="301625"/>
            <a:ext cx="1825625" cy="56340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29237" cy="56340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21CB8F53-3F8B-4603-ABBC-233BE66A36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2.xml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4.xml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66.xml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77.xml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6.xml"/><Relationship Id="rId3" Type="http://schemas.openxmlformats.org/officeDocument/2006/relationships/slideLayout" Target="../slideLayouts/slideLayout311.xml"/><Relationship Id="rId7" Type="http://schemas.openxmlformats.org/officeDocument/2006/relationships/slideLayout" Target="../slideLayouts/slideLayout315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0.xml"/><Relationship Id="rId1" Type="http://schemas.openxmlformats.org/officeDocument/2006/relationships/slideLayout" Target="../slideLayouts/slideLayout309.xml"/><Relationship Id="rId6" Type="http://schemas.openxmlformats.org/officeDocument/2006/relationships/slideLayout" Target="../slideLayouts/slideLayout314.xml"/><Relationship Id="rId11" Type="http://schemas.openxmlformats.org/officeDocument/2006/relationships/slideLayout" Target="../slideLayouts/slideLayout319.xml"/><Relationship Id="rId5" Type="http://schemas.openxmlformats.org/officeDocument/2006/relationships/slideLayout" Target="../slideLayouts/slideLayout313.xml"/><Relationship Id="rId10" Type="http://schemas.openxmlformats.org/officeDocument/2006/relationships/slideLayout" Target="../slideLayouts/slideLayout318.xml"/><Relationship Id="rId4" Type="http://schemas.openxmlformats.org/officeDocument/2006/relationships/slideLayout" Target="../slideLayouts/slideLayout312.xml"/><Relationship Id="rId9" Type="http://schemas.openxmlformats.org/officeDocument/2006/relationships/slideLayout" Target="../slideLayouts/slideLayout317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7.xml"/><Relationship Id="rId3" Type="http://schemas.openxmlformats.org/officeDocument/2006/relationships/slideLayout" Target="../slideLayouts/slideLayout322.xml"/><Relationship Id="rId7" Type="http://schemas.openxmlformats.org/officeDocument/2006/relationships/slideLayout" Target="../slideLayouts/slideLayout326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20.xml"/><Relationship Id="rId6" Type="http://schemas.openxmlformats.org/officeDocument/2006/relationships/slideLayout" Target="../slideLayouts/slideLayout325.xml"/><Relationship Id="rId11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4.xml"/><Relationship Id="rId10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3.xml"/><Relationship Id="rId9" Type="http://schemas.openxmlformats.org/officeDocument/2006/relationships/slideLayout" Target="../slideLayouts/slideLayout328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8.xml"/><Relationship Id="rId3" Type="http://schemas.openxmlformats.org/officeDocument/2006/relationships/slideLayout" Target="../slideLayouts/slideLayout333.xml"/><Relationship Id="rId7" Type="http://schemas.openxmlformats.org/officeDocument/2006/relationships/slideLayout" Target="../slideLayouts/slideLayout337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332.xml"/><Relationship Id="rId1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41.xml"/><Relationship Id="rId5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40.xml"/><Relationship Id="rId4" Type="http://schemas.openxmlformats.org/officeDocument/2006/relationships/slideLayout" Target="../slideLayouts/slideLayout334.xml"/><Relationship Id="rId9" Type="http://schemas.openxmlformats.org/officeDocument/2006/relationships/slideLayout" Target="../slideLayouts/slideLayout339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44.xml"/><Relationship Id="rId7" Type="http://schemas.openxmlformats.org/officeDocument/2006/relationships/slideLayout" Target="../slideLayouts/slideLayout348.xml"/><Relationship Id="rId12" Type="http://schemas.openxmlformats.org/officeDocument/2006/relationships/theme" Target="../theme/theme32.xml"/><Relationship Id="rId2" Type="http://schemas.openxmlformats.org/officeDocument/2006/relationships/slideLayout" Target="../slideLayouts/slideLayout343.xml"/><Relationship Id="rId1" Type="http://schemas.openxmlformats.org/officeDocument/2006/relationships/slideLayout" Target="../slideLayouts/slideLayout342.xml"/><Relationship Id="rId6" Type="http://schemas.openxmlformats.org/officeDocument/2006/relationships/slideLayout" Target="../slideLayouts/slideLayout347.xml"/><Relationship Id="rId11" Type="http://schemas.openxmlformats.org/officeDocument/2006/relationships/slideLayout" Target="../slideLayouts/slideLayout352.xml"/><Relationship Id="rId5" Type="http://schemas.openxmlformats.org/officeDocument/2006/relationships/slideLayout" Target="../slideLayouts/slideLayout346.xml"/><Relationship Id="rId10" Type="http://schemas.openxmlformats.org/officeDocument/2006/relationships/slideLayout" Target="../slideLayouts/slideLayout351.xml"/><Relationship Id="rId4" Type="http://schemas.openxmlformats.org/officeDocument/2006/relationships/slideLayout" Target="../slideLayouts/slideLayout345.xml"/><Relationship Id="rId9" Type="http://schemas.openxmlformats.org/officeDocument/2006/relationships/slideLayout" Target="../slideLayouts/slideLayout350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9.xml"/><Relationship Id="rId12" Type="http://schemas.openxmlformats.org/officeDocument/2006/relationships/theme" Target="../theme/theme33.xml"/><Relationship Id="rId2" Type="http://schemas.openxmlformats.org/officeDocument/2006/relationships/slideLayout" Target="../slideLayouts/slideLayout354.xml"/><Relationship Id="rId1" Type="http://schemas.openxmlformats.org/officeDocument/2006/relationships/slideLayout" Target="../slideLayouts/slideLayout353.xml"/><Relationship Id="rId6" Type="http://schemas.openxmlformats.org/officeDocument/2006/relationships/slideLayout" Target="../slideLayouts/slideLayout358.xml"/><Relationship Id="rId11" Type="http://schemas.openxmlformats.org/officeDocument/2006/relationships/slideLayout" Target="../slideLayouts/slideLayout363.xml"/><Relationship Id="rId5" Type="http://schemas.openxmlformats.org/officeDocument/2006/relationships/slideLayout" Target="../slideLayouts/slideLayout357.xml"/><Relationship Id="rId10" Type="http://schemas.openxmlformats.org/officeDocument/2006/relationships/slideLayout" Target="../slideLayouts/slideLayout362.xml"/><Relationship Id="rId4" Type="http://schemas.openxmlformats.org/officeDocument/2006/relationships/slideLayout" Target="../slideLayouts/slideLayout356.xml"/><Relationship Id="rId9" Type="http://schemas.openxmlformats.org/officeDocument/2006/relationships/slideLayout" Target="../slideLayouts/slideLayout361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6.xml"/><Relationship Id="rId7" Type="http://schemas.openxmlformats.org/officeDocument/2006/relationships/slideLayout" Target="../slideLayouts/slideLayout370.xml"/><Relationship Id="rId12" Type="http://schemas.openxmlformats.org/officeDocument/2006/relationships/theme" Target="../theme/theme34.xml"/><Relationship Id="rId2" Type="http://schemas.openxmlformats.org/officeDocument/2006/relationships/slideLayout" Target="../slideLayouts/slideLayout365.xml"/><Relationship Id="rId1" Type="http://schemas.openxmlformats.org/officeDocument/2006/relationships/slideLayout" Target="../slideLayouts/slideLayout364.xml"/><Relationship Id="rId6" Type="http://schemas.openxmlformats.org/officeDocument/2006/relationships/slideLayout" Target="../slideLayouts/slideLayout369.xml"/><Relationship Id="rId11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68.xml"/><Relationship Id="rId10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67.xml"/><Relationship Id="rId9" Type="http://schemas.openxmlformats.org/officeDocument/2006/relationships/slideLayout" Target="../slideLayouts/slideLayout372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81.xml"/><Relationship Id="rId12" Type="http://schemas.openxmlformats.org/officeDocument/2006/relationships/theme" Target="../theme/theme35.xml"/><Relationship Id="rId2" Type="http://schemas.openxmlformats.org/officeDocument/2006/relationships/slideLayout" Target="../slideLayouts/slideLayout376.xml"/><Relationship Id="rId1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85.xml"/><Relationship Id="rId5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84.xml"/><Relationship Id="rId4" Type="http://schemas.openxmlformats.org/officeDocument/2006/relationships/slideLayout" Target="../slideLayouts/slideLayout378.xml"/><Relationship Id="rId9" Type="http://schemas.openxmlformats.org/officeDocument/2006/relationships/slideLayout" Target="../slideLayouts/slideLayout383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88.xml"/><Relationship Id="rId7" Type="http://schemas.openxmlformats.org/officeDocument/2006/relationships/slideLayout" Target="../slideLayouts/slideLayout392.xml"/><Relationship Id="rId12" Type="http://schemas.openxmlformats.org/officeDocument/2006/relationships/theme" Target="../theme/theme36.xml"/><Relationship Id="rId2" Type="http://schemas.openxmlformats.org/officeDocument/2006/relationships/slideLayout" Target="../slideLayouts/slideLayout387.xml"/><Relationship Id="rId1" Type="http://schemas.openxmlformats.org/officeDocument/2006/relationships/slideLayout" Target="../slideLayouts/slideLayout386.xml"/><Relationship Id="rId6" Type="http://schemas.openxmlformats.org/officeDocument/2006/relationships/slideLayout" Target="../slideLayouts/slideLayout391.xml"/><Relationship Id="rId11" Type="http://schemas.openxmlformats.org/officeDocument/2006/relationships/slideLayout" Target="../slideLayouts/slideLayout396.xml"/><Relationship Id="rId5" Type="http://schemas.openxmlformats.org/officeDocument/2006/relationships/slideLayout" Target="../slideLayouts/slideLayout390.xml"/><Relationship Id="rId10" Type="http://schemas.openxmlformats.org/officeDocument/2006/relationships/slideLayout" Target="../slideLayouts/slideLayout395.xml"/><Relationship Id="rId4" Type="http://schemas.openxmlformats.org/officeDocument/2006/relationships/slideLayout" Target="../slideLayouts/slideLayout389.xml"/><Relationship Id="rId9" Type="http://schemas.openxmlformats.org/officeDocument/2006/relationships/slideLayout" Target="../slideLayouts/slideLayout394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9.xml"/><Relationship Id="rId7" Type="http://schemas.openxmlformats.org/officeDocument/2006/relationships/slideLayout" Target="../slideLayouts/slideLayout403.xml"/><Relationship Id="rId12" Type="http://schemas.openxmlformats.org/officeDocument/2006/relationships/theme" Target="../theme/theme37.xml"/><Relationship Id="rId2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97.xml"/><Relationship Id="rId6" Type="http://schemas.openxmlformats.org/officeDocument/2006/relationships/slideLayout" Target="../slideLayouts/slideLayout402.xml"/><Relationship Id="rId11" Type="http://schemas.openxmlformats.org/officeDocument/2006/relationships/slideLayout" Target="../slideLayouts/slideLayout407.xml"/><Relationship Id="rId5" Type="http://schemas.openxmlformats.org/officeDocument/2006/relationships/slideLayout" Target="../slideLayouts/slideLayout401.xml"/><Relationship Id="rId10" Type="http://schemas.openxmlformats.org/officeDocument/2006/relationships/slideLayout" Target="../slideLayouts/slideLayout406.xml"/><Relationship Id="rId4" Type="http://schemas.openxmlformats.org/officeDocument/2006/relationships/slideLayout" Target="../slideLayouts/slideLayout400.xml"/><Relationship Id="rId9" Type="http://schemas.openxmlformats.org/officeDocument/2006/relationships/slideLayout" Target="../slideLayouts/slideLayout405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10.xml"/><Relationship Id="rId7" Type="http://schemas.openxmlformats.org/officeDocument/2006/relationships/slideLayout" Target="../slideLayouts/slideLayout414.xml"/><Relationship Id="rId12" Type="http://schemas.openxmlformats.org/officeDocument/2006/relationships/theme" Target="../theme/theme38.xml"/><Relationship Id="rId2" Type="http://schemas.openxmlformats.org/officeDocument/2006/relationships/slideLayout" Target="../slideLayouts/slideLayout409.xml"/><Relationship Id="rId1" Type="http://schemas.openxmlformats.org/officeDocument/2006/relationships/slideLayout" Target="../slideLayouts/slideLayout408.xml"/><Relationship Id="rId6" Type="http://schemas.openxmlformats.org/officeDocument/2006/relationships/slideLayout" Target="../slideLayouts/slideLayout413.xml"/><Relationship Id="rId11" Type="http://schemas.openxmlformats.org/officeDocument/2006/relationships/slideLayout" Target="../slideLayouts/slideLayout418.xml"/><Relationship Id="rId5" Type="http://schemas.openxmlformats.org/officeDocument/2006/relationships/slideLayout" Target="../slideLayouts/slideLayout412.xml"/><Relationship Id="rId10" Type="http://schemas.openxmlformats.org/officeDocument/2006/relationships/slideLayout" Target="../slideLayouts/slideLayout417.xml"/><Relationship Id="rId4" Type="http://schemas.openxmlformats.org/officeDocument/2006/relationships/slideLayout" Target="../slideLayouts/slideLayout411.xml"/><Relationship Id="rId9" Type="http://schemas.openxmlformats.org/officeDocument/2006/relationships/slideLayout" Target="../slideLayouts/slideLayout416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21.xml"/><Relationship Id="rId7" Type="http://schemas.openxmlformats.org/officeDocument/2006/relationships/slideLayout" Target="../slideLayouts/slideLayout425.xml"/><Relationship Id="rId12" Type="http://schemas.openxmlformats.org/officeDocument/2006/relationships/theme" Target="../theme/theme39.xml"/><Relationship Id="rId2" Type="http://schemas.openxmlformats.org/officeDocument/2006/relationships/slideLayout" Target="../slideLayouts/slideLayout420.xml"/><Relationship Id="rId1" Type="http://schemas.openxmlformats.org/officeDocument/2006/relationships/slideLayout" Target="../slideLayouts/slideLayout419.xml"/><Relationship Id="rId6" Type="http://schemas.openxmlformats.org/officeDocument/2006/relationships/slideLayout" Target="../slideLayouts/slideLayout424.xml"/><Relationship Id="rId11" Type="http://schemas.openxmlformats.org/officeDocument/2006/relationships/slideLayout" Target="../slideLayouts/slideLayout429.xml"/><Relationship Id="rId5" Type="http://schemas.openxmlformats.org/officeDocument/2006/relationships/slideLayout" Target="../slideLayouts/slideLayout423.xml"/><Relationship Id="rId10" Type="http://schemas.openxmlformats.org/officeDocument/2006/relationships/slideLayout" Target="../slideLayouts/slideLayout428.xml"/><Relationship Id="rId4" Type="http://schemas.openxmlformats.org/officeDocument/2006/relationships/slideLayout" Target="../slideLayouts/slideLayout422.xml"/><Relationship Id="rId9" Type="http://schemas.openxmlformats.org/officeDocument/2006/relationships/slideLayout" Target="../slideLayouts/slideLayout427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32.xml"/><Relationship Id="rId7" Type="http://schemas.openxmlformats.org/officeDocument/2006/relationships/slideLayout" Target="../slideLayouts/slideLayout436.xml"/><Relationship Id="rId12" Type="http://schemas.openxmlformats.org/officeDocument/2006/relationships/theme" Target="../theme/theme40.xml"/><Relationship Id="rId2" Type="http://schemas.openxmlformats.org/officeDocument/2006/relationships/slideLayout" Target="../slideLayouts/slideLayout431.xml"/><Relationship Id="rId1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35.xml"/><Relationship Id="rId11" Type="http://schemas.openxmlformats.org/officeDocument/2006/relationships/slideLayout" Target="../slideLayouts/slideLayout440.xml"/><Relationship Id="rId5" Type="http://schemas.openxmlformats.org/officeDocument/2006/relationships/slideLayout" Target="../slideLayouts/slideLayout434.xml"/><Relationship Id="rId10" Type="http://schemas.openxmlformats.org/officeDocument/2006/relationships/slideLayout" Target="../slideLayouts/slideLayout439.xml"/><Relationship Id="rId4" Type="http://schemas.openxmlformats.org/officeDocument/2006/relationships/slideLayout" Target="../slideLayouts/slideLayout433.xml"/><Relationship Id="rId9" Type="http://schemas.openxmlformats.org/officeDocument/2006/relationships/slideLayout" Target="../slideLayouts/slideLayout438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43.xml"/><Relationship Id="rId7" Type="http://schemas.openxmlformats.org/officeDocument/2006/relationships/slideLayout" Target="../slideLayouts/slideLayout447.xml"/><Relationship Id="rId12" Type="http://schemas.openxmlformats.org/officeDocument/2006/relationships/theme" Target="../theme/theme41.xml"/><Relationship Id="rId2" Type="http://schemas.openxmlformats.org/officeDocument/2006/relationships/slideLayout" Target="../slideLayouts/slideLayout442.xml"/><Relationship Id="rId1" Type="http://schemas.openxmlformats.org/officeDocument/2006/relationships/slideLayout" Target="../slideLayouts/slideLayout441.xml"/><Relationship Id="rId6" Type="http://schemas.openxmlformats.org/officeDocument/2006/relationships/slideLayout" Target="../slideLayouts/slideLayout446.xml"/><Relationship Id="rId11" Type="http://schemas.openxmlformats.org/officeDocument/2006/relationships/slideLayout" Target="../slideLayouts/slideLayout451.xml"/><Relationship Id="rId5" Type="http://schemas.openxmlformats.org/officeDocument/2006/relationships/slideLayout" Target="../slideLayouts/slideLayout445.xml"/><Relationship Id="rId10" Type="http://schemas.openxmlformats.org/officeDocument/2006/relationships/slideLayout" Target="../slideLayouts/slideLayout450.xml"/><Relationship Id="rId4" Type="http://schemas.openxmlformats.org/officeDocument/2006/relationships/slideLayout" Target="../slideLayouts/slideLayout444.xml"/><Relationship Id="rId9" Type="http://schemas.openxmlformats.org/officeDocument/2006/relationships/slideLayout" Target="../slideLayouts/slideLayout449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54.xml"/><Relationship Id="rId7" Type="http://schemas.openxmlformats.org/officeDocument/2006/relationships/slideLayout" Target="../slideLayouts/slideLayout458.xml"/><Relationship Id="rId12" Type="http://schemas.openxmlformats.org/officeDocument/2006/relationships/theme" Target="../theme/theme42.xml"/><Relationship Id="rId2" Type="http://schemas.openxmlformats.org/officeDocument/2006/relationships/slideLayout" Target="../slideLayouts/slideLayout453.xml"/><Relationship Id="rId1" Type="http://schemas.openxmlformats.org/officeDocument/2006/relationships/slideLayout" Target="../slideLayouts/slideLayout452.xml"/><Relationship Id="rId6" Type="http://schemas.openxmlformats.org/officeDocument/2006/relationships/slideLayout" Target="../slideLayouts/slideLayout457.xml"/><Relationship Id="rId11" Type="http://schemas.openxmlformats.org/officeDocument/2006/relationships/slideLayout" Target="../slideLayouts/slideLayout462.xml"/><Relationship Id="rId5" Type="http://schemas.openxmlformats.org/officeDocument/2006/relationships/slideLayout" Target="../slideLayouts/slideLayout456.xml"/><Relationship Id="rId10" Type="http://schemas.openxmlformats.org/officeDocument/2006/relationships/slideLayout" Target="../slideLayouts/slideLayout461.xml"/><Relationship Id="rId4" Type="http://schemas.openxmlformats.org/officeDocument/2006/relationships/slideLayout" Target="../slideLayouts/slideLayout455.xml"/><Relationship Id="rId9" Type="http://schemas.openxmlformats.org/officeDocument/2006/relationships/slideLayout" Target="../slideLayouts/slideLayout460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65.xml"/><Relationship Id="rId7" Type="http://schemas.openxmlformats.org/officeDocument/2006/relationships/slideLayout" Target="../slideLayouts/slideLayout469.xml"/><Relationship Id="rId12" Type="http://schemas.openxmlformats.org/officeDocument/2006/relationships/theme" Target="../theme/theme43.xml"/><Relationship Id="rId2" Type="http://schemas.openxmlformats.org/officeDocument/2006/relationships/slideLayout" Target="../slideLayouts/slideLayout464.xml"/><Relationship Id="rId1" Type="http://schemas.openxmlformats.org/officeDocument/2006/relationships/slideLayout" Target="../slideLayouts/slideLayout463.xml"/><Relationship Id="rId6" Type="http://schemas.openxmlformats.org/officeDocument/2006/relationships/slideLayout" Target="../slideLayouts/slideLayout468.xml"/><Relationship Id="rId11" Type="http://schemas.openxmlformats.org/officeDocument/2006/relationships/slideLayout" Target="../slideLayouts/slideLayout473.xml"/><Relationship Id="rId5" Type="http://schemas.openxmlformats.org/officeDocument/2006/relationships/slideLayout" Target="../slideLayouts/slideLayout467.xml"/><Relationship Id="rId10" Type="http://schemas.openxmlformats.org/officeDocument/2006/relationships/slideLayout" Target="../slideLayouts/slideLayout472.xml"/><Relationship Id="rId4" Type="http://schemas.openxmlformats.org/officeDocument/2006/relationships/slideLayout" Target="../slideLayouts/slideLayout466.xml"/><Relationship Id="rId9" Type="http://schemas.openxmlformats.org/officeDocument/2006/relationships/slideLayout" Target="../slideLayouts/slideLayout471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1.xml"/><Relationship Id="rId3" Type="http://schemas.openxmlformats.org/officeDocument/2006/relationships/slideLayout" Target="../slideLayouts/slideLayout476.xml"/><Relationship Id="rId7" Type="http://schemas.openxmlformats.org/officeDocument/2006/relationships/slideLayout" Target="../slideLayouts/slideLayout480.xml"/><Relationship Id="rId12" Type="http://schemas.openxmlformats.org/officeDocument/2006/relationships/theme" Target="../theme/theme44.xml"/><Relationship Id="rId2" Type="http://schemas.openxmlformats.org/officeDocument/2006/relationships/slideLayout" Target="../slideLayouts/slideLayout475.xml"/><Relationship Id="rId1" Type="http://schemas.openxmlformats.org/officeDocument/2006/relationships/slideLayout" Target="../slideLayouts/slideLayout474.xml"/><Relationship Id="rId6" Type="http://schemas.openxmlformats.org/officeDocument/2006/relationships/slideLayout" Target="../slideLayouts/slideLayout479.xml"/><Relationship Id="rId11" Type="http://schemas.openxmlformats.org/officeDocument/2006/relationships/slideLayout" Target="../slideLayouts/slideLayout484.xml"/><Relationship Id="rId5" Type="http://schemas.openxmlformats.org/officeDocument/2006/relationships/slideLayout" Target="../slideLayouts/slideLayout478.xml"/><Relationship Id="rId10" Type="http://schemas.openxmlformats.org/officeDocument/2006/relationships/slideLayout" Target="../slideLayouts/slideLayout483.xml"/><Relationship Id="rId4" Type="http://schemas.openxmlformats.org/officeDocument/2006/relationships/slideLayout" Target="../slideLayouts/slideLayout477.xml"/><Relationship Id="rId9" Type="http://schemas.openxmlformats.org/officeDocument/2006/relationships/slideLayout" Target="../slideLayouts/slideLayout482.xml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2.xml"/><Relationship Id="rId3" Type="http://schemas.openxmlformats.org/officeDocument/2006/relationships/slideLayout" Target="../slideLayouts/slideLayout487.xml"/><Relationship Id="rId7" Type="http://schemas.openxmlformats.org/officeDocument/2006/relationships/slideLayout" Target="../slideLayouts/slideLayout491.xml"/><Relationship Id="rId12" Type="http://schemas.openxmlformats.org/officeDocument/2006/relationships/theme" Target="../theme/theme45.xml"/><Relationship Id="rId2" Type="http://schemas.openxmlformats.org/officeDocument/2006/relationships/slideLayout" Target="../slideLayouts/slideLayout486.xml"/><Relationship Id="rId1" Type="http://schemas.openxmlformats.org/officeDocument/2006/relationships/slideLayout" Target="../slideLayouts/slideLayout485.xml"/><Relationship Id="rId6" Type="http://schemas.openxmlformats.org/officeDocument/2006/relationships/slideLayout" Target="../slideLayouts/slideLayout490.xml"/><Relationship Id="rId11" Type="http://schemas.openxmlformats.org/officeDocument/2006/relationships/slideLayout" Target="../slideLayouts/slideLayout495.xml"/><Relationship Id="rId5" Type="http://schemas.openxmlformats.org/officeDocument/2006/relationships/slideLayout" Target="../slideLayouts/slideLayout489.xml"/><Relationship Id="rId10" Type="http://schemas.openxmlformats.org/officeDocument/2006/relationships/slideLayout" Target="../slideLayouts/slideLayout494.xml"/><Relationship Id="rId4" Type="http://schemas.openxmlformats.org/officeDocument/2006/relationships/slideLayout" Target="../slideLayouts/slideLayout488.xml"/><Relationship Id="rId9" Type="http://schemas.openxmlformats.org/officeDocument/2006/relationships/slideLayout" Target="../slideLayouts/slideLayout493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3.xml"/><Relationship Id="rId3" Type="http://schemas.openxmlformats.org/officeDocument/2006/relationships/slideLayout" Target="../slideLayouts/slideLayout498.xml"/><Relationship Id="rId7" Type="http://schemas.openxmlformats.org/officeDocument/2006/relationships/slideLayout" Target="../slideLayouts/slideLayout502.xml"/><Relationship Id="rId12" Type="http://schemas.openxmlformats.org/officeDocument/2006/relationships/theme" Target="../theme/theme46.xml"/><Relationship Id="rId2" Type="http://schemas.openxmlformats.org/officeDocument/2006/relationships/slideLayout" Target="../slideLayouts/slideLayout497.xml"/><Relationship Id="rId1" Type="http://schemas.openxmlformats.org/officeDocument/2006/relationships/slideLayout" Target="../slideLayouts/slideLayout496.xml"/><Relationship Id="rId6" Type="http://schemas.openxmlformats.org/officeDocument/2006/relationships/slideLayout" Target="../slideLayouts/slideLayout501.xml"/><Relationship Id="rId11" Type="http://schemas.openxmlformats.org/officeDocument/2006/relationships/slideLayout" Target="../slideLayouts/slideLayout506.xml"/><Relationship Id="rId5" Type="http://schemas.openxmlformats.org/officeDocument/2006/relationships/slideLayout" Target="../slideLayouts/slideLayout500.xml"/><Relationship Id="rId10" Type="http://schemas.openxmlformats.org/officeDocument/2006/relationships/slideLayout" Target="../slideLayouts/slideLayout505.xml"/><Relationship Id="rId4" Type="http://schemas.openxmlformats.org/officeDocument/2006/relationships/slideLayout" Target="../slideLayouts/slideLayout499.xml"/><Relationship Id="rId9" Type="http://schemas.openxmlformats.org/officeDocument/2006/relationships/slideLayout" Target="../slideLayouts/slideLayout504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4.xml"/><Relationship Id="rId3" Type="http://schemas.openxmlformats.org/officeDocument/2006/relationships/slideLayout" Target="../slideLayouts/slideLayout509.xml"/><Relationship Id="rId7" Type="http://schemas.openxmlformats.org/officeDocument/2006/relationships/slideLayout" Target="../slideLayouts/slideLayout513.xml"/><Relationship Id="rId12" Type="http://schemas.openxmlformats.org/officeDocument/2006/relationships/theme" Target="../theme/theme47.xml"/><Relationship Id="rId2" Type="http://schemas.openxmlformats.org/officeDocument/2006/relationships/slideLayout" Target="../slideLayouts/slideLayout508.xml"/><Relationship Id="rId1" Type="http://schemas.openxmlformats.org/officeDocument/2006/relationships/slideLayout" Target="../slideLayouts/slideLayout507.xml"/><Relationship Id="rId6" Type="http://schemas.openxmlformats.org/officeDocument/2006/relationships/slideLayout" Target="../slideLayouts/slideLayout512.xml"/><Relationship Id="rId11" Type="http://schemas.openxmlformats.org/officeDocument/2006/relationships/slideLayout" Target="../slideLayouts/slideLayout517.xml"/><Relationship Id="rId5" Type="http://schemas.openxmlformats.org/officeDocument/2006/relationships/slideLayout" Target="../slideLayouts/slideLayout511.xml"/><Relationship Id="rId10" Type="http://schemas.openxmlformats.org/officeDocument/2006/relationships/slideLayout" Target="../slideLayouts/slideLayout516.xml"/><Relationship Id="rId4" Type="http://schemas.openxmlformats.org/officeDocument/2006/relationships/slideLayout" Target="../slideLayouts/slideLayout510.xml"/><Relationship Id="rId9" Type="http://schemas.openxmlformats.org/officeDocument/2006/relationships/slideLayout" Target="../slideLayouts/slideLayout515.xml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5.xml"/><Relationship Id="rId3" Type="http://schemas.openxmlformats.org/officeDocument/2006/relationships/slideLayout" Target="../slideLayouts/slideLayout520.xml"/><Relationship Id="rId7" Type="http://schemas.openxmlformats.org/officeDocument/2006/relationships/slideLayout" Target="../slideLayouts/slideLayout524.xml"/><Relationship Id="rId12" Type="http://schemas.openxmlformats.org/officeDocument/2006/relationships/theme" Target="../theme/theme48.xml"/><Relationship Id="rId2" Type="http://schemas.openxmlformats.org/officeDocument/2006/relationships/slideLayout" Target="../slideLayouts/slideLayout519.xml"/><Relationship Id="rId1" Type="http://schemas.openxmlformats.org/officeDocument/2006/relationships/slideLayout" Target="../slideLayouts/slideLayout518.xml"/><Relationship Id="rId6" Type="http://schemas.openxmlformats.org/officeDocument/2006/relationships/slideLayout" Target="../slideLayouts/slideLayout523.xml"/><Relationship Id="rId11" Type="http://schemas.openxmlformats.org/officeDocument/2006/relationships/slideLayout" Target="../slideLayouts/slideLayout528.xml"/><Relationship Id="rId5" Type="http://schemas.openxmlformats.org/officeDocument/2006/relationships/slideLayout" Target="../slideLayouts/slideLayout522.xml"/><Relationship Id="rId10" Type="http://schemas.openxmlformats.org/officeDocument/2006/relationships/slideLayout" Target="../slideLayouts/slideLayout527.xml"/><Relationship Id="rId4" Type="http://schemas.openxmlformats.org/officeDocument/2006/relationships/slideLayout" Target="../slideLayouts/slideLayout521.xml"/><Relationship Id="rId9" Type="http://schemas.openxmlformats.org/officeDocument/2006/relationships/slideLayout" Target="../slideLayouts/slideLayout526.xml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6.xml"/><Relationship Id="rId3" Type="http://schemas.openxmlformats.org/officeDocument/2006/relationships/slideLayout" Target="../slideLayouts/slideLayout531.xml"/><Relationship Id="rId7" Type="http://schemas.openxmlformats.org/officeDocument/2006/relationships/slideLayout" Target="../slideLayouts/slideLayout535.xml"/><Relationship Id="rId12" Type="http://schemas.openxmlformats.org/officeDocument/2006/relationships/theme" Target="../theme/theme49.xml"/><Relationship Id="rId2" Type="http://schemas.openxmlformats.org/officeDocument/2006/relationships/slideLayout" Target="../slideLayouts/slideLayout530.xml"/><Relationship Id="rId1" Type="http://schemas.openxmlformats.org/officeDocument/2006/relationships/slideLayout" Target="../slideLayouts/slideLayout529.xml"/><Relationship Id="rId6" Type="http://schemas.openxmlformats.org/officeDocument/2006/relationships/slideLayout" Target="../slideLayouts/slideLayout534.xml"/><Relationship Id="rId11" Type="http://schemas.openxmlformats.org/officeDocument/2006/relationships/slideLayout" Target="../slideLayouts/slideLayout539.xml"/><Relationship Id="rId5" Type="http://schemas.openxmlformats.org/officeDocument/2006/relationships/slideLayout" Target="../slideLayouts/slideLayout533.xml"/><Relationship Id="rId10" Type="http://schemas.openxmlformats.org/officeDocument/2006/relationships/slideLayout" Target="../slideLayouts/slideLayout538.xml"/><Relationship Id="rId4" Type="http://schemas.openxmlformats.org/officeDocument/2006/relationships/slideLayout" Target="../slideLayouts/slideLayout532.xml"/><Relationship Id="rId9" Type="http://schemas.openxmlformats.org/officeDocument/2006/relationships/slideLayout" Target="../slideLayouts/slideLayout537.xml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7.xml"/><Relationship Id="rId3" Type="http://schemas.openxmlformats.org/officeDocument/2006/relationships/slideLayout" Target="../slideLayouts/slideLayout542.xml"/><Relationship Id="rId7" Type="http://schemas.openxmlformats.org/officeDocument/2006/relationships/slideLayout" Target="../slideLayouts/slideLayout546.xml"/><Relationship Id="rId12" Type="http://schemas.openxmlformats.org/officeDocument/2006/relationships/theme" Target="../theme/theme50.xml"/><Relationship Id="rId2" Type="http://schemas.openxmlformats.org/officeDocument/2006/relationships/slideLayout" Target="../slideLayouts/slideLayout541.xml"/><Relationship Id="rId1" Type="http://schemas.openxmlformats.org/officeDocument/2006/relationships/slideLayout" Target="../slideLayouts/slideLayout540.xml"/><Relationship Id="rId6" Type="http://schemas.openxmlformats.org/officeDocument/2006/relationships/slideLayout" Target="../slideLayouts/slideLayout545.xml"/><Relationship Id="rId11" Type="http://schemas.openxmlformats.org/officeDocument/2006/relationships/slideLayout" Target="../slideLayouts/slideLayout550.xml"/><Relationship Id="rId5" Type="http://schemas.openxmlformats.org/officeDocument/2006/relationships/slideLayout" Target="../slideLayouts/slideLayout544.xml"/><Relationship Id="rId10" Type="http://schemas.openxmlformats.org/officeDocument/2006/relationships/slideLayout" Target="../slideLayouts/slideLayout549.xml"/><Relationship Id="rId4" Type="http://schemas.openxmlformats.org/officeDocument/2006/relationships/slideLayout" Target="../slideLayouts/slideLayout543.xml"/><Relationship Id="rId9" Type="http://schemas.openxmlformats.org/officeDocument/2006/relationships/slideLayout" Target="../slideLayouts/slideLayout548.xml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8.xml"/><Relationship Id="rId3" Type="http://schemas.openxmlformats.org/officeDocument/2006/relationships/slideLayout" Target="../slideLayouts/slideLayout553.xml"/><Relationship Id="rId7" Type="http://schemas.openxmlformats.org/officeDocument/2006/relationships/slideLayout" Target="../slideLayouts/slideLayout557.xml"/><Relationship Id="rId12" Type="http://schemas.openxmlformats.org/officeDocument/2006/relationships/theme" Target="../theme/theme51.xml"/><Relationship Id="rId2" Type="http://schemas.openxmlformats.org/officeDocument/2006/relationships/slideLayout" Target="../slideLayouts/slideLayout552.xml"/><Relationship Id="rId1" Type="http://schemas.openxmlformats.org/officeDocument/2006/relationships/slideLayout" Target="../slideLayouts/slideLayout551.xml"/><Relationship Id="rId6" Type="http://schemas.openxmlformats.org/officeDocument/2006/relationships/slideLayout" Target="../slideLayouts/slideLayout556.xml"/><Relationship Id="rId11" Type="http://schemas.openxmlformats.org/officeDocument/2006/relationships/slideLayout" Target="../slideLayouts/slideLayout561.xml"/><Relationship Id="rId5" Type="http://schemas.openxmlformats.org/officeDocument/2006/relationships/slideLayout" Target="../slideLayouts/slideLayout555.xml"/><Relationship Id="rId10" Type="http://schemas.openxmlformats.org/officeDocument/2006/relationships/slideLayout" Target="../slideLayouts/slideLayout560.xml"/><Relationship Id="rId4" Type="http://schemas.openxmlformats.org/officeDocument/2006/relationships/slideLayout" Target="../slideLayouts/slideLayout554.xml"/><Relationship Id="rId9" Type="http://schemas.openxmlformats.org/officeDocument/2006/relationships/slideLayout" Target="../slideLayouts/slideLayout559.xml"/></Relationships>
</file>

<file path=ppt/slideMasters/_rels/slideMaster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9.xml"/><Relationship Id="rId3" Type="http://schemas.openxmlformats.org/officeDocument/2006/relationships/slideLayout" Target="../slideLayouts/slideLayout564.xml"/><Relationship Id="rId7" Type="http://schemas.openxmlformats.org/officeDocument/2006/relationships/slideLayout" Target="../slideLayouts/slideLayout568.xml"/><Relationship Id="rId12" Type="http://schemas.openxmlformats.org/officeDocument/2006/relationships/theme" Target="../theme/theme52.xml"/><Relationship Id="rId2" Type="http://schemas.openxmlformats.org/officeDocument/2006/relationships/slideLayout" Target="../slideLayouts/slideLayout563.xml"/><Relationship Id="rId1" Type="http://schemas.openxmlformats.org/officeDocument/2006/relationships/slideLayout" Target="../slideLayouts/slideLayout562.xml"/><Relationship Id="rId6" Type="http://schemas.openxmlformats.org/officeDocument/2006/relationships/slideLayout" Target="../slideLayouts/slideLayout567.xml"/><Relationship Id="rId11" Type="http://schemas.openxmlformats.org/officeDocument/2006/relationships/slideLayout" Target="../slideLayouts/slideLayout572.xml"/><Relationship Id="rId5" Type="http://schemas.openxmlformats.org/officeDocument/2006/relationships/slideLayout" Target="../slideLayouts/slideLayout566.xml"/><Relationship Id="rId10" Type="http://schemas.openxmlformats.org/officeDocument/2006/relationships/slideLayout" Target="../slideLayouts/slideLayout571.xml"/><Relationship Id="rId4" Type="http://schemas.openxmlformats.org/officeDocument/2006/relationships/slideLayout" Target="../slideLayouts/slideLayout565.xml"/><Relationship Id="rId9" Type="http://schemas.openxmlformats.org/officeDocument/2006/relationships/slideLayout" Target="../slideLayouts/slideLayout570.xml"/></Relationships>
</file>

<file path=ppt/slideMasters/_rels/slideMaster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0.xml"/><Relationship Id="rId3" Type="http://schemas.openxmlformats.org/officeDocument/2006/relationships/slideLayout" Target="../slideLayouts/slideLayout575.xml"/><Relationship Id="rId7" Type="http://schemas.openxmlformats.org/officeDocument/2006/relationships/slideLayout" Target="../slideLayouts/slideLayout579.xml"/><Relationship Id="rId12" Type="http://schemas.openxmlformats.org/officeDocument/2006/relationships/theme" Target="../theme/theme53.xml"/><Relationship Id="rId2" Type="http://schemas.openxmlformats.org/officeDocument/2006/relationships/slideLayout" Target="../slideLayouts/slideLayout574.xml"/><Relationship Id="rId1" Type="http://schemas.openxmlformats.org/officeDocument/2006/relationships/slideLayout" Target="../slideLayouts/slideLayout573.xml"/><Relationship Id="rId6" Type="http://schemas.openxmlformats.org/officeDocument/2006/relationships/slideLayout" Target="../slideLayouts/slideLayout578.xml"/><Relationship Id="rId11" Type="http://schemas.openxmlformats.org/officeDocument/2006/relationships/slideLayout" Target="../slideLayouts/slideLayout583.xml"/><Relationship Id="rId5" Type="http://schemas.openxmlformats.org/officeDocument/2006/relationships/slideLayout" Target="../slideLayouts/slideLayout577.xml"/><Relationship Id="rId10" Type="http://schemas.openxmlformats.org/officeDocument/2006/relationships/slideLayout" Target="../slideLayouts/slideLayout582.xml"/><Relationship Id="rId4" Type="http://schemas.openxmlformats.org/officeDocument/2006/relationships/slideLayout" Target="../slideLayouts/slideLayout576.xml"/><Relationship Id="rId9" Type="http://schemas.openxmlformats.org/officeDocument/2006/relationships/slideLayout" Target="../slideLayouts/slideLayout581.xml"/></Relationships>
</file>

<file path=ppt/slideMasters/_rels/slideMaster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1.xml"/><Relationship Id="rId3" Type="http://schemas.openxmlformats.org/officeDocument/2006/relationships/slideLayout" Target="../slideLayouts/slideLayout586.xml"/><Relationship Id="rId7" Type="http://schemas.openxmlformats.org/officeDocument/2006/relationships/slideLayout" Target="../slideLayouts/slideLayout590.xml"/><Relationship Id="rId12" Type="http://schemas.openxmlformats.org/officeDocument/2006/relationships/theme" Target="../theme/theme54.xml"/><Relationship Id="rId2" Type="http://schemas.openxmlformats.org/officeDocument/2006/relationships/slideLayout" Target="../slideLayouts/slideLayout585.xml"/><Relationship Id="rId1" Type="http://schemas.openxmlformats.org/officeDocument/2006/relationships/slideLayout" Target="../slideLayouts/slideLayout584.xml"/><Relationship Id="rId6" Type="http://schemas.openxmlformats.org/officeDocument/2006/relationships/slideLayout" Target="../slideLayouts/slideLayout589.xml"/><Relationship Id="rId11" Type="http://schemas.openxmlformats.org/officeDocument/2006/relationships/slideLayout" Target="../slideLayouts/slideLayout594.xml"/><Relationship Id="rId5" Type="http://schemas.openxmlformats.org/officeDocument/2006/relationships/slideLayout" Target="../slideLayouts/slideLayout588.xml"/><Relationship Id="rId10" Type="http://schemas.openxmlformats.org/officeDocument/2006/relationships/slideLayout" Target="../slideLayouts/slideLayout593.xml"/><Relationship Id="rId4" Type="http://schemas.openxmlformats.org/officeDocument/2006/relationships/slideLayout" Target="../slideLayouts/slideLayout587.xml"/><Relationship Id="rId9" Type="http://schemas.openxmlformats.org/officeDocument/2006/relationships/slideLayout" Target="../slideLayouts/slideLayout592.xml"/></Relationships>
</file>

<file path=ppt/slideMasters/_rels/slideMaster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2.xml"/><Relationship Id="rId3" Type="http://schemas.openxmlformats.org/officeDocument/2006/relationships/slideLayout" Target="../slideLayouts/slideLayout597.xml"/><Relationship Id="rId7" Type="http://schemas.openxmlformats.org/officeDocument/2006/relationships/slideLayout" Target="../slideLayouts/slideLayout601.xml"/><Relationship Id="rId12" Type="http://schemas.openxmlformats.org/officeDocument/2006/relationships/theme" Target="../theme/theme55.xml"/><Relationship Id="rId2" Type="http://schemas.openxmlformats.org/officeDocument/2006/relationships/slideLayout" Target="../slideLayouts/slideLayout596.xml"/><Relationship Id="rId1" Type="http://schemas.openxmlformats.org/officeDocument/2006/relationships/slideLayout" Target="../slideLayouts/slideLayout595.xml"/><Relationship Id="rId6" Type="http://schemas.openxmlformats.org/officeDocument/2006/relationships/slideLayout" Target="../slideLayouts/slideLayout600.xml"/><Relationship Id="rId11" Type="http://schemas.openxmlformats.org/officeDocument/2006/relationships/slideLayout" Target="../slideLayouts/slideLayout605.xml"/><Relationship Id="rId5" Type="http://schemas.openxmlformats.org/officeDocument/2006/relationships/slideLayout" Target="../slideLayouts/slideLayout599.xml"/><Relationship Id="rId10" Type="http://schemas.openxmlformats.org/officeDocument/2006/relationships/slideLayout" Target="../slideLayouts/slideLayout604.xml"/><Relationship Id="rId4" Type="http://schemas.openxmlformats.org/officeDocument/2006/relationships/slideLayout" Target="../slideLayouts/slideLayout598.xml"/><Relationship Id="rId9" Type="http://schemas.openxmlformats.org/officeDocument/2006/relationships/slideLayout" Target="../slideLayouts/slideLayout603.xml"/></Relationships>
</file>

<file path=ppt/slideMasters/_rels/slideMaster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3.xml"/><Relationship Id="rId3" Type="http://schemas.openxmlformats.org/officeDocument/2006/relationships/slideLayout" Target="../slideLayouts/slideLayout608.xml"/><Relationship Id="rId7" Type="http://schemas.openxmlformats.org/officeDocument/2006/relationships/slideLayout" Target="../slideLayouts/slideLayout612.xml"/><Relationship Id="rId12" Type="http://schemas.openxmlformats.org/officeDocument/2006/relationships/theme" Target="../theme/theme56.xml"/><Relationship Id="rId2" Type="http://schemas.openxmlformats.org/officeDocument/2006/relationships/slideLayout" Target="../slideLayouts/slideLayout607.xml"/><Relationship Id="rId1" Type="http://schemas.openxmlformats.org/officeDocument/2006/relationships/slideLayout" Target="../slideLayouts/slideLayout606.xml"/><Relationship Id="rId6" Type="http://schemas.openxmlformats.org/officeDocument/2006/relationships/slideLayout" Target="../slideLayouts/slideLayout611.xml"/><Relationship Id="rId11" Type="http://schemas.openxmlformats.org/officeDocument/2006/relationships/slideLayout" Target="../slideLayouts/slideLayout616.xml"/><Relationship Id="rId5" Type="http://schemas.openxmlformats.org/officeDocument/2006/relationships/slideLayout" Target="../slideLayouts/slideLayout610.xml"/><Relationship Id="rId10" Type="http://schemas.openxmlformats.org/officeDocument/2006/relationships/slideLayout" Target="../slideLayouts/slideLayout615.xml"/><Relationship Id="rId4" Type="http://schemas.openxmlformats.org/officeDocument/2006/relationships/slideLayout" Target="../slideLayouts/slideLayout609.xml"/><Relationship Id="rId9" Type="http://schemas.openxmlformats.org/officeDocument/2006/relationships/slideLayout" Target="../slideLayouts/slideLayout614.xml"/></Relationships>
</file>

<file path=ppt/slideMasters/_rels/slideMaster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4.xml"/><Relationship Id="rId3" Type="http://schemas.openxmlformats.org/officeDocument/2006/relationships/slideLayout" Target="../slideLayouts/slideLayout619.xml"/><Relationship Id="rId7" Type="http://schemas.openxmlformats.org/officeDocument/2006/relationships/slideLayout" Target="../slideLayouts/slideLayout623.xml"/><Relationship Id="rId12" Type="http://schemas.openxmlformats.org/officeDocument/2006/relationships/theme" Target="../theme/theme57.xml"/><Relationship Id="rId2" Type="http://schemas.openxmlformats.org/officeDocument/2006/relationships/slideLayout" Target="../slideLayouts/slideLayout618.xml"/><Relationship Id="rId1" Type="http://schemas.openxmlformats.org/officeDocument/2006/relationships/slideLayout" Target="../slideLayouts/slideLayout617.xml"/><Relationship Id="rId6" Type="http://schemas.openxmlformats.org/officeDocument/2006/relationships/slideLayout" Target="../slideLayouts/slideLayout622.xml"/><Relationship Id="rId11" Type="http://schemas.openxmlformats.org/officeDocument/2006/relationships/slideLayout" Target="../slideLayouts/slideLayout627.xml"/><Relationship Id="rId5" Type="http://schemas.openxmlformats.org/officeDocument/2006/relationships/slideLayout" Target="../slideLayouts/slideLayout621.xml"/><Relationship Id="rId10" Type="http://schemas.openxmlformats.org/officeDocument/2006/relationships/slideLayout" Target="../slideLayouts/slideLayout626.xml"/><Relationship Id="rId4" Type="http://schemas.openxmlformats.org/officeDocument/2006/relationships/slideLayout" Target="../slideLayouts/slideLayout620.xml"/><Relationship Id="rId9" Type="http://schemas.openxmlformats.org/officeDocument/2006/relationships/slideLayout" Target="../slideLayouts/slideLayout625.xml"/></Relationships>
</file>

<file path=ppt/slideMasters/_rels/slideMaster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5.xml"/><Relationship Id="rId3" Type="http://schemas.openxmlformats.org/officeDocument/2006/relationships/slideLayout" Target="../slideLayouts/slideLayout630.xml"/><Relationship Id="rId7" Type="http://schemas.openxmlformats.org/officeDocument/2006/relationships/slideLayout" Target="../slideLayouts/slideLayout634.xml"/><Relationship Id="rId12" Type="http://schemas.openxmlformats.org/officeDocument/2006/relationships/theme" Target="../theme/theme58.xml"/><Relationship Id="rId2" Type="http://schemas.openxmlformats.org/officeDocument/2006/relationships/slideLayout" Target="../slideLayouts/slideLayout629.xml"/><Relationship Id="rId1" Type="http://schemas.openxmlformats.org/officeDocument/2006/relationships/slideLayout" Target="../slideLayouts/slideLayout628.xml"/><Relationship Id="rId6" Type="http://schemas.openxmlformats.org/officeDocument/2006/relationships/slideLayout" Target="../slideLayouts/slideLayout633.xml"/><Relationship Id="rId11" Type="http://schemas.openxmlformats.org/officeDocument/2006/relationships/slideLayout" Target="../slideLayouts/slideLayout638.xml"/><Relationship Id="rId5" Type="http://schemas.openxmlformats.org/officeDocument/2006/relationships/slideLayout" Target="../slideLayouts/slideLayout632.xml"/><Relationship Id="rId10" Type="http://schemas.openxmlformats.org/officeDocument/2006/relationships/slideLayout" Target="../slideLayouts/slideLayout637.xml"/><Relationship Id="rId4" Type="http://schemas.openxmlformats.org/officeDocument/2006/relationships/slideLayout" Target="../slideLayouts/slideLayout631.xml"/><Relationship Id="rId9" Type="http://schemas.openxmlformats.org/officeDocument/2006/relationships/slideLayout" Target="../slideLayouts/slideLayout636.xml"/></Relationships>
</file>

<file path=ppt/slideMasters/_rels/slideMaster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6.xml"/><Relationship Id="rId3" Type="http://schemas.openxmlformats.org/officeDocument/2006/relationships/slideLayout" Target="../slideLayouts/slideLayout641.xml"/><Relationship Id="rId7" Type="http://schemas.openxmlformats.org/officeDocument/2006/relationships/slideLayout" Target="../slideLayouts/slideLayout645.xml"/><Relationship Id="rId12" Type="http://schemas.openxmlformats.org/officeDocument/2006/relationships/theme" Target="../theme/theme59.xml"/><Relationship Id="rId2" Type="http://schemas.openxmlformats.org/officeDocument/2006/relationships/slideLayout" Target="../slideLayouts/slideLayout640.xml"/><Relationship Id="rId1" Type="http://schemas.openxmlformats.org/officeDocument/2006/relationships/slideLayout" Target="../slideLayouts/slideLayout639.xml"/><Relationship Id="rId6" Type="http://schemas.openxmlformats.org/officeDocument/2006/relationships/slideLayout" Target="../slideLayouts/slideLayout644.xml"/><Relationship Id="rId11" Type="http://schemas.openxmlformats.org/officeDocument/2006/relationships/slideLayout" Target="../slideLayouts/slideLayout649.xml"/><Relationship Id="rId5" Type="http://schemas.openxmlformats.org/officeDocument/2006/relationships/slideLayout" Target="../slideLayouts/slideLayout643.xml"/><Relationship Id="rId10" Type="http://schemas.openxmlformats.org/officeDocument/2006/relationships/slideLayout" Target="../slideLayouts/slideLayout648.xml"/><Relationship Id="rId4" Type="http://schemas.openxmlformats.org/officeDocument/2006/relationships/slideLayout" Target="../slideLayouts/slideLayout642.xml"/><Relationship Id="rId9" Type="http://schemas.openxmlformats.org/officeDocument/2006/relationships/slideLayout" Target="../slideLayouts/slideLayout647.xml"/></Relationships>
</file>

<file path=ppt/slideMasters/_rels/slideMaster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7.xml"/><Relationship Id="rId3" Type="http://schemas.openxmlformats.org/officeDocument/2006/relationships/slideLayout" Target="../slideLayouts/slideLayout652.xml"/><Relationship Id="rId7" Type="http://schemas.openxmlformats.org/officeDocument/2006/relationships/slideLayout" Target="../slideLayouts/slideLayout656.xml"/><Relationship Id="rId12" Type="http://schemas.openxmlformats.org/officeDocument/2006/relationships/theme" Target="../theme/theme60.xml"/><Relationship Id="rId2" Type="http://schemas.openxmlformats.org/officeDocument/2006/relationships/slideLayout" Target="../slideLayouts/slideLayout651.xml"/><Relationship Id="rId1" Type="http://schemas.openxmlformats.org/officeDocument/2006/relationships/slideLayout" Target="../slideLayouts/slideLayout650.xml"/><Relationship Id="rId6" Type="http://schemas.openxmlformats.org/officeDocument/2006/relationships/slideLayout" Target="../slideLayouts/slideLayout655.xml"/><Relationship Id="rId11" Type="http://schemas.openxmlformats.org/officeDocument/2006/relationships/slideLayout" Target="../slideLayouts/slideLayout660.xml"/><Relationship Id="rId5" Type="http://schemas.openxmlformats.org/officeDocument/2006/relationships/slideLayout" Target="../slideLayouts/slideLayout654.xml"/><Relationship Id="rId10" Type="http://schemas.openxmlformats.org/officeDocument/2006/relationships/slideLayout" Target="../slideLayouts/slideLayout659.xml"/><Relationship Id="rId4" Type="http://schemas.openxmlformats.org/officeDocument/2006/relationships/slideLayout" Target="../slideLayouts/slideLayout653.xml"/><Relationship Id="rId9" Type="http://schemas.openxmlformats.org/officeDocument/2006/relationships/slideLayout" Target="../slideLayouts/slideLayout6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02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9504CA71-3CFE-42E8-8311-20059BA4412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3250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3250" cy="4519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27250" cy="4699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5225"/>
            <a:ext cx="2889250" cy="4699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27250" cy="4699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fld id="{E64F6585-26CC-45D8-9BE9-A502F2B5786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766050" cy="10144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451850" cy="5022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400800"/>
            <a:ext cx="1289050" cy="29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1905000" y="6400800"/>
            <a:ext cx="5022850" cy="29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400800"/>
            <a:ext cx="1670050" cy="29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fld id="{72FC70F8-2D77-4181-A6FF-77983C3FC227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8305800" y="152400"/>
            <a:ext cx="633413" cy="984250"/>
            <a:chOff x="5232" y="96"/>
            <a:chExt cx="399" cy="620"/>
          </a:xfrm>
        </p:grpSpPr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5232" y="96"/>
              <a:ext cx="57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5317" y="96"/>
              <a:ext cx="58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5403" y="96"/>
              <a:ext cx="57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5232" y="177"/>
              <a:ext cx="57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5317" y="177"/>
              <a:ext cx="58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5403" y="177"/>
              <a:ext cx="57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5488" y="177"/>
              <a:ext cx="58" cy="5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5232" y="258"/>
              <a:ext cx="57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5317" y="258"/>
              <a:ext cx="58" cy="5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5403" y="258"/>
              <a:ext cx="57" cy="5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5488" y="258"/>
              <a:ext cx="58" cy="5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0" name="Oval 18"/>
            <p:cNvSpPr>
              <a:spLocks noChangeArrowheads="1"/>
            </p:cNvSpPr>
            <p:nvPr/>
          </p:nvSpPr>
          <p:spPr bwMode="auto">
            <a:xfrm>
              <a:off x="5574" y="258"/>
              <a:ext cx="57" cy="5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1" name="Oval 19"/>
            <p:cNvSpPr>
              <a:spLocks noChangeArrowheads="1"/>
            </p:cNvSpPr>
            <p:nvPr/>
          </p:nvSpPr>
          <p:spPr bwMode="auto">
            <a:xfrm>
              <a:off x="5232" y="339"/>
              <a:ext cx="57" cy="5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2" name="Oval 20"/>
            <p:cNvSpPr>
              <a:spLocks noChangeArrowheads="1"/>
            </p:cNvSpPr>
            <p:nvPr/>
          </p:nvSpPr>
          <p:spPr bwMode="auto">
            <a:xfrm>
              <a:off x="5317" y="339"/>
              <a:ext cx="58" cy="5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3" name="Oval 21"/>
            <p:cNvSpPr>
              <a:spLocks noChangeArrowheads="1"/>
            </p:cNvSpPr>
            <p:nvPr/>
          </p:nvSpPr>
          <p:spPr bwMode="auto">
            <a:xfrm>
              <a:off x="5403" y="339"/>
              <a:ext cx="57" cy="5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4" name="Oval 22"/>
            <p:cNvSpPr>
              <a:spLocks noChangeArrowheads="1"/>
            </p:cNvSpPr>
            <p:nvPr/>
          </p:nvSpPr>
          <p:spPr bwMode="auto">
            <a:xfrm>
              <a:off x="5488" y="339"/>
              <a:ext cx="58" cy="5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5" name="Oval 23"/>
            <p:cNvSpPr>
              <a:spLocks noChangeArrowheads="1"/>
            </p:cNvSpPr>
            <p:nvPr/>
          </p:nvSpPr>
          <p:spPr bwMode="auto">
            <a:xfrm>
              <a:off x="5232" y="420"/>
              <a:ext cx="57" cy="5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6" name="Oval 24"/>
            <p:cNvSpPr>
              <a:spLocks noChangeArrowheads="1"/>
            </p:cNvSpPr>
            <p:nvPr/>
          </p:nvSpPr>
          <p:spPr bwMode="auto">
            <a:xfrm>
              <a:off x="5317" y="420"/>
              <a:ext cx="58" cy="5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7" name="Oval 25"/>
            <p:cNvSpPr>
              <a:spLocks noChangeArrowheads="1"/>
            </p:cNvSpPr>
            <p:nvPr/>
          </p:nvSpPr>
          <p:spPr bwMode="auto">
            <a:xfrm>
              <a:off x="5403" y="420"/>
              <a:ext cx="57" cy="5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8" name="Oval 26"/>
            <p:cNvSpPr>
              <a:spLocks noChangeArrowheads="1"/>
            </p:cNvSpPr>
            <p:nvPr/>
          </p:nvSpPr>
          <p:spPr bwMode="auto">
            <a:xfrm>
              <a:off x="5488" y="420"/>
              <a:ext cx="58" cy="5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99" name="Oval 27"/>
            <p:cNvSpPr>
              <a:spLocks noChangeArrowheads="1"/>
            </p:cNvSpPr>
            <p:nvPr/>
          </p:nvSpPr>
          <p:spPr bwMode="auto">
            <a:xfrm>
              <a:off x="5574" y="420"/>
              <a:ext cx="57" cy="53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0" name="Oval 28"/>
            <p:cNvSpPr>
              <a:spLocks noChangeArrowheads="1"/>
            </p:cNvSpPr>
            <p:nvPr/>
          </p:nvSpPr>
          <p:spPr bwMode="auto">
            <a:xfrm>
              <a:off x="5232" y="500"/>
              <a:ext cx="57" cy="5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1" name="Oval 29"/>
            <p:cNvSpPr>
              <a:spLocks noChangeArrowheads="1"/>
            </p:cNvSpPr>
            <p:nvPr/>
          </p:nvSpPr>
          <p:spPr bwMode="auto">
            <a:xfrm>
              <a:off x="5317" y="500"/>
              <a:ext cx="58" cy="5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2" name="Oval 30"/>
            <p:cNvSpPr>
              <a:spLocks noChangeArrowheads="1"/>
            </p:cNvSpPr>
            <p:nvPr/>
          </p:nvSpPr>
          <p:spPr bwMode="auto">
            <a:xfrm>
              <a:off x="5403" y="500"/>
              <a:ext cx="57" cy="5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3" name="Oval 31"/>
            <p:cNvSpPr>
              <a:spLocks noChangeArrowheads="1"/>
            </p:cNvSpPr>
            <p:nvPr/>
          </p:nvSpPr>
          <p:spPr bwMode="auto">
            <a:xfrm>
              <a:off x="5488" y="500"/>
              <a:ext cx="58" cy="54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4" name="Oval 32"/>
            <p:cNvSpPr>
              <a:spLocks noChangeArrowheads="1"/>
            </p:cNvSpPr>
            <p:nvPr/>
          </p:nvSpPr>
          <p:spPr bwMode="auto">
            <a:xfrm>
              <a:off x="5232" y="581"/>
              <a:ext cx="57" cy="5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5317" y="581"/>
              <a:ext cx="58" cy="5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5403" y="581"/>
              <a:ext cx="57" cy="54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7" name="Oval 35"/>
            <p:cNvSpPr>
              <a:spLocks noChangeArrowheads="1"/>
            </p:cNvSpPr>
            <p:nvPr/>
          </p:nvSpPr>
          <p:spPr bwMode="auto">
            <a:xfrm>
              <a:off x="5488" y="581"/>
              <a:ext cx="58" cy="54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8" name="Oval 36"/>
            <p:cNvSpPr>
              <a:spLocks noChangeArrowheads="1"/>
            </p:cNvSpPr>
            <p:nvPr/>
          </p:nvSpPr>
          <p:spPr bwMode="auto">
            <a:xfrm>
              <a:off x="5317" y="662"/>
              <a:ext cx="58" cy="54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09" name="Oval 37"/>
            <p:cNvSpPr>
              <a:spLocks noChangeArrowheads="1"/>
            </p:cNvSpPr>
            <p:nvPr/>
          </p:nvSpPr>
          <p:spPr bwMode="auto">
            <a:xfrm>
              <a:off x="5488" y="662"/>
              <a:ext cx="58" cy="54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6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3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7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4100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346DA271-DFA1-4F3B-840A-03F3BDFDFFB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3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23250" cy="5175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2743200" y="6248400"/>
            <a:ext cx="35750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algn="ctr"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Random Access Memory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781800" y="62484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C5E8A12F-42F8-4896-81FB-12037D354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463550" y="692150"/>
            <a:ext cx="8216900" cy="63500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3333CC"/>
              </a:gs>
              <a:gs pos="100000">
                <a:srgbClr val="969696"/>
              </a:gs>
            </a:gsLst>
            <a:lin ang="5400000" scaled="1"/>
          </a:gra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66050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66050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10/29/98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© Robert Meyer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EFDEE2BB-D4D0-4B3B-9D1A-9FE4B04EC8F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66050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66050" cy="47180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705600" y="63246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t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ea typeface="DejaVu Sans" charset="0"/>
                <a:cs typeface="DejaVu Sans" charset="0"/>
              </a:defRPr>
            </a:lvl1pPr>
          </a:lstStyle>
          <a:p>
            <a:fld id="{C874AB5B-9784-42BD-A49C-AA35B56E614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685800" y="1143000"/>
            <a:ext cx="7772400" cy="1588"/>
          </a:xfrm>
          <a:prstGeom prst="line">
            <a:avLst/>
          </a:prstGeom>
          <a:noFill/>
          <a:ln w="28440" cap="flat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3333CC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6666"/>
                </a:solidFill>
                <a:latin typeface="Arial Black" pitchFamily="32" charset="0"/>
                <a:ea typeface="DejaVu Sans" charset="0"/>
                <a:cs typeface="DejaVu Sans" charset="0"/>
              </a:defRPr>
            </a:lvl1pPr>
          </a:lstStyle>
          <a:p>
            <a:fld id="{91ED5AAD-300F-422F-AFF8-924867FE79AA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0" y="0"/>
            <a:ext cx="9137650" cy="539750"/>
            <a:chOff x="0" y="0"/>
            <a:chExt cx="5756" cy="340"/>
          </a:xfrm>
        </p:grpSpPr>
        <p:sp>
          <p:nvSpPr>
            <p:cNvPr id="819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76" cy="33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260" y="85"/>
              <a:ext cx="5496" cy="16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198" name="Rectangle 6"/>
            <p:cNvSpPr>
              <a:spLocks noChangeArrowheads="1"/>
            </p:cNvSpPr>
            <p:nvPr/>
          </p:nvSpPr>
          <p:spPr bwMode="auto">
            <a:xfrm>
              <a:off x="258" y="85"/>
              <a:ext cx="83" cy="85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199" name="Rectangle 7"/>
            <p:cNvSpPr>
              <a:spLocks noChangeArrowheads="1"/>
            </p:cNvSpPr>
            <p:nvPr/>
          </p:nvSpPr>
          <p:spPr bwMode="auto">
            <a:xfrm>
              <a:off x="345" y="0"/>
              <a:ext cx="84" cy="83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200" name="Rectangle 8"/>
            <p:cNvSpPr>
              <a:spLocks noChangeArrowheads="1"/>
            </p:cNvSpPr>
            <p:nvPr/>
          </p:nvSpPr>
          <p:spPr bwMode="auto">
            <a:xfrm>
              <a:off x="345" y="85"/>
              <a:ext cx="84" cy="85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173" y="173"/>
              <a:ext cx="82" cy="83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83" y="86"/>
              <a:ext cx="85" cy="83"/>
            </a:xfrm>
            <a:prstGeom prst="rect">
              <a:avLst/>
            </a:prstGeom>
            <a:solidFill>
              <a:srgbClr val="00007D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>
              <a:off x="258" y="171"/>
              <a:ext cx="83" cy="83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204" name="Rectangle 12"/>
            <p:cNvSpPr>
              <a:spLocks noChangeArrowheads="1"/>
            </p:cNvSpPr>
            <p:nvPr/>
          </p:nvSpPr>
          <p:spPr bwMode="auto">
            <a:xfrm>
              <a:off x="173" y="258"/>
              <a:ext cx="82" cy="82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205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3250" cy="1365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3250" cy="3879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fld id="{4CBB9386-65BC-4AC1-AC86-AB7E486D19B1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0244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CEFB80DB-9B90-4072-9147-F5B118F7D28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126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126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127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E64C68D-34F7-4703-85A6-1E0ADECA061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9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2292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29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 b="1">
                <a:solidFill>
                  <a:srgbClr val="006666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 b="1">
                <a:solidFill>
                  <a:srgbClr val="006666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D099DA65-1976-43AE-8877-44DC7C40D98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1"/>
          <p:cNvGrpSpPr>
            <a:grpSpLocks/>
          </p:cNvGrpSpPr>
          <p:nvPr/>
        </p:nvGrpSpPr>
        <p:grpSpPr bwMode="auto">
          <a:xfrm>
            <a:off x="-3222625" y="304800"/>
            <a:ext cx="11903075" cy="4718050"/>
            <a:chOff x="-2030" y="192"/>
            <a:chExt cx="7498" cy="2972"/>
          </a:xfrm>
        </p:grpSpPr>
        <p:sp>
          <p:nvSpPr>
            <p:cNvPr id="13314" name="Line 2"/>
            <p:cNvSpPr>
              <a:spLocks noChangeShapeType="1"/>
            </p:cNvSpPr>
            <p:nvPr/>
          </p:nvSpPr>
          <p:spPr bwMode="auto">
            <a:xfrm>
              <a:off x="912" y="1584"/>
              <a:ext cx="4556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331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332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3BF52B05-81B5-4652-A892-A279690742B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Line 1"/>
          <p:cNvSpPr>
            <a:spLocks noChangeShapeType="1"/>
          </p:cNvSpPr>
          <p:nvPr/>
        </p:nvSpPr>
        <p:spPr bwMode="auto">
          <a:xfrm>
            <a:off x="7315200" y="1066800"/>
            <a:ext cx="1588" cy="4495800"/>
          </a:xfrm>
          <a:prstGeom prst="line">
            <a:avLst/>
          </a:prstGeom>
          <a:noFill/>
          <a:ln w="936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7493000" y="2992438"/>
            <a:ext cx="1331913" cy="2182812"/>
            <a:chOff x="4720" y="1885"/>
            <a:chExt cx="839" cy="1375"/>
          </a:xfrm>
        </p:grpSpPr>
        <p:sp>
          <p:nvSpPr>
            <p:cNvPr id="14339" name="Oval 3"/>
            <p:cNvSpPr>
              <a:spLocks noChangeArrowheads="1"/>
            </p:cNvSpPr>
            <p:nvPr/>
          </p:nvSpPr>
          <p:spPr bwMode="auto">
            <a:xfrm>
              <a:off x="4720" y="1885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0" name="Oval 4"/>
            <p:cNvSpPr>
              <a:spLocks noChangeArrowheads="1"/>
            </p:cNvSpPr>
            <p:nvPr/>
          </p:nvSpPr>
          <p:spPr bwMode="auto">
            <a:xfrm>
              <a:off x="4899" y="1885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1" name="Oval 5"/>
            <p:cNvSpPr>
              <a:spLocks noChangeArrowheads="1"/>
            </p:cNvSpPr>
            <p:nvPr/>
          </p:nvSpPr>
          <p:spPr bwMode="auto">
            <a:xfrm>
              <a:off x="5078" y="1885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2" name="Oval 6"/>
            <p:cNvSpPr>
              <a:spLocks noChangeArrowheads="1"/>
            </p:cNvSpPr>
            <p:nvPr/>
          </p:nvSpPr>
          <p:spPr bwMode="auto">
            <a:xfrm>
              <a:off x="4720" y="2064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3" name="Oval 7"/>
            <p:cNvSpPr>
              <a:spLocks noChangeArrowheads="1"/>
            </p:cNvSpPr>
            <p:nvPr/>
          </p:nvSpPr>
          <p:spPr bwMode="auto">
            <a:xfrm>
              <a:off x="4899" y="2064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4" name="Oval 8"/>
            <p:cNvSpPr>
              <a:spLocks noChangeArrowheads="1"/>
            </p:cNvSpPr>
            <p:nvPr/>
          </p:nvSpPr>
          <p:spPr bwMode="auto">
            <a:xfrm>
              <a:off x="5078" y="2064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5" name="Oval 9"/>
            <p:cNvSpPr>
              <a:spLocks noChangeArrowheads="1"/>
            </p:cNvSpPr>
            <p:nvPr/>
          </p:nvSpPr>
          <p:spPr bwMode="auto">
            <a:xfrm>
              <a:off x="5257" y="2064"/>
              <a:ext cx="123" cy="12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4720" y="2243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7" name="Oval 11"/>
            <p:cNvSpPr>
              <a:spLocks noChangeArrowheads="1"/>
            </p:cNvSpPr>
            <p:nvPr/>
          </p:nvSpPr>
          <p:spPr bwMode="auto">
            <a:xfrm>
              <a:off x="4899" y="2243"/>
              <a:ext cx="123" cy="123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8" name="Oval 12"/>
            <p:cNvSpPr>
              <a:spLocks noChangeArrowheads="1"/>
            </p:cNvSpPr>
            <p:nvPr/>
          </p:nvSpPr>
          <p:spPr bwMode="auto">
            <a:xfrm>
              <a:off x="5078" y="2243"/>
              <a:ext cx="123" cy="12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9" name="Oval 13"/>
            <p:cNvSpPr>
              <a:spLocks noChangeArrowheads="1"/>
            </p:cNvSpPr>
            <p:nvPr/>
          </p:nvSpPr>
          <p:spPr bwMode="auto">
            <a:xfrm>
              <a:off x="5257" y="2243"/>
              <a:ext cx="123" cy="12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0" name="Oval 14"/>
            <p:cNvSpPr>
              <a:spLocks noChangeArrowheads="1"/>
            </p:cNvSpPr>
            <p:nvPr/>
          </p:nvSpPr>
          <p:spPr bwMode="auto">
            <a:xfrm>
              <a:off x="5436" y="2243"/>
              <a:ext cx="123" cy="12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1" name="Oval 15"/>
            <p:cNvSpPr>
              <a:spLocks noChangeArrowheads="1"/>
            </p:cNvSpPr>
            <p:nvPr/>
          </p:nvSpPr>
          <p:spPr bwMode="auto">
            <a:xfrm>
              <a:off x="4720" y="2421"/>
              <a:ext cx="123" cy="124"/>
            </a:xfrm>
            <a:prstGeom prst="ellipse">
              <a:avLst/>
            </a:prstGeom>
            <a:solidFill>
              <a:srgbClr val="33006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2" name="Oval 16"/>
            <p:cNvSpPr>
              <a:spLocks noChangeArrowheads="1"/>
            </p:cNvSpPr>
            <p:nvPr/>
          </p:nvSpPr>
          <p:spPr bwMode="auto">
            <a:xfrm>
              <a:off x="4899" y="2421"/>
              <a:ext cx="123" cy="12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3" name="Oval 17"/>
            <p:cNvSpPr>
              <a:spLocks noChangeArrowheads="1"/>
            </p:cNvSpPr>
            <p:nvPr/>
          </p:nvSpPr>
          <p:spPr bwMode="auto">
            <a:xfrm>
              <a:off x="5078" y="2421"/>
              <a:ext cx="123" cy="12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4" name="Oval 18"/>
            <p:cNvSpPr>
              <a:spLocks noChangeArrowheads="1"/>
            </p:cNvSpPr>
            <p:nvPr/>
          </p:nvSpPr>
          <p:spPr bwMode="auto">
            <a:xfrm>
              <a:off x="5257" y="2421"/>
              <a:ext cx="123" cy="12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5" name="Oval 19"/>
            <p:cNvSpPr>
              <a:spLocks noChangeArrowheads="1"/>
            </p:cNvSpPr>
            <p:nvPr/>
          </p:nvSpPr>
          <p:spPr bwMode="auto">
            <a:xfrm>
              <a:off x="4720" y="2600"/>
              <a:ext cx="123" cy="12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6" name="Oval 20"/>
            <p:cNvSpPr>
              <a:spLocks noChangeArrowheads="1"/>
            </p:cNvSpPr>
            <p:nvPr/>
          </p:nvSpPr>
          <p:spPr bwMode="auto">
            <a:xfrm>
              <a:off x="4899" y="2600"/>
              <a:ext cx="123" cy="124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7" name="Oval 21"/>
            <p:cNvSpPr>
              <a:spLocks noChangeArrowheads="1"/>
            </p:cNvSpPr>
            <p:nvPr/>
          </p:nvSpPr>
          <p:spPr bwMode="auto">
            <a:xfrm>
              <a:off x="5078" y="2600"/>
              <a:ext cx="123" cy="12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8" name="Oval 22"/>
            <p:cNvSpPr>
              <a:spLocks noChangeArrowheads="1"/>
            </p:cNvSpPr>
            <p:nvPr/>
          </p:nvSpPr>
          <p:spPr bwMode="auto">
            <a:xfrm>
              <a:off x="5257" y="2600"/>
              <a:ext cx="123" cy="124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9" name="Oval 23"/>
            <p:cNvSpPr>
              <a:spLocks noChangeArrowheads="1"/>
            </p:cNvSpPr>
            <p:nvPr/>
          </p:nvSpPr>
          <p:spPr bwMode="auto">
            <a:xfrm>
              <a:off x="5436" y="2600"/>
              <a:ext cx="123" cy="124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0" name="Oval 24"/>
            <p:cNvSpPr>
              <a:spLocks noChangeArrowheads="1"/>
            </p:cNvSpPr>
            <p:nvPr/>
          </p:nvSpPr>
          <p:spPr bwMode="auto">
            <a:xfrm>
              <a:off x="4720" y="2779"/>
              <a:ext cx="123" cy="123"/>
            </a:xfrm>
            <a:prstGeom prst="ellipse">
              <a:avLst/>
            </a:prstGeom>
            <a:solidFill>
              <a:srgbClr val="669999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1" name="Oval 25"/>
            <p:cNvSpPr>
              <a:spLocks noChangeArrowheads="1"/>
            </p:cNvSpPr>
            <p:nvPr/>
          </p:nvSpPr>
          <p:spPr bwMode="auto">
            <a:xfrm>
              <a:off x="4899" y="2779"/>
              <a:ext cx="123" cy="12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2" name="Oval 26"/>
            <p:cNvSpPr>
              <a:spLocks noChangeArrowheads="1"/>
            </p:cNvSpPr>
            <p:nvPr/>
          </p:nvSpPr>
          <p:spPr bwMode="auto">
            <a:xfrm>
              <a:off x="5078" y="2779"/>
              <a:ext cx="123" cy="12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3" name="Oval 27"/>
            <p:cNvSpPr>
              <a:spLocks noChangeArrowheads="1"/>
            </p:cNvSpPr>
            <p:nvPr/>
          </p:nvSpPr>
          <p:spPr bwMode="auto">
            <a:xfrm>
              <a:off x="5257" y="2779"/>
              <a:ext cx="123" cy="123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4" name="Oval 28"/>
            <p:cNvSpPr>
              <a:spLocks noChangeArrowheads="1"/>
            </p:cNvSpPr>
            <p:nvPr/>
          </p:nvSpPr>
          <p:spPr bwMode="auto">
            <a:xfrm>
              <a:off x="4720" y="2958"/>
              <a:ext cx="123" cy="12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5" name="Oval 29"/>
            <p:cNvSpPr>
              <a:spLocks noChangeArrowheads="1"/>
            </p:cNvSpPr>
            <p:nvPr/>
          </p:nvSpPr>
          <p:spPr bwMode="auto">
            <a:xfrm>
              <a:off x="4899" y="2958"/>
              <a:ext cx="123" cy="123"/>
            </a:xfrm>
            <a:prstGeom prst="ellipse">
              <a:avLst/>
            </a:prstGeom>
            <a:solidFill>
              <a:srgbClr val="CCCC00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6" name="Oval 30"/>
            <p:cNvSpPr>
              <a:spLocks noChangeArrowheads="1"/>
            </p:cNvSpPr>
            <p:nvPr/>
          </p:nvSpPr>
          <p:spPr bwMode="auto">
            <a:xfrm>
              <a:off x="5078" y="2958"/>
              <a:ext cx="123" cy="123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7" name="Oval 31"/>
            <p:cNvSpPr>
              <a:spLocks noChangeArrowheads="1"/>
            </p:cNvSpPr>
            <p:nvPr/>
          </p:nvSpPr>
          <p:spPr bwMode="auto">
            <a:xfrm>
              <a:off x="5257" y="2958"/>
              <a:ext cx="123" cy="123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8" name="Oval 32"/>
            <p:cNvSpPr>
              <a:spLocks noChangeArrowheads="1"/>
            </p:cNvSpPr>
            <p:nvPr/>
          </p:nvSpPr>
          <p:spPr bwMode="auto">
            <a:xfrm>
              <a:off x="4899" y="3137"/>
              <a:ext cx="123" cy="123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69" name="Oval 33"/>
            <p:cNvSpPr>
              <a:spLocks noChangeArrowheads="1"/>
            </p:cNvSpPr>
            <p:nvPr/>
          </p:nvSpPr>
          <p:spPr bwMode="auto">
            <a:xfrm>
              <a:off x="5257" y="3137"/>
              <a:ext cx="123" cy="123"/>
            </a:xfrm>
            <a:prstGeom prst="ellipse">
              <a:avLst/>
            </a:prstGeom>
            <a:solidFill>
              <a:srgbClr val="D8D8E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14370" name="Line 34"/>
          <p:cNvSpPr>
            <a:spLocks noChangeShapeType="1"/>
          </p:cNvSpPr>
          <p:nvPr/>
        </p:nvSpPr>
        <p:spPr bwMode="auto">
          <a:xfrm>
            <a:off x="304800" y="2819400"/>
            <a:ext cx="8229600" cy="1588"/>
          </a:xfrm>
          <a:prstGeom prst="line">
            <a:avLst/>
          </a:prstGeom>
          <a:noFill/>
          <a:ln w="648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4371" name="Rectangle 3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766050" cy="10144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4372" name="Rectangle 3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451850" cy="5022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4373" name="Rectangle 3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984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4374" name="Rectangle 38"/>
          <p:cNvSpPr>
            <a:spLocks noGrp="1" noChangeArrowheads="1"/>
          </p:cNvSpPr>
          <p:nvPr>
            <p:ph type="ftr"/>
          </p:nvPr>
        </p:nvSpPr>
        <p:spPr bwMode="auto">
          <a:xfrm>
            <a:off x="1524000" y="6248400"/>
            <a:ext cx="6089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4375" name="Rectangle 39"/>
          <p:cNvSpPr>
            <a:spLocks noGrp="1" noChangeArrowheads="1"/>
          </p:cNvSpPr>
          <p:nvPr>
            <p:ph type="sldNum"/>
          </p:nvPr>
        </p:nvSpPr>
        <p:spPr bwMode="auto">
          <a:xfrm>
            <a:off x="7848600" y="6248400"/>
            <a:ext cx="8318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fld id="{6C0A1F04-A8DC-4CF7-B912-D2A9989ADA7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 b="1">
          <a:solidFill>
            <a:srgbClr val="330066"/>
          </a:solidFill>
          <a:latin typeface="Arial" charset="0"/>
          <a:cs typeface="Arial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6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3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1"/>
          <p:cNvGrpSpPr>
            <a:grpSpLocks/>
          </p:cNvGrpSpPr>
          <p:nvPr/>
        </p:nvGrpSpPr>
        <p:grpSpPr bwMode="auto">
          <a:xfrm>
            <a:off x="-3222625" y="304800"/>
            <a:ext cx="11903075" cy="4718050"/>
            <a:chOff x="-2030" y="192"/>
            <a:chExt cx="7498" cy="2972"/>
          </a:xfrm>
        </p:grpSpPr>
        <p:sp>
          <p:nvSpPr>
            <p:cNvPr id="15362" name="Line 2"/>
            <p:cNvSpPr>
              <a:spLocks noChangeShapeType="1"/>
            </p:cNvSpPr>
            <p:nvPr/>
          </p:nvSpPr>
          <p:spPr bwMode="auto">
            <a:xfrm>
              <a:off x="912" y="1584"/>
              <a:ext cx="4556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536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536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536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3B2CB0D5-07B5-41FC-824D-A858CED6BC9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638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638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639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276CFD7-60AB-4DF3-BF5E-DF43506E675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7412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74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741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9FFD9C40-0543-4A51-99D1-619B582011C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843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844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C4FD661A-FFA0-4406-A9A5-8593357A64B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19460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1946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1946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112BA64-15CB-45DF-882A-D90B094998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0484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048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048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B2F7AE57-1F46-4BDB-8979-9E02CDAFDD6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150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151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151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7DBDB599-629D-49A4-8610-93CC6DAEEE3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25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A4D32845-6593-46D6-9F70-D7F6F9D95C7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16D50C02-994A-4A4B-86D7-2823428B086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45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458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458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E6337B9A-7376-4D43-A85A-6F0DD61FEB3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1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5604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56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560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52C9F9B6-DCDE-47E1-8D65-57E2D289751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2662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2663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2663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920AE79D-64EC-4303-A0CC-F74A79F8532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463550" y="844550"/>
            <a:ext cx="8216900" cy="63500"/>
          </a:xfrm>
          <a:prstGeom prst="rect">
            <a:avLst/>
          </a:prstGeom>
          <a:gradFill rotWithShape="0">
            <a:gsLst>
              <a:gs pos="0">
                <a:srgbClr val="969696"/>
              </a:gs>
              <a:gs pos="50000">
                <a:srgbClr val="3333CC"/>
              </a:gs>
              <a:gs pos="100000">
                <a:srgbClr val="969696"/>
              </a:gs>
            </a:gsLst>
            <a:lin ang="5400000" scaled="1"/>
          </a:gra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3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23250" cy="5175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10/19/20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01CC7704-00CF-407B-AF73-5FDB7AD5453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algn="ctr"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Random Access Memory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</p:sldLayoutIdLst>
  <p:hf sldNum="0" hd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2pPr>
      <a:lvl3pPr marL="1143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3pPr>
      <a:lvl4pPr marL="1600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4pPr>
      <a:lvl5pPr marL="20574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Comic Sans MS" pitchFamily="64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381000" y="6248400"/>
            <a:ext cx="2895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28600" y="6172200"/>
            <a:ext cx="2895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1080" rIns="91080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600">
                <a:solidFill>
                  <a:srgbClr val="000000"/>
                </a:solidFill>
                <a:latin typeface="Bradley Hand ITC" pitchFamily="64" charset="0"/>
                <a:ea typeface="Noto Sans CJK SC" charset="0"/>
                <a:cs typeface="Noto Sans CJK SC" charset="0"/>
              </a:rPr>
              <a:t>Courtesy RK Brayton (UCB) and A Kuehlmann (Cadence)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66050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66050" cy="47180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246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t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000">
                <a:solidFill>
                  <a:srgbClr val="000000"/>
                </a:solidFill>
                <a:latin typeface="+mn-lt"/>
                <a:ea typeface="DejaVu Sans" charset="0"/>
                <a:cs typeface="DejaVu Sans" charset="0"/>
              </a:defRPr>
            </a:lvl1pPr>
          </a:lstStyle>
          <a:p>
            <a:fld id="{E1FB5815-7CC4-45AF-A27E-30F7000F8F2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00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3333CC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1"/>
          <p:cNvGrpSpPr>
            <a:grpSpLocks/>
          </p:cNvGrpSpPr>
          <p:nvPr/>
        </p:nvGrpSpPr>
        <p:grpSpPr bwMode="auto">
          <a:xfrm>
            <a:off x="0" y="0"/>
            <a:ext cx="9137650" cy="6851650"/>
            <a:chOff x="0" y="0"/>
            <a:chExt cx="5756" cy="4316"/>
          </a:xfrm>
        </p:grpSpPr>
        <p:sp>
          <p:nvSpPr>
            <p:cNvPr id="29698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2204" cy="431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1081" y="1065"/>
              <a:ext cx="4675" cy="1592"/>
            </a:xfrm>
            <a:prstGeom prst="rect">
              <a:avLst/>
            </a:prstGeom>
            <a:solidFill>
              <a:srgbClr val="00007D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29700" name="Group 4"/>
            <p:cNvGrpSpPr>
              <a:grpSpLocks/>
            </p:cNvGrpSpPr>
            <p:nvPr/>
          </p:nvGrpSpPr>
          <p:grpSpPr bwMode="auto">
            <a:xfrm>
              <a:off x="0" y="672"/>
              <a:ext cx="1802" cy="1985"/>
              <a:chOff x="0" y="672"/>
              <a:chExt cx="1802" cy="1985"/>
            </a:xfrm>
          </p:grpSpPr>
          <p:sp>
            <p:nvSpPr>
              <p:cNvPr id="29701" name="Rectangle 5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59" cy="400"/>
              </a:xfrm>
              <a:prstGeom prst="rect">
                <a:avLst/>
              </a:prstGeom>
              <a:solidFill>
                <a:srgbClr val="9999CC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2" name="Rectangle 6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58" cy="401"/>
              </a:xfrm>
              <a:prstGeom prst="rect">
                <a:avLst/>
              </a:prstGeom>
              <a:solidFill>
                <a:srgbClr val="CCCCE6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3" name="Rectangle 7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5" cy="396"/>
              </a:xfrm>
              <a:prstGeom prst="rect">
                <a:avLst/>
              </a:prstGeom>
              <a:solidFill>
                <a:srgbClr val="CCCCE6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4" name="Rectangle 8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4" cy="400"/>
              </a:xfrm>
              <a:prstGeom prst="rect">
                <a:avLst/>
              </a:prstGeom>
              <a:solidFill>
                <a:srgbClr val="00007D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5" name="Rectangle 9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5" cy="401"/>
              </a:xfrm>
              <a:prstGeom prst="rect">
                <a:avLst/>
              </a:prstGeom>
              <a:solidFill>
                <a:srgbClr val="9999CC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6" name="Rectangle 10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4" cy="395"/>
              </a:xfrm>
              <a:prstGeom prst="rect">
                <a:avLst/>
              </a:prstGeom>
              <a:solidFill>
                <a:srgbClr val="CCCCE6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7" name="Rectangle 11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3" cy="395"/>
              </a:xfrm>
              <a:prstGeom prst="rect">
                <a:avLst/>
              </a:prstGeom>
              <a:solidFill>
                <a:srgbClr val="00007D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8" name="Rectangle 12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58" cy="395"/>
              </a:xfrm>
              <a:prstGeom prst="rect">
                <a:avLst/>
              </a:prstGeom>
              <a:solidFill>
                <a:srgbClr val="9999CC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09" name="Rectangle 13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59" cy="402"/>
              </a:xfrm>
              <a:prstGeom prst="rect">
                <a:avLst/>
              </a:prstGeom>
              <a:solidFill>
                <a:srgbClr val="CCCCE6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9710" name="Rectangle 14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4" cy="402"/>
              </a:xfrm>
              <a:prstGeom prst="rect">
                <a:avLst/>
              </a:prstGeom>
              <a:solidFill>
                <a:srgbClr val="9999CC"/>
              </a:solidFill>
              <a:ln w="9525" cap="flat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</p:grpSp>
      </p:grpSp>
      <p:sp>
        <p:nvSpPr>
          <p:cNvPr id="2971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3250" cy="1365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29712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3250" cy="3879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29715" name="Rectangle 1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Arial Black" pitchFamily="32" charset="0"/>
                <a:ea typeface="DejaVu Sans" charset="0"/>
                <a:cs typeface="DejaVu Sans" charset="0"/>
              </a:defRPr>
            </a:lvl1pPr>
          </a:lstStyle>
          <a:p>
            <a:fld id="{523367C2-631D-43A7-80D5-886E332D21D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1" name="Group 1"/>
          <p:cNvGrpSpPr>
            <a:grpSpLocks/>
          </p:cNvGrpSpPr>
          <p:nvPr/>
        </p:nvGrpSpPr>
        <p:grpSpPr bwMode="auto">
          <a:xfrm>
            <a:off x="0" y="0"/>
            <a:ext cx="9137650" cy="539750"/>
            <a:chOff x="0" y="0"/>
            <a:chExt cx="5756" cy="340"/>
          </a:xfrm>
        </p:grpSpPr>
        <p:sp>
          <p:nvSpPr>
            <p:cNvPr id="30722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176" cy="33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3" name="Rectangle 3"/>
            <p:cNvSpPr>
              <a:spLocks noChangeArrowheads="1"/>
            </p:cNvSpPr>
            <p:nvPr/>
          </p:nvSpPr>
          <p:spPr bwMode="auto">
            <a:xfrm>
              <a:off x="260" y="85"/>
              <a:ext cx="5496" cy="16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4" name="Rectangle 4"/>
            <p:cNvSpPr>
              <a:spLocks noChangeArrowheads="1"/>
            </p:cNvSpPr>
            <p:nvPr/>
          </p:nvSpPr>
          <p:spPr bwMode="auto">
            <a:xfrm>
              <a:off x="258" y="85"/>
              <a:ext cx="83" cy="85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5" name="Rectangle 5"/>
            <p:cNvSpPr>
              <a:spLocks noChangeArrowheads="1"/>
            </p:cNvSpPr>
            <p:nvPr/>
          </p:nvSpPr>
          <p:spPr bwMode="auto">
            <a:xfrm>
              <a:off x="345" y="0"/>
              <a:ext cx="84" cy="83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6" name="Rectangle 6"/>
            <p:cNvSpPr>
              <a:spLocks noChangeArrowheads="1"/>
            </p:cNvSpPr>
            <p:nvPr/>
          </p:nvSpPr>
          <p:spPr bwMode="auto">
            <a:xfrm>
              <a:off x="345" y="85"/>
              <a:ext cx="84" cy="85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7" name="Rectangle 7"/>
            <p:cNvSpPr>
              <a:spLocks noChangeArrowheads="1"/>
            </p:cNvSpPr>
            <p:nvPr/>
          </p:nvSpPr>
          <p:spPr bwMode="auto">
            <a:xfrm>
              <a:off x="173" y="173"/>
              <a:ext cx="82" cy="83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8" name="Rectangle 8"/>
            <p:cNvSpPr>
              <a:spLocks noChangeArrowheads="1"/>
            </p:cNvSpPr>
            <p:nvPr/>
          </p:nvSpPr>
          <p:spPr bwMode="auto">
            <a:xfrm>
              <a:off x="83" y="86"/>
              <a:ext cx="85" cy="83"/>
            </a:xfrm>
            <a:prstGeom prst="rect">
              <a:avLst/>
            </a:prstGeom>
            <a:solidFill>
              <a:srgbClr val="00007D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29" name="Rectangle 9"/>
            <p:cNvSpPr>
              <a:spLocks noChangeArrowheads="1"/>
            </p:cNvSpPr>
            <p:nvPr/>
          </p:nvSpPr>
          <p:spPr bwMode="auto">
            <a:xfrm>
              <a:off x="258" y="171"/>
              <a:ext cx="83" cy="83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30" name="Rectangle 10"/>
            <p:cNvSpPr>
              <a:spLocks noChangeArrowheads="1"/>
            </p:cNvSpPr>
            <p:nvPr/>
          </p:nvSpPr>
          <p:spPr bwMode="auto">
            <a:xfrm>
              <a:off x="173" y="258"/>
              <a:ext cx="82" cy="82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3073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3250" cy="1365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0732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3250" cy="3879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5" name="Group 1"/>
          <p:cNvGrpSpPr>
            <a:grpSpLocks/>
          </p:cNvGrpSpPr>
          <p:nvPr/>
        </p:nvGrpSpPr>
        <p:grpSpPr bwMode="auto">
          <a:xfrm>
            <a:off x="0" y="0"/>
            <a:ext cx="9137650" cy="539750"/>
            <a:chOff x="0" y="0"/>
            <a:chExt cx="5756" cy="340"/>
          </a:xfrm>
        </p:grpSpPr>
        <p:sp>
          <p:nvSpPr>
            <p:cNvPr id="31746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176" cy="33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47" name="Rectangle 3"/>
            <p:cNvSpPr>
              <a:spLocks noChangeArrowheads="1"/>
            </p:cNvSpPr>
            <p:nvPr/>
          </p:nvSpPr>
          <p:spPr bwMode="auto">
            <a:xfrm>
              <a:off x="260" y="85"/>
              <a:ext cx="5496" cy="16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 scaled="1"/>
            </a:gra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48" name="Rectangle 4"/>
            <p:cNvSpPr>
              <a:spLocks noChangeArrowheads="1"/>
            </p:cNvSpPr>
            <p:nvPr/>
          </p:nvSpPr>
          <p:spPr bwMode="auto">
            <a:xfrm>
              <a:off x="258" y="85"/>
              <a:ext cx="83" cy="85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345" y="0"/>
              <a:ext cx="84" cy="83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50" name="Rectangle 6"/>
            <p:cNvSpPr>
              <a:spLocks noChangeArrowheads="1"/>
            </p:cNvSpPr>
            <p:nvPr/>
          </p:nvSpPr>
          <p:spPr bwMode="auto">
            <a:xfrm>
              <a:off x="345" y="85"/>
              <a:ext cx="84" cy="85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173" y="173"/>
              <a:ext cx="82" cy="83"/>
            </a:xfrm>
            <a:prstGeom prst="rect">
              <a:avLst/>
            </a:prstGeom>
            <a:solidFill>
              <a:srgbClr val="CCCCE6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52" name="Rectangle 8"/>
            <p:cNvSpPr>
              <a:spLocks noChangeArrowheads="1"/>
            </p:cNvSpPr>
            <p:nvPr/>
          </p:nvSpPr>
          <p:spPr bwMode="auto">
            <a:xfrm>
              <a:off x="83" y="86"/>
              <a:ext cx="85" cy="83"/>
            </a:xfrm>
            <a:prstGeom prst="rect">
              <a:avLst/>
            </a:prstGeom>
            <a:solidFill>
              <a:srgbClr val="00007D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53" name="Rectangle 9"/>
            <p:cNvSpPr>
              <a:spLocks noChangeArrowheads="1"/>
            </p:cNvSpPr>
            <p:nvPr/>
          </p:nvSpPr>
          <p:spPr bwMode="auto">
            <a:xfrm>
              <a:off x="258" y="171"/>
              <a:ext cx="83" cy="83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54" name="Rectangle 10"/>
            <p:cNvSpPr>
              <a:spLocks noChangeArrowheads="1"/>
            </p:cNvSpPr>
            <p:nvPr/>
          </p:nvSpPr>
          <p:spPr bwMode="auto">
            <a:xfrm>
              <a:off x="173" y="258"/>
              <a:ext cx="82" cy="82"/>
            </a:xfrm>
            <a:prstGeom prst="rect">
              <a:avLst/>
            </a:prstGeom>
            <a:solidFill>
              <a:srgbClr val="9999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3175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3250" cy="1365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1756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3250" cy="3879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1759" name="Rectangle 15"/>
          <p:cNvSpPr>
            <a:spLocks noGrp="1" noChangeArrowheads="1"/>
          </p:cNvSpPr>
          <p:nvPr>
            <p:ph type="sldNum"/>
          </p:nvPr>
        </p:nvSpPr>
        <p:spPr bwMode="auto">
          <a:xfrm>
            <a:off x="6781800" y="6324600"/>
            <a:ext cx="18986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6666"/>
                </a:solidFill>
                <a:latin typeface="Arial Black" pitchFamily="32" charset="0"/>
                <a:ea typeface="DejaVu Sans" charset="0"/>
                <a:cs typeface="DejaVu Sans" charset="0"/>
              </a:defRPr>
            </a:lvl1pPr>
          </a:lstStyle>
          <a:p>
            <a:fld id="{AE70BA48-B87D-43FB-BA6B-DE25113E381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1547813" y="260350"/>
            <a:ext cx="7196137" cy="13684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 anchorCtr="1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>
                <a:solidFill>
                  <a:srgbClr val="063DE8"/>
                </a:solidFill>
                <a:latin typeface="Times New Roman" pitchFamily="16" charset="0"/>
                <a:cs typeface="Times New Roman" pitchFamily="16" charset="0"/>
              </a:rPr>
              <a:t>Princess Sumaya Univ.</a:t>
            </a:r>
            <a:br>
              <a:rPr lang="en-US" sz="4800">
                <a:solidFill>
                  <a:srgbClr val="063DE8"/>
                </a:solidFill>
                <a:latin typeface="Times New Roman" pitchFamily="16" charset="0"/>
                <a:cs typeface="Times New Roman" pitchFamily="16" charset="0"/>
              </a:rPr>
            </a:br>
            <a:r>
              <a:rPr lang="en-US" sz="3200">
                <a:solidFill>
                  <a:srgbClr val="063DE8"/>
                </a:solidFill>
                <a:latin typeface="Times New Roman" pitchFamily="16" charset="0"/>
                <a:cs typeface="Times New Roman" pitchFamily="16" charset="0"/>
              </a:rPr>
              <a:t>Computer Engineering Dept.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39750" y="404813"/>
            <a:ext cx="1047750" cy="14398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277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  <p:sldLayoutId id="2147484058" r:id="rId10"/>
    <p:sldLayoutId id="2147484059" r:id="rId11"/>
  </p:sldLayoutIdLst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380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380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6F8C9DFA-A637-42B0-9ADC-4DACDD1FACEE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482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482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A071241A-9DEE-4C31-A12D-FA06644DE34C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584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584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A9D85A9C-68AE-47F3-82F9-5FCDADCBBBB1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687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687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3686796A-086B-4B64-8FE5-7855CAB39CC8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789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789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02B341CF-4556-49E6-A087-A5B1F6FABA3D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2" r:id="rId9"/>
    <p:sldLayoutId id="2147484113" r:id="rId10"/>
    <p:sldLayoutId id="2147484114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6AE95349-5056-4A16-B5D6-C789156534F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16" r:id="rId2"/>
    <p:sldLayoutId id="2147484117" r:id="rId3"/>
    <p:sldLayoutId id="2147484118" r:id="rId4"/>
    <p:sldLayoutId id="2147484119" r:id="rId5"/>
    <p:sldLayoutId id="2147484120" r:id="rId6"/>
    <p:sldLayoutId id="2147484121" r:id="rId7"/>
    <p:sldLayoutId id="2147484122" r:id="rId8"/>
    <p:sldLayoutId id="2147484123" r:id="rId9"/>
    <p:sldLayoutId id="2147484124" r:id="rId10"/>
    <p:sldLayoutId id="2147484125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994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3994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EFAA47A3-4B22-46E0-BC43-D294C9ADCC9B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096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2E397026-B42D-4EB2-BF6C-77329414B04A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7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4199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199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0266A040-3B1C-4C9B-9B65-A432ADDCC205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8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301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FC71B7D3-A0D1-46DC-A95F-D2A7D15D88A7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65" r:id="rId7"/>
    <p:sldLayoutId id="2147484166" r:id="rId8"/>
    <p:sldLayoutId id="2147484167" r:id="rId9"/>
    <p:sldLayoutId id="2147484168" r:id="rId10"/>
    <p:sldLayoutId id="2147484169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Line 1"/>
          <p:cNvSpPr>
            <a:spLocks noChangeShapeType="1"/>
          </p:cNvSpPr>
          <p:nvPr/>
        </p:nvSpPr>
        <p:spPr bwMode="auto">
          <a:xfrm>
            <a:off x="971550" y="908050"/>
            <a:ext cx="7920038" cy="1588"/>
          </a:xfrm>
          <a:prstGeom prst="line">
            <a:avLst/>
          </a:prstGeom>
          <a:noFill/>
          <a:ln w="5724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537325" y="6437313"/>
            <a:ext cx="2225675" cy="3667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0825" y="188913"/>
            <a:ext cx="525463" cy="7207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971550" y="188913"/>
            <a:ext cx="7921625" cy="384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8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400" i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6" charset="0"/>
                <a:cs typeface="Times New Roman" pitchFamily="16" charset="0"/>
              </a:rPr>
              <a:t>Princess Sumaya University	   4241 – Digital Logic Design	        Computer Engineering Dept.</a:t>
            </a:r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425450"/>
            <a:ext cx="7915275" cy="415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89025"/>
            <a:ext cx="8274050" cy="43640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63360" tIns="25560" rIns="63360" bIns="25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250825" y="6308725"/>
            <a:ext cx="2520950" cy="288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4404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32138" y="6308725"/>
            <a:ext cx="3305175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r>
              <a:rPr lang="en-CA"/>
              <a:t>© 2016 Pearson Education, Inc., Hoboken, NJ. All rights reserved.</a:t>
            </a:r>
          </a:p>
        </p:txBody>
      </p:sp>
      <p:sp>
        <p:nvSpPr>
          <p:cNvPr id="4404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7854950" y="6408738"/>
            <a:ext cx="1192213" cy="2825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defRPr>
            </a:lvl1pPr>
          </a:lstStyle>
          <a:p>
            <a:fld id="{3E972BBF-1A84-4815-BA1F-7AA609A48E99}" type="slidenum">
              <a:rPr lang="en-US"/>
              <a:pPr/>
              <a:t>‹#›</a:t>
            </a:fld>
            <a:r>
              <a:rPr lang="en-US"/>
              <a:t> / 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71" r:id="rId2"/>
    <p:sldLayoutId id="2147484172" r:id="rId3"/>
    <p:sldLayoutId id="2147484173" r:id="rId4"/>
    <p:sldLayoutId id="2147484174" r:id="rId5"/>
    <p:sldLayoutId id="2147484175" r:id="rId6"/>
    <p:sldLayoutId id="2147484176" r:id="rId7"/>
    <p:sldLayoutId id="2147484177" r:id="rId8"/>
    <p:sldLayoutId id="2147484178" r:id="rId9"/>
    <p:sldLayoutId id="2147484179" r:id="rId10"/>
    <p:sldLayoutId id="2147484180" r:id="rId11"/>
  </p:sldLayoutIdLst>
  <p:hf sldNum="0" hdr="0" dt="0"/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2pPr>
      <a:lvl3pPr marL="1143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3pPr>
      <a:lvl4pPr marL="1600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4pPr>
      <a:lvl5pPr marL="20574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5pPr>
      <a:lvl6pPr marL="25146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6pPr>
      <a:lvl7pPr marL="29718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7pPr>
      <a:lvl8pPr marL="34290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8pPr>
      <a:lvl9pPr marL="3886200" indent="-228600"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C0128"/>
          </a:solidFill>
          <a:latin typeface="Times New Roman" pitchFamily="16" charset="0"/>
          <a:cs typeface="Times New Roman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17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63DE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1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12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 b="1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Group 1"/>
          <p:cNvGrpSpPr>
            <a:grpSpLocks/>
          </p:cNvGrpSpPr>
          <p:nvPr/>
        </p:nvGrpSpPr>
        <p:grpSpPr bwMode="auto">
          <a:xfrm>
            <a:off x="-3222625" y="304800"/>
            <a:ext cx="11903075" cy="4718050"/>
            <a:chOff x="-2030" y="192"/>
            <a:chExt cx="7498" cy="2972"/>
          </a:xfrm>
        </p:grpSpPr>
        <p:sp>
          <p:nvSpPr>
            <p:cNvPr id="45058" name="Line 2"/>
            <p:cNvSpPr>
              <a:spLocks noChangeShapeType="1"/>
            </p:cNvSpPr>
            <p:nvPr/>
          </p:nvSpPr>
          <p:spPr bwMode="auto">
            <a:xfrm>
              <a:off x="912" y="1584"/>
              <a:ext cx="4556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506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506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506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D5D1A831-599B-4512-83F7-954E3D9EFDE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1" name="Group 1"/>
          <p:cNvGrpSpPr>
            <a:grpSpLocks/>
          </p:cNvGrpSpPr>
          <p:nvPr/>
        </p:nvGrpSpPr>
        <p:grpSpPr bwMode="auto">
          <a:xfrm>
            <a:off x="-3222625" y="304800"/>
            <a:ext cx="11903075" cy="4718050"/>
            <a:chOff x="-2030" y="192"/>
            <a:chExt cx="7498" cy="2972"/>
          </a:xfrm>
        </p:grpSpPr>
        <p:sp>
          <p:nvSpPr>
            <p:cNvPr id="46082" name="Line 2"/>
            <p:cNvSpPr>
              <a:spLocks noChangeShapeType="1"/>
            </p:cNvSpPr>
            <p:nvPr/>
          </p:nvSpPr>
          <p:spPr bwMode="auto">
            <a:xfrm>
              <a:off x="912" y="1584"/>
              <a:ext cx="4556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608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608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608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7D20B276-9929-4A87-A8BA-219F0869DEC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00" r:id="rId9"/>
    <p:sldLayoutId id="2147484201" r:id="rId10"/>
    <p:sldLayoutId id="2147484202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4710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711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711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F532CB7-2806-4AD8-B58A-4D8FFBD9AA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3" r:id="rId1"/>
    <p:sldLayoutId id="2147484204" r:id="rId2"/>
    <p:sldLayoutId id="2147484205" r:id="rId3"/>
    <p:sldLayoutId id="2147484206" r:id="rId4"/>
    <p:sldLayoutId id="2147484207" r:id="rId5"/>
    <p:sldLayoutId id="2147484208" r:id="rId6"/>
    <p:sldLayoutId id="2147484209" r:id="rId7"/>
    <p:sldLayoutId id="2147484210" r:id="rId8"/>
    <p:sldLayoutId id="2147484211" r:id="rId9"/>
    <p:sldLayoutId id="2147484212" r:id="rId10"/>
    <p:sldLayoutId id="2147484213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48132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813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813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71454763-45AF-43E9-9CEA-6DEEEC4E7BB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4" r:id="rId1"/>
    <p:sldLayoutId id="2147484215" r:id="rId2"/>
    <p:sldLayoutId id="2147484216" r:id="rId3"/>
    <p:sldLayoutId id="2147484217" r:id="rId4"/>
    <p:sldLayoutId id="2147484218" r:id="rId5"/>
    <p:sldLayoutId id="2147484219" r:id="rId6"/>
    <p:sldLayoutId id="2147484220" r:id="rId7"/>
    <p:sldLayoutId id="2147484221" r:id="rId8"/>
    <p:sldLayoutId id="2147484222" r:id="rId9"/>
    <p:sldLayoutId id="2147484223" r:id="rId10"/>
    <p:sldLayoutId id="2147484224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49156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915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4916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F983BE06-4C54-4C62-A9AD-1990D35BC7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7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0180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018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018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3FBF5BC-0B70-45A1-A671-0D3827EC6F9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37" r:id="rId2"/>
    <p:sldLayoutId id="2147484238" r:id="rId3"/>
    <p:sldLayoutId id="2147484239" r:id="rId4"/>
    <p:sldLayoutId id="2147484240" r:id="rId5"/>
    <p:sldLayoutId id="2147484241" r:id="rId6"/>
    <p:sldLayoutId id="2147484242" r:id="rId7"/>
    <p:sldLayoutId id="2147484243" r:id="rId8"/>
    <p:sldLayoutId id="2147484244" r:id="rId9"/>
    <p:sldLayoutId id="2147484245" r:id="rId10"/>
    <p:sldLayoutId id="2147484246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1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1204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12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120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E2E7FCC-E46B-446F-8434-EB9B64A8C47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7" r:id="rId1"/>
    <p:sldLayoutId id="2147484248" r:id="rId2"/>
    <p:sldLayoutId id="2147484249" r:id="rId3"/>
    <p:sldLayoutId id="2147484250" r:id="rId4"/>
    <p:sldLayoutId id="2147484251" r:id="rId5"/>
    <p:sldLayoutId id="2147484252" r:id="rId6"/>
    <p:sldLayoutId id="2147484253" r:id="rId7"/>
    <p:sldLayoutId id="2147484254" r:id="rId8"/>
    <p:sldLayoutId id="2147484255" r:id="rId9"/>
    <p:sldLayoutId id="2147484256" r:id="rId10"/>
    <p:sldLayoutId id="2147484257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222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223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223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F333C0F4-45F5-4CDF-89AB-FE5CF5200C5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8" r:id="rId1"/>
    <p:sldLayoutId id="2147484259" r:id="rId2"/>
    <p:sldLayoutId id="2147484260" r:id="rId3"/>
    <p:sldLayoutId id="2147484261" r:id="rId4"/>
    <p:sldLayoutId id="2147484262" r:id="rId5"/>
    <p:sldLayoutId id="2147484263" r:id="rId6"/>
    <p:sldLayoutId id="2147484264" r:id="rId7"/>
    <p:sldLayoutId id="2147484265" r:id="rId8"/>
    <p:sldLayoutId id="2147484266" r:id="rId9"/>
    <p:sldLayoutId id="2147484267" r:id="rId10"/>
    <p:sldLayoutId id="2147484268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49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3252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325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F059E79E-F471-4153-895B-F9E3A1C2CDE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70" r:id="rId2"/>
    <p:sldLayoutId id="2147484271" r:id="rId3"/>
    <p:sldLayoutId id="2147484272" r:id="rId4"/>
    <p:sldLayoutId id="2147484273" r:id="rId5"/>
    <p:sldLayoutId id="2147484274" r:id="rId6"/>
    <p:sldLayoutId id="2147484275" r:id="rId7"/>
    <p:sldLayoutId id="2147484276" r:id="rId8"/>
    <p:sldLayoutId id="2147484277" r:id="rId9"/>
    <p:sldLayoutId id="2147484278" r:id="rId10"/>
    <p:sldLayoutId id="2147484279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4276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42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428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EBF0272E-017E-4ACF-87FC-999692B5A18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  <p:sldLayoutId id="2147484281" r:id="rId2"/>
    <p:sldLayoutId id="2147484282" r:id="rId3"/>
    <p:sldLayoutId id="2147484283" r:id="rId4"/>
    <p:sldLayoutId id="2147484284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7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5300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530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530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530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B185E2E3-31AD-450D-8F1C-A55ED1B0231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1" r:id="rId1"/>
    <p:sldLayoutId id="2147484292" r:id="rId2"/>
    <p:sldLayoutId id="2147484293" r:id="rId3"/>
    <p:sldLayoutId id="2147484294" r:id="rId4"/>
    <p:sldLayoutId id="2147484295" r:id="rId5"/>
    <p:sldLayoutId id="2147484296" r:id="rId6"/>
    <p:sldLayoutId id="2147484297" r:id="rId7"/>
    <p:sldLayoutId id="2147484298" r:id="rId8"/>
    <p:sldLayoutId id="2147484299" r:id="rId9"/>
    <p:sldLayoutId id="2147484300" r:id="rId10"/>
    <p:sldLayoutId id="2147484301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1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6324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632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632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632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7A95BA6C-8E44-45F8-B593-F1F4ECD9BEB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4" r:id="rId3"/>
    <p:sldLayoutId id="2147484305" r:id="rId4"/>
    <p:sldLayoutId id="2147484306" r:id="rId5"/>
    <p:sldLayoutId id="2147484307" r:id="rId6"/>
    <p:sldLayoutId id="2147484308" r:id="rId7"/>
    <p:sldLayoutId id="2147484309" r:id="rId8"/>
    <p:sldLayoutId id="2147484310" r:id="rId9"/>
    <p:sldLayoutId id="2147484311" r:id="rId10"/>
    <p:sldLayoutId id="2147484312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5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7348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7352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7353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F8FB3A5B-646F-4F3F-B68D-77D083360AD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14" r:id="rId2"/>
    <p:sldLayoutId id="2147484315" r:id="rId3"/>
    <p:sldLayoutId id="2147484316" r:id="rId4"/>
    <p:sldLayoutId id="2147484317" r:id="rId5"/>
    <p:sldLayoutId id="2147484318" r:id="rId6"/>
    <p:sldLayoutId id="2147484319" r:id="rId7"/>
    <p:sldLayoutId id="2147484320" r:id="rId8"/>
    <p:sldLayoutId id="2147484321" r:id="rId9"/>
    <p:sldLayoutId id="2147484322" r:id="rId10"/>
    <p:sldLayoutId id="2147484323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69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8372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8376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8377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25654947-88BA-4AE8-B820-2F3028BF0F2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  <p:sldLayoutId id="2147484325" r:id="rId2"/>
    <p:sldLayoutId id="2147484326" r:id="rId3"/>
    <p:sldLayoutId id="2147484327" r:id="rId4"/>
    <p:sldLayoutId id="2147484328" r:id="rId5"/>
    <p:sldLayoutId id="2147484329" r:id="rId6"/>
    <p:sldLayoutId id="2147484330" r:id="rId7"/>
    <p:sldLayoutId id="2147484331" r:id="rId8"/>
    <p:sldLayoutId id="2147484332" r:id="rId9"/>
    <p:sldLayoutId id="2147484333" r:id="rId10"/>
    <p:sldLayoutId id="2147484334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3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59396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93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59400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59401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E73EF028-7F95-4BBD-8918-31AC0F3CD81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7" name="Group 1"/>
          <p:cNvGrpSpPr>
            <a:grpSpLocks/>
          </p:cNvGrpSpPr>
          <p:nvPr/>
        </p:nvGrpSpPr>
        <p:grpSpPr bwMode="auto">
          <a:xfrm>
            <a:off x="-3238500" y="0"/>
            <a:ext cx="11918950" cy="3803650"/>
            <a:chOff x="-2040" y="0"/>
            <a:chExt cx="7508" cy="2396"/>
          </a:xfrm>
        </p:grpSpPr>
        <p:sp>
          <p:nvSpPr>
            <p:cNvPr id="60420" name="Line 4"/>
            <p:cNvSpPr>
              <a:spLocks noChangeShapeType="1"/>
            </p:cNvSpPr>
            <p:nvPr/>
          </p:nvSpPr>
          <p:spPr bwMode="auto">
            <a:xfrm>
              <a:off x="864" y="960"/>
              <a:ext cx="460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04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Fall 2015</a:t>
            </a:r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ENG241/Digital Design</a:t>
            </a:r>
          </a:p>
        </p:txBody>
      </p:sp>
      <p:sp>
        <p:nvSpPr>
          <p:cNvPr id="60425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7F37DB87-EAF8-405C-B1E8-889B8CC541C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1" name="Group 1"/>
          <p:cNvGrpSpPr>
            <a:grpSpLocks/>
          </p:cNvGrpSpPr>
          <p:nvPr/>
        </p:nvGrpSpPr>
        <p:grpSpPr bwMode="auto">
          <a:xfrm>
            <a:off x="-3222625" y="304800"/>
            <a:ext cx="11903075" cy="4718050"/>
            <a:chOff x="-2030" y="192"/>
            <a:chExt cx="7498" cy="2972"/>
          </a:xfrm>
        </p:grpSpPr>
        <p:sp>
          <p:nvSpPr>
            <p:cNvPr id="61442" name="Line 2"/>
            <p:cNvSpPr>
              <a:spLocks noChangeShapeType="1"/>
            </p:cNvSpPr>
            <p:nvPr/>
          </p:nvSpPr>
          <p:spPr bwMode="auto">
            <a:xfrm>
              <a:off x="912" y="1584"/>
              <a:ext cx="4556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14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07262" cy="11366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 başlık metnini düzenlemek için tıklayın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7262" cy="41084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Anahat metninin biçimini düzenlemek için tıklayın</a:t>
            </a:r>
          </a:p>
          <a:p>
            <a:pPr lvl="1"/>
            <a:r>
              <a:rPr lang="en-GB" smtClean="0"/>
              <a:t>İkinci Anahat Düzeyi</a:t>
            </a:r>
          </a:p>
          <a:p>
            <a:pPr lvl="2"/>
            <a:r>
              <a:rPr lang="en-GB" smtClean="0"/>
              <a:t>Üçüncü Anahat Düzeyi</a:t>
            </a:r>
          </a:p>
          <a:p>
            <a:pPr lvl="3"/>
            <a:r>
              <a:rPr lang="en-GB" smtClean="0"/>
              <a:t>Dördüncü Anahat Düzeyi</a:t>
            </a:r>
          </a:p>
          <a:p>
            <a:pPr lvl="4"/>
            <a:r>
              <a:rPr lang="en-GB" smtClean="0"/>
              <a:t>Beşinci Anahat Düzeyi</a:t>
            </a:r>
          </a:p>
          <a:p>
            <a:pPr lvl="4"/>
            <a:r>
              <a:rPr lang="en-GB" smtClean="0"/>
              <a:t>Altıncı Anahat Düzeyi</a:t>
            </a:r>
          </a:p>
          <a:p>
            <a:pPr lvl="4"/>
            <a:r>
              <a:rPr lang="en-GB" smtClean="0"/>
              <a:t>Yedinci Anahat Düzeyi</a:t>
            </a: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1448" name="Rectangle 8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9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r>
              <a:rPr lang="en-US"/>
              <a:t>ENG6600 EDA</a:t>
            </a:r>
          </a:p>
        </p:txBody>
      </p:sp>
      <p:sp>
        <p:nvSpPr>
          <p:cNvPr id="61449" name="Rectangle 9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1080" tIns="45720" rIns="9108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73A37EA0-6507-4A06-9EEA-B097AD2F0B6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</p:sldLayoutIdLst>
  <p:hf sldNum="0"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+mj-lt"/>
          <a:ea typeface="+mj-ea"/>
          <a:cs typeface="+mj-cs"/>
        </a:defRPr>
      </a:lvl1pPr>
      <a:lvl2pPr marL="742950" indent="-28575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2pPr>
      <a:lvl3pPr marL="1143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3pPr>
      <a:lvl4pPr marL="1600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4pPr>
      <a:lvl5pPr marL="20574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006666"/>
          </a:solidFill>
          <a:latin typeface="Arial" charset="0"/>
          <a:ea typeface="Noto Sans CJK SC" charset="0"/>
          <a:cs typeface="Noto Sans CJK SC" charset="0"/>
        </a:defRPr>
      </a:lvl9pPr>
    </p:titleStyle>
    <p:bodyStyle>
      <a:lvl1pPr marL="342900" indent="-342900" algn="l" defTabSz="449263" rtl="0" eaLnBrk="0" fontAlgn="base" hangingPunct="0">
        <a:spcBef>
          <a:spcPts val="7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9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 noChangeArrowheads="1"/>
          </p:cNvSpPr>
          <p:nvPr/>
        </p:nvSpPr>
        <p:spPr bwMode="auto">
          <a:xfrm>
            <a:off x="533400" y="2895600"/>
            <a:ext cx="8135938" cy="1155700"/>
          </a:xfrm>
          <a:prstGeom prst="rect">
            <a:avLst/>
          </a:prstGeom>
          <a:solidFill>
            <a:srgbClr val="C00000"/>
          </a:solidFill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sz="6000">
                <a:solidFill>
                  <a:srgbClr val="FFFFFF"/>
                </a:solidFill>
                <a:latin typeface="DIN Pro" pitchFamily="32" charset="0"/>
                <a:ea typeface="Cambria Math" pitchFamily="16" charset="0"/>
                <a:cs typeface="Cambria Math" pitchFamily="16" charset="0"/>
              </a:rPr>
              <a:t>Memory: Introduction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8528050" y="6400800"/>
            <a:ext cx="61595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2160" tIns="46080" rIns="92160" bIns="46080" anchor="ctr"/>
          <a:lstStyle/>
          <a:p>
            <a:pPr algn="r" eaLnBrk="1" hangingPunct="1">
              <a:buClrTx/>
              <a:buSzPct val="12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6ED10F84-9332-4A5C-BCD2-7D66468A9A25}" type="slidenum"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125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</a:t>
            </a:fld>
            <a:endParaRPr lang="en-US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0" y="-6350"/>
            <a:ext cx="8229600" cy="6715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2160" tIns="46080" rIns="92160" bIns="46080"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000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Picture of </a:t>
            </a:r>
            <a:r>
              <a:rPr lang="tr-TR" sz="4000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</a:t>
            </a:r>
            <a:r>
              <a:rPr lang="en-US" sz="4000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emory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152400" y="1524000"/>
            <a:ext cx="6019800" cy="33845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336550" indent="-336550">
              <a:spcBef>
                <a:spcPts val="500"/>
              </a:spcBef>
              <a:buClr>
                <a:srgbClr val="0000FF"/>
              </a:buClr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0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You can think of memory as being one big array of data.</a:t>
            </a:r>
          </a:p>
          <a:p>
            <a:pPr marL="736600" lvl="1" indent="-279400">
              <a:spcBef>
                <a:spcPts val="500"/>
              </a:spcBef>
              <a:buClr>
                <a:srgbClr val="0000FF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The </a:t>
            </a:r>
            <a:r>
              <a:rPr lang="en-US" sz="2000">
                <a:solidFill>
                  <a:srgbClr val="FF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address</a:t>
            </a: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serves as an array index.</a:t>
            </a:r>
          </a:p>
          <a:p>
            <a:pPr marL="736600" lvl="1" indent="-279400">
              <a:spcBef>
                <a:spcPts val="500"/>
              </a:spcBef>
              <a:buClr>
                <a:srgbClr val="0000FF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Each address refers to </a:t>
            </a:r>
            <a:r>
              <a:rPr lang="en-US" sz="20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one word of data</a:t>
            </a: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.</a:t>
            </a:r>
          </a:p>
          <a:p>
            <a:pPr marL="741363" lvl="1" indent="-279400">
              <a:spcBef>
                <a:spcPts val="500"/>
              </a:spcBef>
              <a:buClrTx/>
              <a:buSzPct val="125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000">
              <a:solidFill>
                <a:srgbClr val="0000FF"/>
              </a:solidFill>
              <a:latin typeface="Comic Sans MS" pitchFamily="64" charset="0"/>
              <a:ea typeface="Noto Sans CJK SC" charset="0"/>
              <a:cs typeface="Noto Sans CJK SC" charset="0"/>
            </a:endParaRPr>
          </a:p>
          <a:p>
            <a:pPr marL="336550" indent="-336550">
              <a:spcBef>
                <a:spcPts val="500"/>
              </a:spcBef>
              <a:buClr>
                <a:srgbClr val="0000FF"/>
              </a:buClr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You can </a:t>
            </a:r>
            <a:r>
              <a:rPr lang="en-US" sz="2000" u="sng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read</a:t>
            </a: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or </a:t>
            </a:r>
            <a:r>
              <a:rPr lang="en-US" sz="2000" u="sng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modify</a:t>
            </a:r>
            <a:r>
              <a:rPr lang="en-US" sz="2000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the data at any given memory address, just like you can read or modify the contents of an array at any given index.</a:t>
            </a:r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838200"/>
            <a:ext cx="2673350" cy="53403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64517" name="Line 5"/>
          <p:cNvSpPr>
            <a:spLocks noChangeShapeType="1"/>
          </p:cNvSpPr>
          <p:nvPr/>
        </p:nvSpPr>
        <p:spPr bwMode="auto">
          <a:xfrm>
            <a:off x="7524750" y="6165850"/>
            <a:ext cx="1079500" cy="1588"/>
          </a:xfrm>
          <a:prstGeom prst="line">
            <a:avLst/>
          </a:prstGeom>
          <a:noFill/>
          <a:ln w="25560" cap="flat">
            <a:solidFill>
              <a:srgbClr val="3333CC"/>
            </a:solidFill>
            <a:miter lim="800000"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7740650" y="6165850"/>
            <a:ext cx="785813" cy="368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tr-TR">
                <a:solidFill>
                  <a:srgbClr val="000000"/>
                </a:solidFill>
                <a:ea typeface="Noto Sans CJK SC" charset="0"/>
                <a:cs typeface="Noto Sans CJK SC" charset="0"/>
              </a:rPr>
              <a:t>Word</a:t>
            </a:r>
          </a:p>
        </p:txBody>
      </p:sp>
      <p:sp>
        <p:nvSpPr>
          <p:cNvPr id="64519" name="Oval 7"/>
          <p:cNvSpPr>
            <a:spLocks noChangeArrowheads="1"/>
          </p:cNvSpPr>
          <p:nvPr/>
        </p:nvSpPr>
        <p:spPr bwMode="auto">
          <a:xfrm>
            <a:off x="6172200" y="762000"/>
            <a:ext cx="1295400" cy="407988"/>
          </a:xfrm>
          <a:prstGeom prst="ellipse">
            <a:avLst/>
          </a:prstGeom>
          <a:noFill/>
          <a:ln w="34920" cap="flat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7543800" y="1433513"/>
            <a:ext cx="1079500" cy="319087"/>
          </a:xfrm>
          <a:prstGeom prst="rect">
            <a:avLst/>
          </a:prstGeom>
          <a:solidFill>
            <a:srgbClr val="66FF33"/>
          </a:solidFill>
          <a:ln w="25560" cap="flat">
            <a:solidFill>
              <a:srgbClr val="3333CC"/>
            </a:solidFill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Tx/>
              <a:buSzPct val="12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sz="1000" b="1">
                <a:solidFill>
                  <a:srgbClr val="000000"/>
                </a:solidFill>
                <a:latin typeface="Comic Sans MS" pitchFamily="64" charset="0"/>
                <a:ea typeface="Noto Sans CJK SC" charset="0"/>
                <a:cs typeface="Noto Sans CJK SC" charset="0"/>
              </a:rPr>
              <a:t>16-bit/32-bit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animBg="1"/>
      <p:bldP spid="64519" grpId="0" animBg="1"/>
      <p:bldP spid="6451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2160" tIns="46080" rIns="92160" bIns="46080" anchor="ctr"/>
          <a:lstStyle/>
          <a:p>
            <a:pPr algn="r" eaLnBrk="1" hangingPunct="1">
              <a:buClrTx/>
              <a:buSzPct val="12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4D335587-27CF-4632-85CA-9A433F48C62D}" type="slidenum"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125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3</a:t>
            </a:fld>
            <a:endParaRPr lang="en-US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15875" y="0"/>
            <a:ext cx="9128125" cy="6699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2160" tIns="46080" rIns="92160" bIns="460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 Signal Types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33338" y="1219200"/>
            <a:ext cx="9034462" cy="42830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336550" indent="-336550">
              <a:spcBef>
                <a:spcPts val="450"/>
              </a:spcBef>
              <a:buClr>
                <a:srgbClr val="0000FF"/>
              </a:buClr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 signals fall into three groups</a:t>
            </a:r>
          </a:p>
          <a:p>
            <a:pPr marL="736600" lvl="1" indent="-279400">
              <a:spcBef>
                <a:spcPts val="450"/>
              </a:spcBef>
              <a:buClr>
                <a:srgbClr val="FF33CC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FF33CC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Address</a:t>
            </a:r>
            <a:r>
              <a:rPr lang="tr-TR">
                <a:solidFill>
                  <a:srgbClr val="FF33CC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bus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- selects one of memory locations</a:t>
            </a:r>
          </a:p>
          <a:p>
            <a:pPr marL="736600" lvl="1" indent="-273050">
              <a:spcBef>
                <a:spcPts val="450"/>
              </a:spcBef>
              <a:buClrTx/>
              <a:buSzPct val="125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>
              <a:solidFill>
                <a:srgbClr val="0000FF"/>
              </a:solidFill>
              <a:latin typeface="Comic Sans MS" pitchFamily="64" charset="0"/>
              <a:ea typeface="Noto Sans CJK SC" charset="0"/>
              <a:cs typeface="Noto Sans CJK SC" charset="0"/>
            </a:endParaRPr>
          </a:p>
          <a:p>
            <a:pPr marL="736600" lvl="1" indent="-279400">
              <a:spcBef>
                <a:spcPts val="450"/>
              </a:spcBef>
              <a:buClr>
                <a:srgbClr val="00CC99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CC99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Data</a:t>
            </a:r>
            <a:r>
              <a:rPr lang="tr-TR">
                <a:solidFill>
                  <a:srgbClr val="00CC99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bus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</a:t>
            </a:r>
          </a:p>
          <a:p>
            <a:pPr marL="1079500" lvl="2">
              <a:spcBef>
                <a:spcPts val="450"/>
              </a:spcBef>
              <a:buClr>
                <a:srgbClr val="FF0000"/>
              </a:buClr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tr-TR">
                <a:solidFill>
                  <a:srgbClr val="FF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Read</a:t>
            </a:r>
            <a:r>
              <a:rPr lang="tr-TR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: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the selected location’s stored </a:t>
            </a:r>
            <a:r>
              <a:rPr lang="tr-TR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data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</a:t>
            </a:r>
            <a:r>
              <a:rPr lang="tr-TR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is put on the </a:t>
            </a:r>
            <a:r>
              <a:rPr lang="tr-TR">
                <a:solidFill>
                  <a:srgbClr val="FF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data bus</a:t>
            </a:r>
          </a:p>
          <a:p>
            <a:pPr marL="1079500" lvl="2">
              <a:spcBef>
                <a:spcPts val="450"/>
              </a:spcBef>
              <a:buClr>
                <a:srgbClr val="C00000"/>
              </a:buClr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tr-TR">
                <a:solidFill>
                  <a:srgbClr val="C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Write (RAM)</a:t>
            </a:r>
            <a:r>
              <a:rPr lang="tr-TR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: </a:t>
            </a:r>
            <a:r>
              <a:rPr lang="tr-TR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The data on the </a:t>
            </a:r>
            <a:r>
              <a:rPr lang="tr-TR">
                <a:solidFill>
                  <a:srgbClr val="C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data bus</a:t>
            </a:r>
            <a:r>
              <a:rPr lang="tr-TR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is stored into 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selected locations</a:t>
            </a:r>
          </a:p>
          <a:p>
            <a:pPr marL="1084263" lvl="2" indent="-223838">
              <a:spcBef>
                <a:spcPts val="450"/>
              </a:spcBef>
              <a:buClrTx/>
              <a:buSzPct val="125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>
              <a:solidFill>
                <a:srgbClr val="0000FF"/>
              </a:solidFill>
              <a:latin typeface="Comic Sans MS" pitchFamily="64" charset="0"/>
              <a:ea typeface="Noto Sans CJK SC" charset="0"/>
              <a:cs typeface="Noto Sans CJK SC" charset="0"/>
            </a:endParaRPr>
          </a:p>
          <a:p>
            <a:pPr marL="736600" lvl="1" indent="-279400">
              <a:spcBef>
                <a:spcPts val="450"/>
              </a:spcBef>
              <a:buClr>
                <a:srgbClr val="9900CC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9900CC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Contro</a:t>
            </a:r>
            <a:r>
              <a:rPr lang="tr-TR">
                <a:solidFill>
                  <a:srgbClr val="9900CC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l </a:t>
            </a:r>
            <a:r>
              <a:rPr lang="en-CA">
                <a:solidFill>
                  <a:srgbClr val="9900CC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</a:t>
            </a:r>
            <a:r>
              <a:rPr lang="tr-TR">
                <a:solidFill>
                  <a:srgbClr val="9900CC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ignals 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- specifies what the </a:t>
            </a:r>
            <a:r>
              <a:rPr lang="tr-TR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is to do</a:t>
            </a:r>
          </a:p>
          <a:p>
            <a:pPr marL="1079500" lvl="2">
              <a:spcBef>
                <a:spcPts val="450"/>
              </a:spcBef>
              <a:buClr>
                <a:srgbClr val="0000FF"/>
              </a:buClr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Control signals are usually active low</a:t>
            </a:r>
          </a:p>
          <a:p>
            <a:pPr marL="1079500" lvl="2">
              <a:spcBef>
                <a:spcPts val="450"/>
              </a:spcBef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Most common signals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are:</a:t>
            </a:r>
          </a:p>
          <a:p>
            <a:pPr marL="1422400" lvl="3">
              <a:spcBef>
                <a:spcPts val="450"/>
              </a:spcBef>
              <a:buClr>
                <a:srgbClr val="0000FF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CS: 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Chip Select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; must be active to </a:t>
            </a:r>
            <a:r>
              <a:rPr lang="tr-TR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o anything</a:t>
            </a:r>
          </a:p>
          <a:p>
            <a:pPr marL="1422400" lvl="3">
              <a:spcBef>
                <a:spcPts val="450"/>
              </a:spcBef>
              <a:buClr>
                <a:srgbClr val="0000FF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OE: 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Output Enable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; active to read data</a:t>
            </a:r>
          </a:p>
          <a:p>
            <a:pPr marL="1422400" lvl="3">
              <a:spcBef>
                <a:spcPts val="450"/>
              </a:spcBef>
              <a:buClr>
                <a:srgbClr val="0000FF"/>
              </a:buClr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WR: 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Write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; active to write data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1"/>
          <p:cNvSpPr>
            <a:spLocks noChangeArrowheads="1"/>
          </p:cNvSpPr>
          <p:nvPr/>
        </p:nvSpPr>
        <p:spPr bwMode="auto">
          <a:xfrm>
            <a:off x="228600" y="2895600"/>
            <a:ext cx="8440738" cy="1155700"/>
          </a:xfrm>
          <a:prstGeom prst="rect">
            <a:avLst/>
          </a:prstGeom>
          <a:solidFill>
            <a:srgbClr val="C00000"/>
          </a:solidFill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sz="4800">
                <a:solidFill>
                  <a:srgbClr val="FFFFFF"/>
                </a:solidFill>
                <a:latin typeface="DIN Pro" pitchFamily="32" charset="0"/>
                <a:ea typeface="Cambria Math" pitchFamily="16" charset="0"/>
                <a:cs typeface="Cambria Math" pitchFamily="16" charset="0"/>
              </a:rPr>
              <a:t>Random Access Memory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161DFF31-EBFB-4DC6-8342-1365AF0673C8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5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-38100" y="0"/>
            <a:ext cx="9144000" cy="6064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Random Access Memories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381000" y="1371600"/>
            <a:ext cx="8305800" cy="426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So called because it </a:t>
            </a:r>
            <a:r>
              <a:rPr lang="en-US" sz="2900" b="1" i="1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takes the same amount of time</a:t>
            </a: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to address any particular part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Types of RAM</a:t>
            </a:r>
          </a:p>
          <a:p>
            <a:pPr marL="927100" lvl="1" indent="-4699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DIN Pro" pitchFamily="32" charset="0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FF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Static RAM (SRAM), </a:t>
            </a: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fast, expensive</a:t>
            </a:r>
          </a:p>
          <a:p>
            <a:pPr marL="927100" lvl="1" indent="-4699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DIN Pro" pitchFamily="32" charset="0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B05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Dynamic RAM (DRAM), </a:t>
            </a: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slow, cheap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How is memory accessed?</a:t>
            </a:r>
          </a:p>
          <a:p>
            <a:pPr marL="927100" lvl="1" indent="-4699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Address Lines, Data Lines</a:t>
            </a:r>
          </a:p>
          <a:p>
            <a:pPr marL="927100" lvl="1" indent="-4699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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Control Signals (R/W, chip select, …)</a:t>
            </a:r>
          </a:p>
          <a:p>
            <a:pPr marL="342900" indent="-336550" eaLnBrk="1" hangingPunct="1">
              <a:lnSpc>
                <a:spcPct val="90000"/>
              </a:lnSpc>
              <a:spcBef>
                <a:spcPts val="725"/>
              </a:spcBef>
              <a:buClrTx/>
              <a:buSzPct val="70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5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8458200" y="6399213"/>
            <a:ext cx="685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359B35F2-AB72-4E08-957F-FCAD9B7E7AE3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6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0" y="1588"/>
            <a:ext cx="9144000" cy="7588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Simple View of RAM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304800" y="1220788"/>
            <a:ext cx="7105650" cy="258921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Of some word size </a:t>
            </a:r>
            <a:r>
              <a:rPr lang="en-US" sz="2800" i="1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n=4,8,16 ….</a:t>
            </a:r>
          </a:p>
          <a:p>
            <a:pPr marL="336550" indent="-336550" eaLnBrk="1" hangingPunct="1"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Some capacity 2</a:t>
            </a:r>
            <a:r>
              <a:rPr lang="en-US" sz="2800" baseline="300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k</a:t>
            </a:r>
          </a:p>
          <a:p>
            <a:pPr marL="336550" indent="-336550" eaLnBrk="1" hangingPunct="1"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k bits of address line, k=10,11,..</a:t>
            </a:r>
          </a:p>
          <a:p>
            <a:pPr marL="736600" lvl="1" indent="-279400" eaLnBrk="1" hangingPunct="1">
              <a:spcBef>
                <a:spcPts val="700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Has a read line</a:t>
            </a:r>
          </a:p>
          <a:p>
            <a:pPr marL="736600" lvl="1" indent="-279400" eaLnBrk="1" hangingPunct="1">
              <a:spcBef>
                <a:spcPts val="700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Has a write line</a:t>
            </a:r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657600"/>
            <a:ext cx="3752850" cy="2667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5791200" y="4876800"/>
            <a:ext cx="609600" cy="685800"/>
          </a:xfrm>
          <a:prstGeom prst="rect">
            <a:avLst/>
          </a:prstGeom>
          <a:noFill/>
          <a:ln w="57240" cap="sq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6705600" y="4267200"/>
            <a:ext cx="1524000" cy="1588"/>
          </a:xfrm>
          <a:prstGeom prst="line">
            <a:avLst/>
          </a:prstGeom>
          <a:noFill/>
          <a:ln w="76320" cap="sq">
            <a:solidFill>
              <a:srgbClr val="00FF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68615" name="Line 7"/>
          <p:cNvSpPr>
            <a:spLocks noChangeShapeType="1"/>
          </p:cNvSpPr>
          <p:nvPr/>
        </p:nvSpPr>
        <p:spPr bwMode="auto">
          <a:xfrm>
            <a:off x="6781800" y="4267200"/>
            <a:ext cx="1588" cy="1295400"/>
          </a:xfrm>
          <a:prstGeom prst="line">
            <a:avLst/>
          </a:prstGeom>
          <a:noFill/>
          <a:ln w="76320" cap="sq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9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 additive="repl">
                                        <p:cTn id="11" dur="2000" fill="hold"/>
                                        <p:tgtEl>
                                          <p:spTgt spid="68614"/>
                                        </p:tgtEl>
                                      </p:cBhvr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Effect">
                      <p:stCondLst>
                        <p:cond delay="indefinite"/>
                      </p:stCondLst>
                      <p:childTnLst>
                        <p:par>
                          <p:cTn id="1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mph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 additive="repl">
                                        <p:cTn id="22" dur="2000" fill="hold"/>
                                        <p:tgtEl>
                                          <p:spTgt spid="68615"/>
                                        </p:tgtEl>
                                      </p:cBhvr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1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nimBg="1"/>
      <p:bldP spid="68614" grpId="0" animBg="1"/>
      <p:bldP spid="68614" grpId="1" animBg="1"/>
      <p:bldP spid="68615" grpId="0" animBg="1"/>
      <p:bldP spid="686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8534400" y="6400800"/>
            <a:ext cx="609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98330383-9C9E-469A-A40E-AF251BEDC3BB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7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1219200"/>
            <a:ext cx="3714750" cy="30670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8350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1K x 16 memory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457200" y="2133600"/>
            <a:ext cx="6934200" cy="3886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Variety of sizes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700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From 1-bit wide</a:t>
            </a:r>
          </a:p>
          <a:p>
            <a:pPr marL="741363" lvl="1" indent="-279400" eaLnBrk="1" hangingPunct="1">
              <a:lnSpc>
                <a:spcPct val="90000"/>
              </a:lnSpc>
              <a:spcBef>
                <a:spcPts val="700"/>
              </a:spcBef>
              <a:buClrTx/>
              <a:buSzPct val="70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8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  <a:p>
            <a:pPr marL="336550" indent="-336550" eaLnBrk="1" hangingPunct="1">
              <a:lnSpc>
                <a:spcPct val="90000"/>
              </a:lnSpc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Issue is no. of pins</a:t>
            </a:r>
          </a:p>
          <a:p>
            <a:pPr marL="341313" indent="-336550" eaLnBrk="1" hangingPunct="1">
              <a:lnSpc>
                <a:spcPct val="90000"/>
              </a:lnSpc>
              <a:spcBef>
                <a:spcPts val="700"/>
              </a:spcBef>
              <a:buClrTx/>
              <a:buSzPct val="70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8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  <a:p>
            <a:pPr marL="336550" indent="-336550" eaLnBrk="1" hangingPunct="1">
              <a:lnSpc>
                <a:spcPct val="90000"/>
              </a:lnSpc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 size specified in bytes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700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1K x 16 bit </a:t>
            </a:r>
            <a:r>
              <a:rPr lang="en-US" sz="2800">
                <a:solidFill>
                  <a:srgbClr val="000000"/>
                </a:solidFill>
                <a:latin typeface="DIN Pro" pitchFamily="32" charset="0"/>
                <a:ea typeface="Wingdings" charset="2"/>
                <a:cs typeface="Wingdings" charset="2"/>
              </a:rPr>
              <a:t></a:t>
            </a: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2KB memory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700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8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10 address lines and 16 data lines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8458200" y="6391275"/>
            <a:ext cx="685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8DA1B8AB-3254-4A97-B4A1-808A799D2C1B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8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26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Chip Select and R/W Lines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457200" y="1220788"/>
            <a:ext cx="7313613" cy="2362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R/W Lines</a:t>
            </a: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enable reading/writing</a:t>
            </a:r>
          </a:p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Usually a </a:t>
            </a:r>
            <a:r>
              <a:rPr lang="en-US" sz="2900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chip select</a:t>
            </a: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line is used.</a:t>
            </a:r>
          </a:p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Why?</a:t>
            </a:r>
          </a:p>
          <a:p>
            <a:pPr marL="736600" lvl="1" indent="-279400" eaLnBrk="1" hangingPunct="1"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To enable RAM chip to be accessed.</a:t>
            </a:r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114800"/>
            <a:ext cx="6296025" cy="22764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1143000" y="5334000"/>
            <a:ext cx="6248400" cy="228600"/>
          </a:xfrm>
          <a:prstGeom prst="rect">
            <a:avLst/>
          </a:prstGeom>
          <a:noFill/>
          <a:ln w="38160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8458200" y="6400800"/>
            <a:ext cx="685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188F0173-68AD-46B9-BD94-99B7C7962739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9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0" y="-15875"/>
            <a:ext cx="9144000" cy="7588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Memory: Writing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228600" y="1433513"/>
            <a:ext cx="8763000" cy="4192587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Sequence of steps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Setup address lines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Setup data lines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Activate write line (maybe a pos edge)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The write cycle time is the maximum time from the application of the address to the completion of all internal memory operations required to store a word.</a:t>
            </a:r>
          </a:p>
          <a:p>
            <a:pPr marL="341313" indent="-336550" eaLnBrk="1" hangingPunct="1">
              <a:lnSpc>
                <a:spcPct val="90000"/>
              </a:lnSpc>
              <a:spcBef>
                <a:spcPts val="725"/>
              </a:spcBef>
              <a:buClrTx/>
              <a:buSzPct val="70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9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1"/>
          <p:cNvSpPr txBox="1">
            <a:spLocks noChangeArrowheads="1"/>
          </p:cNvSpPr>
          <p:nvPr/>
        </p:nvSpPr>
        <p:spPr bwMode="auto">
          <a:xfrm>
            <a:off x="8372475" y="6400800"/>
            <a:ext cx="771525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861B3DC4-7575-465D-B41A-E6C93A5E9E76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10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26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0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Writing: Timing Waveforms</a:t>
            </a:r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048000"/>
            <a:ext cx="7534275" cy="3124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457200" y="1219200"/>
            <a:ext cx="7313613" cy="1219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CPU operates at 50 MHz (20 ns)</a:t>
            </a:r>
          </a:p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4 clock cycles to perform a write</a:t>
            </a:r>
          </a:p>
        </p:txBody>
      </p:sp>
      <p:sp>
        <p:nvSpPr>
          <p:cNvPr id="72709" name="Line 5"/>
          <p:cNvSpPr>
            <a:spLocks noChangeShapeType="1"/>
          </p:cNvSpPr>
          <p:nvPr/>
        </p:nvSpPr>
        <p:spPr bwMode="auto">
          <a:xfrm>
            <a:off x="990600" y="4114800"/>
            <a:ext cx="1066800" cy="304800"/>
          </a:xfrm>
          <a:prstGeom prst="line">
            <a:avLst/>
          </a:prstGeom>
          <a:noFill/>
          <a:ln w="57240" cap="sq">
            <a:solidFill>
              <a:srgbClr val="FF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2710" name="Line 6"/>
          <p:cNvSpPr>
            <a:spLocks noChangeShapeType="1"/>
          </p:cNvSpPr>
          <p:nvPr/>
        </p:nvSpPr>
        <p:spPr bwMode="auto">
          <a:xfrm>
            <a:off x="2895600" y="4572000"/>
            <a:ext cx="381000" cy="304800"/>
          </a:xfrm>
          <a:prstGeom prst="line">
            <a:avLst/>
          </a:prstGeom>
          <a:noFill/>
          <a:ln w="57240" cap="sq">
            <a:solidFill>
              <a:srgbClr val="FF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2711" name="Line 7"/>
          <p:cNvSpPr>
            <a:spLocks noChangeShapeType="1"/>
          </p:cNvSpPr>
          <p:nvPr/>
        </p:nvSpPr>
        <p:spPr bwMode="auto">
          <a:xfrm>
            <a:off x="1524000" y="3352800"/>
            <a:ext cx="609600" cy="533400"/>
          </a:xfrm>
          <a:prstGeom prst="line">
            <a:avLst/>
          </a:prstGeom>
          <a:noFill/>
          <a:ln w="57240" cap="sq">
            <a:solidFill>
              <a:srgbClr val="FF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2712" name="Line 8"/>
          <p:cNvSpPr>
            <a:spLocks noChangeShapeType="1"/>
          </p:cNvSpPr>
          <p:nvPr/>
        </p:nvSpPr>
        <p:spPr bwMode="auto">
          <a:xfrm>
            <a:off x="3124200" y="5181600"/>
            <a:ext cx="304800" cy="304800"/>
          </a:xfrm>
          <a:prstGeom prst="line">
            <a:avLst/>
          </a:prstGeom>
          <a:noFill/>
          <a:ln w="57240" cap="sq">
            <a:solidFill>
              <a:srgbClr val="FF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animBg="1"/>
      <p:bldP spid="72710" grpId="0" animBg="1"/>
      <p:bldP spid="72711" grpId="0" animBg="1"/>
      <p:bldP spid="727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6981825" y="6372225"/>
            <a:ext cx="2133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284C8456-36E2-4E3C-AFD1-87D178B16FA9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11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-28575" y="0"/>
            <a:ext cx="9144000" cy="7270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 Reading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152400" y="1412875"/>
            <a:ext cx="8915400" cy="41925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Steps</a:t>
            </a:r>
          </a:p>
          <a:p>
            <a:pPr marL="736600" lvl="1" indent="-279400" eaLnBrk="1" hangingPunct="1"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Setup address lines</a:t>
            </a:r>
          </a:p>
          <a:p>
            <a:pPr marL="736600" lvl="1" indent="-279400" eaLnBrk="1" hangingPunct="1"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Activate read line</a:t>
            </a:r>
          </a:p>
          <a:p>
            <a:pPr marL="736600" lvl="1" indent="-279400" eaLnBrk="1" hangingPunct="1"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Data available </a:t>
            </a:r>
            <a:r>
              <a:rPr lang="en-US" sz="2500" i="1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after specified amount of time</a:t>
            </a:r>
          </a:p>
          <a:p>
            <a:pPr marL="1085850" lvl="2" indent="-222250" eaLnBrk="1" hangingPunct="1">
              <a:spcBef>
                <a:spcPts val="550"/>
              </a:spcBef>
              <a:buClrTx/>
              <a:buSzPct val="65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2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Read cycle usually is shorter than write cycle.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B2648A8B-3090-4EC8-A135-3C871778DAD6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12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588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Memory Waveform: Reading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124200"/>
            <a:ext cx="7505700" cy="32575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457200" y="1447800"/>
            <a:ext cx="7313613" cy="1219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CPU operates at 50 MHz (20 ns)</a:t>
            </a:r>
          </a:p>
          <a:p>
            <a:pPr marL="336550" indent="-336550" eaLnBrk="1" hangingPunct="1"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65 ns required for a read cycle</a:t>
            </a:r>
          </a:p>
        </p:txBody>
      </p:sp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1371600" y="3276600"/>
            <a:ext cx="609600" cy="685800"/>
          </a:xfrm>
          <a:prstGeom prst="line">
            <a:avLst/>
          </a:prstGeom>
          <a:noFill/>
          <a:ln w="57240" cap="sq">
            <a:solidFill>
              <a:srgbClr val="80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>
            <a:off x="914400" y="3810000"/>
            <a:ext cx="914400" cy="838200"/>
          </a:xfrm>
          <a:prstGeom prst="line">
            <a:avLst/>
          </a:prstGeom>
          <a:noFill/>
          <a:ln w="57240" cap="sq">
            <a:solidFill>
              <a:srgbClr val="80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4759" name="Line 7"/>
          <p:cNvSpPr>
            <a:spLocks noChangeShapeType="1"/>
          </p:cNvSpPr>
          <p:nvPr/>
        </p:nvSpPr>
        <p:spPr bwMode="auto">
          <a:xfrm>
            <a:off x="609600" y="4572000"/>
            <a:ext cx="914400" cy="457200"/>
          </a:xfrm>
          <a:prstGeom prst="line">
            <a:avLst/>
          </a:prstGeom>
          <a:noFill/>
          <a:ln w="57240" cap="sq">
            <a:solidFill>
              <a:srgbClr val="80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74760" name="Line 8"/>
          <p:cNvSpPr>
            <a:spLocks noChangeShapeType="1"/>
          </p:cNvSpPr>
          <p:nvPr/>
        </p:nvSpPr>
        <p:spPr bwMode="auto">
          <a:xfrm>
            <a:off x="6019800" y="5257800"/>
            <a:ext cx="304800" cy="304800"/>
          </a:xfrm>
          <a:prstGeom prst="line">
            <a:avLst/>
          </a:prstGeom>
          <a:noFill/>
          <a:ln w="57240" cap="sq">
            <a:solidFill>
              <a:srgbClr val="800000"/>
            </a:solidFill>
            <a:miter lim="800000"/>
            <a:headEnd/>
            <a:tailEnd type="triangle" w="sm" len="sm"/>
          </a:ln>
          <a:effectLst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7" grpId="0" animBg="1"/>
      <p:bldP spid="74758" grpId="0" animBg="1"/>
      <p:bldP spid="74759" grpId="0" animBg="1"/>
      <p:bldP spid="7476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"/>
          <p:cNvSpPr>
            <a:spLocks noChangeArrowheads="1"/>
          </p:cNvSpPr>
          <p:nvPr/>
        </p:nvSpPr>
        <p:spPr bwMode="auto">
          <a:xfrm>
            <a:off x="228600" y="2895600"/>
            <a:ext cx="8440738" cy="1155700"/>
          </a:xfrm>
          <a:prstGeom prst="rect">
            <a:avLst/>
          </a:prstGeom>
          <a:solidFill>
            <a:srgbClr val="C00000"/>
          </a:solidFill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sz="6000" b="1">
                <a:solidFill>
                  <a:srgbClr val="FFFFFF"/>
                </a:solidFill>
                <a:latin typeface="DIN Pro" pitchFamily="32" charset="0"/>
                <a:ea typeface="Cambria Math" pitchFamily="16" charset="0"/>
                <a:cs typeface="Cambria Math" pitchFamily="16" charset="0"/>
              </a:rPr>
              <a:t>Static  RAM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6981825" y="6400800"/>
            <a:ext cx="2133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1080" rIns="9108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4329E72E-30F6-4E08-8EF0-9B1171903D6A}" type="slidenum">
              <a:rPr lang="en-US" sz="1200">
                <a:solidFill>
                  <a:srgbClr val="006666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14</a:t>
            </a:fld>
            <a:endParaRPr lang="en-US" sz="1200">
              <a:solidFill>
                <a:srgbClr val="006666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-9525" y="0"/>
            <a:ext cx="9115425" cy="19208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1080" rIns="91080">
            <a:spAutoFit/>
          </a:bodyPr>
          <a:lstStyle/>
          <a:p>
            <a:pPr algn="ct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MOSFET</a:t>
            </a:r>
            <a:r>
              <a:rPr lang="en-US" sz="4000">
                <a:solidFill>
                  <a:srgbClr val="008080"/>
                </a:solidFill>
                <a:latin typeface="DIN Pro" pitchFamily="32" charset="0"/>
                <a:cs typeface="Arial" charset="0"/>
              </a:rPr>
              <a:t>: </a:t>
            </a: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M</a:t>
            </a:r>
            <a:r>
              <a:rPr lang="en-US" sz="40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etal</a:t>
            </a:r>
            <a:r>
              <a:rPr lang="en-US" sz="4000">
                <a:solidFill>
                  <a:srgbClr val="008080"/>
                </a:solidFill>
                <a:latin typeface="DIN Pro" pitchFamily="32" charset="0"/>
                <a:cs typeface="Arial" charset="0"/>
              </a:rPr>
              <a:t> </a:t>
            </a: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O</a:t>
            </a:r>
            <a:r>
              <a:rPr lang="en-US" sz="40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xide</a:t>
            </a:r>
          </a:p>
          <a:p>
            <a:pPr algn="ct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000">
                <a:solidFill>
                  <a:srgbClr val="008080"/>
                </a:solidFill>
                <a:latin typeface="DIN Pro" pitchFamily="32" charset="0"/>
                <a:cs typeface="Arial" charset="0"/>
              </a:rPr>
              <a:t> </a:t>
            </a: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S</a:t>
            </a:r>
            <a:r>
              <a:rPr lang="en-US" sz="40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emiconductor</a:t>
            </a:r>
          </a:p>
          <a:p>
            <a:pPr algn="ct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F</a:t>
            </a:r>
            <a:r>
              <a:rPr lang="en-US" sz="40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ield</a:t>
            </a:r>
            <a:r>
              <a:rPr lang="en-US" sz="4000">
                <a:solidFill>
                  <a:srgbClr val="008080"/>
                </a:solidFill>
                <a:latin typeface="DIN Pro" pitchFamily="32" charset="0"/>
                <a:cs typeface="Arial" charset="0"/>
              </a:rPr>
              <a:t> </a:t>
            </a: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E</a:t>
            </a:r>
            <a:r>
              <a:rPr lang="en-US" sz="40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ffect</a:t>
            </a:r>
            <a:r>
              <a:rPr lang="en-US" sz="4000">
                <a:solidFill>
                  <a:srgbClr val="008080"/>
                </a:solidFill>
                <a:latin typeface="DIN Pro" pitchFamily="32" charset="0"/>
                <a:cs typeface="Arial" charset="0"/>
              </a:rPr>
              <a:t> </a:t>
            </a:r>
            <a:r>
              <a:rPr lang="en-US" sz="4000" b="1">
                <a:solidFill>
                  <a:srgbClr val="FF3300"/>
                </a:solidFill>
                <a:latin typeface="DIN Pro" pitchFamily="32" charset="0"/>
                <a:cs typeface="Arial" charset="0"/>
              </a:rPr>
              <a:t>T</a:t>
            </a:r>
            <a:r>
              <a:rPr lang="en-US" sz="40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ransistor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71438" y="3240088"/>
            <a:ext cx="5184775" cy="15541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1080" rIns="91080">
            <a:spAutoFit/>
          </a:bodyPr>
          <a:lstStyle/>
          <a:p>
            <a:pPr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FF"/>
                </a:solidFill>
                <a:latin typeface="DIN Pro" pitchFamily="32" charset="0"/>
                <a:cs typeface="Arial" charset="0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DIN Pro" pitchFamily="32" charset="0"/>
                <a:cs typeface="Arial" charset="0"/>
              </a:rPr>
              <a:t>A voltage controlled device</a:t>
            </a:r>
          </a:p>
          <a:p>
            <a:pPr eaLnBrk="1" hangingPunct="1">
              <a:buClr>
                <a:srgbClr val="008080"/>
              </a:buClr>
              <a:buSzPct val="70000"/>
              <a:buFont typeface="Wingdings" charset="2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DIN Pro" pitchFamily="32" charset="0"/>
                <a:cs typeface="Arial" charset="0"/>
              </a:rPr>
              <a:t>Dissipates less power </a:t>
            </a:r>
          </a:p>
          <a:p>
            <a:pPr eaLnBrk="1" hangingPunct="1">
              <a:buClr>
                <a:srgbClr val="008080"/>
              </a:buClr>
              <a:buSzPct val="70000"/>
              <a:buFont typeface="Wingdings" charset="2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DIN Pro" pitchFamily="32" charset="0"/>
                <a:cs typeface="Arial" charset="0"/>
              </a:rPr>
              <a:t>Achieves higher density on an IC</a:t>
            </a:r>
          </a:p>
          <a:p>
            <a:pPr eaLnBrk="1" hangingPunct="1">
              <a:buClr>
                <a:srgbClr val="008080"/>
              </a:buClr>
              <a:buSzPct val="70000"/>
              <a:buFont typeface="Wingdings" charset="2"/>
              <a:buChar char="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DIN Pro" pitchFamily="32" charset="0"/>
                <a:cs typeface="Arial" charset="0"/>
              </a:rPr>
              <a:t> Has full swing voltage 0 </a:t>
            </a:r>
            <a:r>
              <a:rPr lang="en-US" sz="2400" b="1">
                <a:solidFill>
                  <a:srgbClr val="000000"/>
                </a:solidFill>
                <a:latin typeface="DIN Pro" pitchFamily="32" charset="0"/>
                <a:ea typeface="Wingdings" charset="2"/>
                <a:cs typeface="Wingdings" charset="2"/>
              </a:rPr>
              <a:t>&gt;</a:t>
            </a:r>
            <a:r>
              <a:rPr lang="en-US" sz="2400" b="1">
                <a:solidFill>
                  <a:srgbClr val="000000"/>
                </a:solidFill>
                <a:latin typeface="DIN Pro" pitchFamily="32" charset="0"/>
                <a:cs typeface="Arial" charset="0"/>
              </a:rPr>
              <a:t> 5V</a:t>
            </a:r>
          </a:p>
        </p:txBody>
      </p:sp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362200"/>
            <a:ext cx="3886200" cy="3429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8610600" y="6380163"/>
            <a:ext cx="5334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ACD93FB3-1C9D-4BC4-842E-1DFFD339AF60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15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SimSun" charset="-122"/>
              </a:rPr>
              <a:t>Static RAM: 4T and 6T</a:t>
            </a:r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286000"/>
            <a:ext cx="2438400" cy="3429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2438400"/>
            <a:ext cx="2971800" cy="3124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pic>
        <p:nvPicPr>
          <p:cNvPr id="778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2438400"/>
            <a:ext cx="2819400" cy="3124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4473575" y="5867400"/>
            <a:ext cx="4103688" cy="3365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sz="16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Six Transistors to implement a memory cell</a:t>
            </a:r>
          </a:p>
        </p:txBody>
      </p:sp>
      <p:cxnSp>
        <p:nvCxnSpPr>
          <p:cNvPr id="77831" name="AutoShape 7"/>
          <p:cNvCxnSpPr>
            <a:cxnSpLocks noChangeShapeType="1"/>
          </p:cNvCxnSpPr>
          <p:nvPr/>
        </p:nvCxnSpPr>
        <p:spPr bwMode="auto">
          <a:xfrm flipV="1">
            <a:off x="6172200" y="4572000"/>
            <a:ext cx="1143000" cy="1230313"/>
          </a:xfrm>
          <a:prstGeom prst="straightConnector1">
            <a:avLst/>
          </a:prstGeom>
          <a:noFill/>
          <a:ln w="31680" cap="sq">
            <a:solidFill>
              <a:srgbClr val="0000FF"/>
            </a:solidFill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8382000" y="6400800"/>
            <a:ext cx="7620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E62B8ACD-96A2-4943-BA5A-D95D2D863128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16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0" y="-9525"/>
            <a:ext cx="9144000" cy="762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0675" y="1439863"/>
            <a:ext cx="3371850" cy="25050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6625" y="1079500"/>
            <a:ext cx="4494213" cy="46847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969963" y="-112713"/>
            <a:ext cx="7381875" cy="7604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             Pin Diagram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SimSun" charset="-122"/>
              </a:rPr>
              <a:t>SRAM Cell</a:t>
            </a: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566863"/>
            <a:ext cx="8305800" cy="4681537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8382000" y="6400800"/>
            <a:ext cx="7620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165EA4BB-5754-45E5-80DB-E4C1ECE8636D}" type="slidenum">
              <a:rPr lang="en-US" sz="1200">
                <a:solidFill>
                  <a:srgbClr val="006666"/>
                </a:solidFill>
                <a:latin typeface="Arial Black" pitchFamily="32" charset="0"/>
                <a:ea typeface="Noto Sans CJK SC" charset="0"/>
                <a:cs typeface="Noto Sans CJK SC" charset="0"/>
              </a:rPr>
              <a:pPr algn="r" eaLnBrk="1" hangingPunct="1">
                <a:buClrTx/>
                <a:buSzPct val="75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17</a:t>
            </a:fld>
            <a:endParaRPr lang="en-US" sz="1200">
              <a:solidFill>
                <a:srgbClr val="006666"/>
              </a:solidFill>
              <a:latin typeface="Arial Black" pitchFamily="32" charset="0"/>
              <a:ea typeface="Noto Sans CJK SC" charset="0"/>
              <a:cs typeface="Noto Sans CJK SC" charset="0"/>
            </a:endParaRPr>
          </a:p>
        </p:txBody>
      </p:sp>
      <p:sp>
        <p:nvSpPr>
          <p:cNvPr id="79876" name="AutoShape 4"/>
          <p:cNvSpPr>
            <a:spLocks noChangeArrowheads="1"/>
          </p:cNvSpPr>
          <p:nvPr/>
        </p:nvSpPr>
        <p:spPr bwMode="auto">
          <a:xfrm>
            <a:off x="990600" y="1295400"/>
            <a:ext cx="304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77" name="AutoShape 5"/>
          <p:cNvSpPr>
            <a:spLocks noChangeArrowheads="1"/>
          </p:cNvSpPr>
          <p:nvPr/>
        </p:nvSpPr>
        <p:spPr bwMode="auto">
          <a:xfrm>
            <a:off x="4762500" y="1295400"/>
            <a:ext cx="304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1300163" y="1246188"/>
            <a:ext cx="661987" cy="368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b="1">
                <a:solidFill>
                  <a:srgbClr val="C00000"/>
                </a:solidFill>
                <a:latin typeface="Arial" charset="0"/>
                <a:ea typeface="Noto Sans CJK SC" charset="0"/>
                <a:cs typeface="Noto Sans CJK SC" charset="0"/>
              </a:rPr>
              <a:t>VDD</a:t>
            </a: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4019550" y="1295400"/>
            <a:ext cx="688975" cy="368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b="1">
                <a:solidFill>
                  <a:srgbClr val="000000"/>
                </a:solidFill>
                <a:latin typeface="Arial" charset="0"/>
                <a:ea typeface="Noto Sans CJK SC" charset="0"/>
                <a:cs typeface="Noto Sans CJK SC" charset="0"/>
              </a:rPr>
              <a:t>GND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5067300" y="3733800"/>
            <a:ext cx="3771900" cy="685800"/>
          </a:xfrm>
          <a:prstGeom prst="rect">
            <a:avLst/>
          </a:prstGeom>
          <a:noFill/>
          <a:ln w="25560" cap="sq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81" name="AutoShape 9"/>
          <p:cNvSpPr>
            <a:spLocks noChangeArrowheads="1"/>
          </p:cNvSpPr>
          <p:nvPr/>
        </p:nvSpPr>
        <p:spPr bwMode="auto">
          <a:xfrm>
            <a:off x="2833688" y="1436688"/>
            <a:ext cx="304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2654300" y="1141413"/>
            <a:ext cx="661988" cy="368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b="1">
                <a:solidFill>
                  <a:srgbClr val="0000FF"/>
                </a:solidFill>
                <a:latin typeface="Arial" charset="0"/>
                <a:ea typeface="Noto Sans CJK SC" charset="0"/>
                <a:cs typeface="Noto Sans CJK SC" charset="0"/>
              </a:rPr>
              <a:t>VDD</a:t>
            </a:r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5067300" y="4430713"/>
            <a:ext cx="3771900" cy="685800"/>
          </a:xfrm>
          <a:prstGeom prst="rect">
            <a:avLst/>
          </a:prstGeom>
          <a:noFill/>
          <a:ln w="25560" cap="sq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84" name="AutoShape 12"/>
          <p:cNvSpPr>
            <a:spLocks noChangeArrowheads="1"/>
          </p:cNvSpPr>
          <p:nvPr/>
        </p:nvSpPr>
        <p:spPr bwMode="auto">
          <a:xfrm>
            <a:off x="4765675" y="1368425"/>
            <a:ext cx="304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5027613" y="1282700"/>
            <a:ext cx="661987" cy="368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b="1">
                <a:solidFill>
                  <a:srgbClr val="C00000"/>
                </a:solidFill>
                <a:latin typeface="Arial" charset="0"/>
                <a:ea typeface="Noto Sans CJK SC" charset="0"/>
                <a:cs typeface="Noto Sans CJK SC" charset="0"/>
              </a:rPr>
              <a:t>VDD</a:t>
            </a:r>
          </a:p>
        </p:txBody>
      </p:sp>
      <p:sp>
        <p:nvSpPr>
          <p:cNvPr id="79886" name="AutoShape 14"/>
          <p:cNvSpPr>
            <a:spLocks noChangeArrowheads="1"/>
          </p:cNvSpPr>
          <p:nvPr/>
        </p:nvSpPr>
        <p:spPr bwMode="auto">
          <a:xfrm>
            <a:off x="3313113" y="1770063"/>
            <a:ext cx="3048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3187700" y="1289050"/>
            <a:ext cx="661988" cy="3683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b="1">
                <a:solidFill>
                  <a:srgbClr val="0000FF"/>
                </a:solidFill>
                <a:latin typeface="Arial" charset="0"/>
                <a:ea typeface="Noto Sans CJK SC" charset="0"/>
                <a:cs typeface="Noto Sans CJK SC" charset="0"/>
              </a:rPr>
              <a:t>VDD</a:t>
            </a:r>
          </a:p>
        </p:txBody>
      </p:sp>
      <p:sp>
        <p:nvSpPr>
          <p:cNvPr id="79888" name="Oval 16"/>
          <p:cNvSpPr>
            <a:spLocks noChangeArrowheads="1"/>
          </p:cNvSpPr>
          <p:nvPr/>
        </p:nvSpPr>
        <p:spPr bwMode="auto">
          <a:xfrm>
            <a:off x="1143000" y="2819400"/>
            <a:ext cx="823913" cy="914400"/>
          </a:xfrm>
          <a:prstGeom prst="ellipse">
            <a:avLst/>
          </a:prstGeom>
          <a:noFill/>
          <a:ln w="28440" cap="sq">
            <a:solidFill>
              <a:srgbClr val="0000FF"/>
            </a:solidFill>
            <a:prstDash val="sys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89" name="Oval 17"/>
          <p:cNvSpPr>
            <a:spLocks noChangeArrowheads="1"/>
          </p:cNvSpPr>
          <p:nvPr/>
        </p:nvSpPr>
        <p:spPr bwMode="auto">
          <a:xfrm>
            <a:off x="4090988" y="2627313"/>
            <a:ext cx="823912" cy="914400"/>
          </a:xfrm>
          <a:prstGeom prst="ellipse">
            <a:avLst/>
          </a:prstGeom>
          <a:noFill/>
          <a:ln w="28440" cap="sq">
            <a:solidFill>
              <a:srgbClr val="0000FF"/>
            </a:solidFill>
            <a:prstDash val="sys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0" name="AutoShape 18"/>
          <p:cNvSpPr>
            <a:spLocks noChangeArrowheads="1"/>
          </p:cNvSpPr>
          <p:nvPr/>
        </p:nvSpPr>
        <p:spPr bwMode="auto">
          <a:xfrm>
            <a:off x="7924800" y="2514600"/>
            <a:ext cx="457200" cy="3048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00FF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1" name="AutoShape 19"/>
          <p:cNvSpPr>
            <a:spLocks noChangeArrowheads="1"/>
          </p:cNvSpPr>
          <p:nvPr/>
        </p:nvSpPr>
        <p:spPr bwMode="auto">
          <a:xfrm>
            <a:off x="5757863" y="2449513"/>
            <a:ext cx="457200" cy="3048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00FF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2" name="AutoShape 20"/>
          <p:cNvSpPr>
            <a:spLocks noChangeArrowheads="1"/>
          </p:cNvSpPr>
          <p:nvPr/>
        </p:nvSpPr>
        <p:spPr bwMode="auto">
          <a:xfrm>
            <a:off x="609600" y="4572000"/>
            <a:ext cx="914400" cy="685800"/>
          </a:xfrm>
          <a:prstGeom prst="irregularSeal1">
            <a:avLst/>
          </a:prstGeom>
          <a:solidFill>
            <a:srgbClr val="FFFF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3" name="AutoShape 21"/>
          <p:cNvSpPr>
            <a:spLocks noChangeArrowheads="1"/>
          </p:cNvSpPr>
          <p:nvPr/>
        </p:nvSpPr>
        <p:spPr bwMode="auto">
          <a:xfrm>
            <a:off x="4419600" y="4648200"/>
            <a:ext cx="914400" cy="685800"/>
          </a:xfrm>
          <a:prstGeom prst="irregularSeal1">
            <a:avLst/>
          </a:prstGeom>
          <a:solidFill>
            <a:srgbClr val="FFFF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4" name="Oval 22"/>
          <p:cNvSpPr>
            <a:spLocks noChangeArrowheads="1"/>
          </p:cNvSpPr>
          <p:nvPr/>
        </p:nvSpPr>
        <p:spPr bwMode="auto">
          <a:xfrm>
            <a:off x="950913" y="3956050"/>
            <a:ext cx="649287" cy="615950"/>
          </a:xfrm>
          <a:prstGeom prst="ellipse">
            <a:avLst/>
          </a:prstGeom>
          <a:noFill/>
          <a:ln w="31680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5" name="Oval 23"/>
          <p:cNvSpPr>
            <a:spLocks noChangeArrowheads="1"/>
          </p:cNvSpPr>
          <p:nvPr/>
        </p:nvSpPr>
        <p:spPr bwMode="auto">
          <a:xfrm>
            <a:off x="4418013" y="3998913"/>
            <a:ext cx="649287" cy="615950"/>
          </a:xfrm>
          <a:prstGeom prst="ellipse">
            <a:avLst/>
          </a:prstGeom>
          <a:noFill/>
          <a:ln w="31680" cap="sq">
            <a:solidFill>
              <a:srgbClr val="00007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79896" name="Oval 24"/>
          <p:cNvSpPr>
            <a:spLocks noChangeArrowheads="1"/>
          </p:cNvSpPr>
          <p:nvPr/>
        </p:nvSpPr>
        <p:spPr bwMode="auto">
          <a:xfrm>
            <a:off x="2673350" y="1843088"/>
            <a:ext cx="649288" cy="615950"/>
          </a:xfrm>
          <a:prstGeom prst="ellipse">
            <a:avLst/>
          </a:prstGeom>
          <a:noFill/>
          <a:ln w="31680" cap="sq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Effect">
                      <p:stCondLst>
                        <p:cond delay="indefinite"/>
                      </p:stCondLst>
                      <p:childTnLst>
                        <p:par>
                          <p:cTn id="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/>
      <p:bldP spid="79877" grpId="0" animBg="1"/>
      <p:bldP spid="79877" grpId="1" animBg="1"/>
      <p:bldP spid="79880" grpId="0" animBg="1"/>
      <p:bldP spid="79880" grpId="1" animBg="1"/>
      <p:bldP spid="79881" grpId="0" animBg="1"/>
      <p:bldP spid="79881" grpId="1" animBg="1"/>
      <p:bldP spid="79883" grpId="0" animBg="1"/>
      <p:bldP spid="79884" grpId="0" animBg="1"/>
      <p:bldP spid="79886" grpId="0" animBg="1"/>
      <p:bldP spid="79888" grpId="0" animBg="1"/>
      <p:bldP spid="79889" grpId="0" animBg="1"/>
      <p:bldP spid="79890" grpId="0" animBg="1"/>
      <p:bldP spid="79891" grpId="0" animBg="1"/>
      <p:bldP spid="79892" grpId="0" animBg="1"/>
      <p:bldP spid="79893" grpId="0" animBg="1"/>
      <p:bldP spid="79894" grpId="0" animBg="1"/>
      <p:bldP spid="79894" grpId="1" animBg="1"/>
      <p:bldP spid="79895" grpId="0" animBg="1"/>
      <p:bldP spid="79895" grpId="1" animBg="1"/>
      <p:bldP spid="7989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1"/>
          <p:cNvSpPr>
            <a:spLocks noChangeArrowheads="1"/>
          </p:cNvSpPr>
          <p:nvPr/>
        </p:nvSpPr>
        <p:spPr bwMode="auto">
          <a:xfrm>
            <a:off x="228600" y="2895600"/>
            <a:ext cx="8440738" cy="1155700"/>
          </a:xfrm>
          <a:prstGeom prst="rect">
            <a:avLst/>
          </a:prstGeom>
          <a:solidFill>
            <a:srgbClr val="C00000"/>
          </a:solidFill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CA" sz="6000">
                <a:solidFill>
                  <a:srgbClr val="FFFFFF"/>
                </a:solidFill>
                <a:latin typeface="DIN Pro" pitchFamily="32" charset="0"/>
                <a:ea typeface="Cambria Math" pitchFamily="16" charset="0"/>
                <a:cs typeface="Cambria Math" pitchFamily="16" charset="0"/>
              </a:rPr>
              <a:t>Dynamic RAM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1"/>
          <p:cNvSpPr txBox="1">
            <a:spLocks noChangeArrowheads="1"/>
          </p:cNvSpPr>
          <p:nvPr/>
        </p:nvSpPr>
        <p:spPr bwMode="auto">
          <a:xfrm>
            <a:off x="8458200" y="6534150"/>
            <a:ext cx="685800" cy="3048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2160" tIns="46080" rIns="92160" bIns="46080" anchor="ctr"/>
          <a:lstStyle/>
          <a:p>
            <a:pPr algn="r" eaLnBrk="1" hangingPunct="1">
              <a:buClrTx/>
              <a:buSzPct val="12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194C7B34-FE17-457A-B7B2-0A44FE18A6F2}" type="slidenum"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125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19</a:t>
            </a:fld>
            <a:endParaRPr lang="en-US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2160" tIns="46080" rIns="92160" bIns="460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Dynamic Memory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381000" y="1095375"/>
            <a:ext cx="8229600" cy="5181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2160" tIns="46080" rIns="92160" bIns="46080"/>
          <a:lstStyle/>
          <a:p>
            <a:pPr marL="336550" indent="-336550">
              <a:spcBef>
                <a:spcPts val="450"/>
              </a:spcBef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FF0033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Dynamic memory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is built with capacitors.</a:t>
            </a:r>
          </a:p>
          <a:p>
            <a:pPr marL="736600" lvl="1" indent="-279400">
              <a:spcBef>
                <a:spcPts val="450"/>
              </a:spcBef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 stored charge on the capacitor represents a logical 1.</a:t>
            </a:r>
          </a:p>
          <a:p>
            <a:pPr marL="736600" lvl="1" indent="-279400">
              <a:spcBef>
                <a:spcPts val="450"/>
              </a:spcBef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No charge represents a logic 0.</a:t>
            </a:r>
          </a:p>
          <a:p>
            <a:pPr marL="741363" lvl="1" indent="-279400">
              <a:spcBef>
                <a:spcPts val="250"/>
              </a:spcBef>
              <a:buClrTx/>
              <a:buSzPct val="125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10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  <a:p>
            <a:pPr marL="336550" indent="-336550">
              <a:spcBef>
                <a:spcPts val="450"/>
              </a:spcBef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However, capacitors lose their charge after a few milliseconds. The memory requires constant </a:t>
            </a:r>
            <a:r>
              <a:rPr lang="en-US">
                <a:solidFill>
                  <a:srgbClr val="FF0033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refreshing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to recharge the capacitors. (That’s what’s “dynamic” about it.)</a:t>
            </a:r>
          </a:p>
          <a:p>
            <a:pPr marL="341313" indent="-336550">
              <a:spcBef>
                <a:spcPts val="250"/>
              </a:spcBef>
              <a:buClrTx/>
              <a:buSzPct val="125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10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  <a:p>
            <a:pPr marL="336550" indent="-336550">
              <a:spcBef>
                <a:spcPts val="450"/>
              </a:spcBef>
              <a:buSzPct val="125000"/>
              <a:buFont typeface="Comic Sans MS" pitchFamily="6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Dynamic RAMs tend to be physically smaller than static RAMs.</a:t>
            </a:r>
          </a:p>
          <a:p>
            <a:pPr marL="736600" lvl="1" indent="-279400">
              <a:spcBef>
                <a:spcPts val="450"/>
              </a:spcBef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 single bit of data can be stored with just </a:t>
            </a:r>
            <a:r>
              <a:rPr lang="en-US">
                <a:solidFill>
                  <a:srgbClr val="FF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one capacitor and one transistor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, while </a:t>
            </a:r>
            <a:r>
              <a:rPr lang="en-US">
                <a:solidFill>
                  <a:srgbClr val="0000FF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static RAM cells typically require 4-6 transistors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.</a:t>
            </a:r>
          </a:p>
          <a:p>
            <a:pPr marL="736600" lvl="1" indent="-279400">
              <a:spcBef>
                <a:spcPts val="450"/>
              </a:spcBef>
              <a:buSzPct val="125000"/>
              <a:buFont typeface="Comic Sans MS" pitchFamily="64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This means dynamic RAM is </a:t>
            </a:r>
            <a:r>
              <a:rPr lang="en-US">
                <a:solidFill>
                  <a:srgbClr val="00B05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cheaper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and </a:t>
            </a:r>
            <a:r>
              <a:rPr lang="en-US">
                <a:solidFill>
                  <a:srgbClr val="00B05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denser</a:t>
            </a: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—more bits can be stored in the same physical area.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8382000" y="6400800"/>
            <a:ext cx="7620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5CE72D31-C0A3-44E0-9908-04EE06661D12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20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0" y="-9525"/>
            <a:ext cx="9144000" cy="762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Dynamic RAM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331788" y="1600200"/>
            <a:ext cx="6248400" cy="3276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Capacitor can hold charge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Transistor acts as gate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No charge is a 0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6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Can close switch &amp; add charge to store a 1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7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9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Then open switch (disconnect)</a:t>
            </a:r>
          </a:p>
          <a:p>
            <a:pPr marL="341313" indent="-336550" eaLnBrk="1" hangingPunct="1">
              <a:lnSpc>
                <a:spcPct val="90000"/>
              </a:lnSpc>
              <a:spcBef>
                <a:spcPts val="725"/>
              </a:spcBef>
              <a:buClrTx/>
              <a:buSzPct val="70000"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9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2057400"/>
            <a:ext cx="2209800" cy="17129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8534400" y="6391275"/>
            <a:ext cx="609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9EAA2861-83D5-4FA9-8000-B226D4E82B9D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21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26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800" b="1">
                <a:solidFill>
                  <a:srgbClr val="0070C0"/>
                </a:solidFill>
                <a:latin typeface="DIN Pro" pitchFamily="32" charset="0"/>
                <a:ea typeface="SimSun" charset="-122"/>
              </a:rPr>
              <a:t>DRAM Cell</a:t>
            </a: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528763"/>
            <a:ext cx="8001000" cy="4643437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83972" name="AutoShape 4"/>
          <p:cNvSpPr>
            <a:spLocks noChangeArrowheads="1"/>
          </p:cNvSpPr>
          <p:nvPr/>
        </p:nvSpPr>
        <p:spPr bwMode="auto">
          <a:xfrm>
            <a:off x="304800" y="39624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3973" name="AutoShape 5"/>
          <p:cNvSpPr>
            <a:spLocks noChangeArrowheads="1"/>
          </p:cNvSpPr>
          <p:nvPr/>
        </p:nvSpPr>
        <p:spPr bwMode="auto">
          <a:xfrm>
            <a:off x="254000" y="45720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3974" name="AutoShape 6"/>
          <p:cNvSpPr>
            <a:spLocks noChangeArrowheads="1"/>
          </p:cNvSpPr>
          <p:nvPr/>
        </p:nvSpPr>
        <p:spPr bwMode="auto">
          <a:xfrm>
            <a:off x="1447800" y="990600"/>
            <a:ext cx="304800" cy="538163"/>
          </a:xfrm>
          <a:prstGeom prst="downArrow">
            <a:avLst>
              <a:gd name="adj1" fmla="val 50000"/>
              <a:gd name="adj2" fmla="val 50002"/>
            </a:avLst>
          </a:prstGeom>
          <a:solidFill>
            <a:srgbClr val="FFC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3975" name="AutoShape 7"/>
          <p:cNvSpPr>
            <a:spLocks noChangeArrowheads="1"/>
          </p:cNvSpPr>
          <p:nvPr/>
        </p:nvSpPr>
        <p:spPr bwMode="auto">
          <a:xfrm>
            <a:off x="254000" y="1752600"/>
            <a:ext cx="431800" cy="304800"/>
          </a:xfrm>
          <a:prstGeom prst="rightArrow">
            <a:avLst>
              <a:gd name="adj1" fmla="val 50000"/>
              <a:gd name="adj2" fmla="val 50003"/>
            </a:avLst>
          </a:prstGeom>
          <a:solidFill>
            <a:srgbClr val="FFC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16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Effect">
                      <p:stCondLst>
                        <p:cond delay="indefinite"/>
                      </p:stCondLst>
                      <p:childTnLst>
                        <p:par>
                          <p:cTn id="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23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nimBg="1"/>
      <p:bldP spid="83972" grpId="1" animBg="1"/>
      <p:bldP spid="83973" grpId="0" animBg="1"/>
      <p:bldP spid="83973" grpId="1" animBg="1"/>
      <p:bldP spid="83974" grpId="0" animBg="1"/>
      <p:bldP spid="839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127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DRAM </a:t>
            </a:r>
            <a:r>
              <a:rPr lang="en-US" sz="4400" b="1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read</a:t>
            </a: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Operations</a:t>
            </a:r>
          </a:p>
        </p:txBody>
      </p:sp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685800" y="3657600"/>
            <a:ext cx="8153400" cy="2438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Precharge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bit line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to V</a:t>
            </a:r>
            <a:r>
              <a:rPr lang="en-US" sz="2400" baseline="-250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DD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/2.</a:t>
            </a:r>
          </a:p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Take the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word line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HIGH.</a:t>
            </a:r>
          </a:p>
          <a:p>
            <a:pPr marL="736600" lvl="1" indent="-279400" eaLnBrk="1" hangingPunct="1">
              <a:spcBef>
                <a:spcPts val="600"/>
              </a:spcBef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Detect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whether current flows into or out of the cell.</a:t>
            </a:r>
          </a:p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Note: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cell contents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are destroyed by the read!</a:t>
            </a:r>
          </a:p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Must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write the bit value back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after reading.</a:t>
            </a:r>
          </a:p>
          <a:p>
            <a:pPr marL="341313" indent="-336550" eaLnBrk="1" hangingPunct="1">
              <a:spcBef>
                <a:spcPts val="600"/>
              </a:spcBef>
              <a:buClr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400">
              <a:solidFill>
                <a:srgbClr val="0000FF"/>
              </a:solidFill>
              <a:latin typeface="Arial" charset="0"/>
              <a:ea typeface="Noto Sans CJK SC" charset="0"/>
              <a:cs typeface="Noto Sans CJK SC" charset="0"/>
            </a:endParaRPr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2438400" y="1143000"/>
          <a:ext cx="4114800" cy="2236788"/>
        </p:xfrm>
        <a:graphic>
          <a:graphicData uri="http://schemas.openxmlformats.org/presentationml/2006/ole">
            <p:oleObj spid="_x0000_s84995" r:id="rId4" imgW="3381847" imgH="1838095" progId="">
              <p:embed/>
            </p:oleObj>
          </a:graphicData>
        </a:graphic>
      </p:graphicFrame>
      <p:sp>
        <p:nvSpPr>
          <p:cNvPr id="84996" name="Oval 4"/>
          <p:cNvSpPr>
            <a:spLocks noChangeArrowheads="1"/>
          </p:cNvSpPr>
          <p:nvPr/>
        </p:nvSpPr>
        <p:spPr bwMode="auto">
          <a:xfrm>
            <a:off x="4572000" y="990600"/>
            <a:ext cx="914400" cy="533400"/>
          </a:xfrm>
          <a:prstGeom prst="ellipse">
            <a:avLst/>
          </a:prstGeom>
          <a:noFill/>
          <a:ln w="25560" cap="flat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4997" name="Oval 5"/>
          <p:cNvSpPr>
            <a:spLocks noChangeArrowheads="1"/>
          </p:cNvSpPr>
          <p:nvPr/>
        </p:nvSpPr>
        <p:spPr bwMode="auto">
          <a:xfrm>
            <a:off x="2819400" y="1295400"/>
            <a:ext cx="1219200" cy="457200"/>
          </a:xfrm>
          <a:prstGeom prst="ellipse">
            <a:avLst/>
          </a:prstGeom>
          <a:noFill/>
          <a:ln w="25560" cap="flat">
            <a:solidFill>
              <a:srgbClr val="00956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4998" name="AutoShape 6"/>
          <p:cNvSpPr>
            <a:spLocks noChangeArrowheads="1"/>
          </p:cNvSpPr>
          <p:nvPr/>
        </p:nvSpPr>
        <p:spPr bwMode="auto">
          <a:xfrm>
            <a:off x="5464175" y="3200400"/>
            <a:ext cx="914400" cy="914400"/>
          </a:xfrm>
          <a:prstGeom prst="irregularSeal1">
            <a:avLst/>
          </a:prstGeom>
          <a:solidFill>
            <a:srgbClr val="FFFF00"/>
          </a:solidFill>
          <a:ln w="12600" cap="flat">
            <a:solidFill>
              <a:srgbClr val="00956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8515350" y="6543675"/>
            <a:ext cx="609600" cy="3143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C6A2EA83-ACF3-444A-8821-3FD2E83D18AF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22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4996" grpId="1" animBg="1"/>
      <p:bldP spid="84997" grpId="0" animBg="1"/>
      <p:bldP spid="84997" grpId="1" animBg="1"/>
      <p:bldP spid="84998" grpId="0" animBg="1"/>
      <p:bldP spid="8499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71278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DRAM </a:t>
            </a:r>
            <a:r>
              <a:rPr lang="en-US" sz="4400" b="1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write</a:t>
            </a: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Operations</a:t>
            </a:r>
          </a:p>
        </p:txBody>
      </p:sp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304800" y="3657600"/>
            <a:ext cx="8382000" cy="2438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Take the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word line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HIGH.</a:t>
            </a:r>
          </a:p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Set the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bit line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LOW or HIGH to store 0 or 1.</a:t>
            </a:r>
          </a:p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Take the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word line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LOW.</a:t>
            </a:r>
          </a:p>
          <a:p>
            <a:pPr marL="741363" lvl="1" indent="-279400" eaLnBrk="1" hangingPunct="1">
              <a:spcBef>
                <a:spcPts val="600"/>
              </a:spcBef>
              <a:buClr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endParaRPr lang="en-US" sz="2400">
              <a:solidFill>
                <a:srgbClr val="000000"/>
              </a:solidFill>
              <a:latin typeface="DIN Pro" pitchFamily="32" charset="0"/>
              <a:ea typeface="Noto Sans CJK SC" charset="0"/>
              <a:cs typeface="Noto Sans CJK SC" charset="0"/>
            </a:endParaRPr>
          </a:p>
          <a:p>
            <a:pPr marL="736600" lvl="1" indent="-279400" eaLnBrk="1" hangingPunct="1">
              <a:spcBef>
                <a:spcPts val="600"/>
              </a:spcBef>
              <a:buClr>
                <a:srgbClr val="0000FF"/>
              </a:buClr>
              <a:buFont typeface="Arial" charset="0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Note:  The stored charge for a 1 will </a:t>
            </a: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IN Pro" pitchFamily="32" charset="0"/>
                <a:ea typeface="Noto Sans CJK SC" charset="0"/>
                <a:cs typeface="Noto Sans CJK SC" charset="0"/>
              </a:rPr>
              <a:t>eventually leak</a:t>
            </a:r>
            <a:r>
              <a:rPr lang="en-US" sz="24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off.</a:t>
            </a:r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2438400" y="1143000"/>
          <a:ext cx="4114800" cy="2236788"/>
        </p:xfrm>
        <a:graphic>
          <a:graphicData uri="http://schemas.openxmlformats.org/presentationml/2006/ole">
            <p:oleObj spid="_x0000_s86019" r:id="rId4" imgW="3381847" imgH="1838095" progId="">
              <p:embed/>
            </p:oleObj>
          </a:graphicData>
        </a:graphic>
      </p:graphicFrame>
      <p:sp>
        <p:nvSpPr>
          <p:cNvPr id="86020" name="Oval 4"/>
          <p:cNvSpPr>
            <a:spLocks noChangeArrowheads="1"/>
          </p:cNvSpPr>
          <p:nvPr/>
        </p:nvSpPr>
        <p:spPr bwMode="auto">
          <a:xfrm>
            <a:off x="4572000" y="990600"/>
            <a:ext cx="914400" cy="533400"/>
          </a:xfrm>
          <a:prstGeom prst="ellipse">
            <a:avLst/>
          </a:prstGeom>
          <a:noFill/>
          <a:ln w="25560" cap="flat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6021" name="Oval 5"/>
          <p:cNvSpPr>
            <a:spLocks noChangeArrowheads="1"/>
          </p:cNvSpPr>
          <p:nvPr/>
        </p:nvSpPr>
        <p:spPr bwMode="auto">
          <a:xfrm>
            <a:off x="2819400" y="1295400"/>
            <a:ext cx="1219200" cy="457200"/>
          </a:xfrm>
          <a:prstGeom prst="ellipse">
            <a:avLst/>
          </a:prstGeom>
          <a:noFill/>
          <a:ln w="25560" cap="flat">
            <a:solidFill>
              <a:srgbClr val="00956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8534400" y="6619875"/>
            <a:ext cx="609600" cy="2381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0A302E29-616E-4CAC-9A51-9ED2FAD2F826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23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nimBg="1"/>
      <p:bldP spid="86020" grpId="1" animBg="1"/>
      <p:bldP spid="86021" grpId="0" animBg="1"/>
      <p:bldP spid="86021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ext Box 1"/>
          <p:cNvSpPr txBox="1">
            <a:spLocks noChangeArrowheads="1"/>
          </p:cNvSpPr>
          <p:nvPr/>
        </p:nvSpPr>
        <p:spPr bwMode="auto">
          <a:xfrm>
            <a:off x="8620125" y="6380163"/>
            <a:ext cx="523875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AA96CAB1-6B62-4176-B466-B6926BD5A2B4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24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grpSp>
        <p:nvGrpSpPr>
          <p:cNvPr id="87042" name="Group 2"/>
          <p:cNvGrpSpPr>
            <a:grpSpLocks/>
          </p:cNvGrpSpPr>
          <p:nvPr/>
        </p:nvGrpSpPr>
        <p:grpSpPr bwMode="auto">
          <a:xfrm>
            <a:off x="6616700" y="5214938"/>
            <a:ext cx="2343150" cy="225425"/>
            <a:chOff x="4168" y="3285"/>
            <a:chExt cx="1476" cy="142"/>
          </a:xfrm>
        </p:grpSpPr>
        <p:sp>
          <p:nvSpPr>
            <p:cNvPr id="87043" name="Freeform 3"/>
            <p:cNvSpPr>
              <a:spLocks noChangeArrowheads="1"/>
            </p:cNvSpPr>
            <p:nvPr/>
          </p:nvSpPr>
          <p:spPr bwMode="auto">
            <a:xfrm>
              <a:off x="5488" y="3407"/>
              <a:ext cx="156" cy="20"/>
            </a:xfrm>
            <a:custGeom>
              <a:avLst/>
              <a:gdLst>
                <a:gd name="G0" fmla="+- 19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32768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32768 0 0"/>
                <a:gd name="T0" fmla="*/ 0 w 80"/>
                <a:gd name="T1" fmla="*/ 2147483646 h 12"/>
                <a:gd name="T2" fmla="*/ 2147483646 w 80"/>
                <a:gd name="T3" fmla="*/ 0 h 12"/>
                <a:gd name="T4" fmla="*/ 2147483646 w 80"/>
                <a:gd name="T5" fmla="*/ 2147483646 h 12"/>
                <a:gd name="T6" fmla="*/ 2147483646 w 80"/>
                <a:gd name="T7" fmla="*/ 0 h 12"/>
                <a:gd name="T8" fmla="*/ 2147483646 w 80"/>
                <a:gd name="T9" fmla="*/ 2147483646 h 12"/>
                <a:gd name="T10" fmla="*/ 2147483646 w 80"/>
                <a:gd name="T11" fmla="*/ 0 h 12"/>
                <a:gd name="T12" fmla="*/ 2147483646 w 80"/>
                <a:gd name="T13" fmla="*/ 2147483646 h 12"/>
                <a:gd name="T14" fmla="*/ 2147483646 w 80"/>
                <a:gd name="T15" fmla="*/ 0 h 12"/>
                <a:gd name="T16" fmla="*/ 2147483646 w 80"/>
                <a:gd name="T17" fmla="*/ 2147483646 h 12"/>
                <a:gd name="T18" fmla="*/ 2147483646 w 80"/>
                <a:gd name="T19" fmla="*/ 2147483646 h 12"/>
                <a:gd name="T20" fmla="*/ 0 w 80"/>
                <a:gd name="T21" fmla="*/ 2147483646 h 12"/>
                <a:gd name="T22" fmla="*/ 0 w 80"/>
                <a:gd name="T23" fmla="*/ 2147483646 h 12"/>
                <a:gd name="T24" fmla="*/ 0 w 80"/>
                <a:gd name="T25" fmla="*/ 0 h 12"/>
                <a:gd name="T26" fmla="*/ 80 w 80"/>
                <a:gd name="T2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0" h="12">
                  <a:moveTo>
                    <a:pt x="0" y="1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59" y="9"/>
                    <a:pt x="80" y="12"/>
                    <a:pt x="80" y="12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44" name="Freeform 4"/>
            <p:cNvSpPr>
              <a:spLocks noChangeArrowheads="1"/>
            </p:cNvSpPr>
            <p:nvPr/>
          </p:nvSpPr>
          <p:spPr bwMode="auto">
            <a:xfrm>
              <a:off x="4168" y="3285"/>
              <a:ext cx="736" cy="140"/>
            </a:xfrm>
            <a:custGeom>
              <a:avLst/>
              <a:gdLst>
                <a:gd name="G0" fmla="+- 68 0 0"/>
                <a:gd name="G1" fmla="+- 1 0 0"/>
                <a:gd name="G2" fmla="*/ 1 44685 3392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1 0 0"/>
                <a:gd name="G21" fmla="+- 1 0 0"/>
                <a:gd name="T0" fmla="*/ 0 w 740"/>
                <a:gd name="T1" fmla="*/ 2147483646 h 96"/>
                <a:gd name="T2" fmla="*/ 0 w 740"/>
                <a:gd name="T3" fmla="*/ 695409453 h 96"/>
                <a:gd name="T4" fmla="*/ 44 w 740"/>
                <a:gd name="T5" fmla="*/ 105136604 h 96"/>
                <a:gd name="T6" fmla="*/ 86 w 740"/>
                <a:gd name="T7" fmla="*/ 602149653 h 96"/>
                <a:gd name="T8" fmla="*/ 128 w 740"/>
                <a:gd name="T9" fmla="*/ 105136604 h 96"/>
                <a:gd name="T10" fmla="*/ 172 w 740"/>
                <a:gd name="T11" fmla="*/ 602149653 h 96"/>
                <a:gd name="T12" fmla="*/ 218 w 740"/>
                <a:gd name="T13" fmla="*/ 60540696 h 96"/>
                <a:gd name="T14" fmla="*/ 254 w 740"/>
                <a:gd name="T15" fmla="*/ 503165304 h 96"/>
                <a:gd name="T16" fmla="*/ 294 w 740"/>
                <a:gd name="T17" fmla="*/ 0 h 96"/>
                <a:gd name="T18" fmla="*/ 330 w 740"/>
                <a:gd name="T19" fmla="*/ 602149653 h 96"/>
                <a:gd name="T20" fmla="*/ 372 w 740"/>
                <a:gd name="T21" fmla="*/ 105136604 h 96"/>
                <a:gd name="T22" fmla="*/ 412 w 740"/>
                <a:gd name="T23" fmla="*/ 602149653 h 96"/>
                <a:gd name="T24" fmla="*/ 454 w 740"/>
                <a:gd name="T25" fmla="*/ 197860379 h 96"/>
                <a:gd name="T26" fmla="*/ 498 w 740"/>
                <a:gd name="T27" fmla="*/ 555631955 h 96"/>
                <a:gd name="T28" fmla="*/ 536 w 740"/>
                <a:gd name="T29" fmla="*/ 105136604 h 96"/>
                <a:gd name="T30" fmla="*/ 578 w 740"/>
                <a:gd name="T31" fmla="*/ 649959584 h 96"/>
                <a:gd name="T32" fmla="*/ 620 w 740"/>
                <a:gd name="T33" fmla="*/ 105136604 h 96"/>
                <a:gd name="T34" fmla="*/ 656 w 740"/>
                <a:gd name="T35" fmla="*/ 649959584 h 96"/>
                <a:gd name="T36" fmla="*/ 702 w 740"/>
                <a:gd name="T37" fmla="*/ 105136604 h 96"/>
                <a:gd name="T38" fmla="*/ 738 w 740"/>
                <a:gd name="T39" fmla="*/ 695409453 h 96"/>
                <a:gd name="T40" fmla="*/ 740 w 740"/>
                <a:gd name="T41" fmla="*/ 2147483646 h 96"/>
                <a:gd name="T42" fmla="*/ 0 w 740"/>
                <a:gd name="T43" fmla="*/ 2147483646 h 96"/>
                <a:gd name="T44" fmla="*/ 0 w 740"/>
                <a:gd name="T45" fmla="*/ 0 h 96"/>
                <a:gd name="T46" fmla="*/ 740 w 740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40" h="96">
                  <a:moveTo>
                    <a:pt x="0" y="96"/>
                  </a:moveTo>
                  <a:lnTo>
                    <a:pt x="0" y="28"/>
                  </a:lnTo>
                  <a:lnTo>
                    <a:pt x="44" y="4"/>
                  </a:lnTo>
                  <a:lnTo>
                    <a:pt x="86" y="24"/>
                  </a:lnTo>
                  <a:lnTo>
                    <a:pt x="128" y="4"/>
                  </a:lnTo>
                  <a:lnTo>
                    <a:pt x="172" y="24"/>
                  </a:lnTo>
                  <a:lnTo>
                    <a:pt x="218" y="2"/>
                  </a:lnTo>
                  <a:lnTo>
                    <a:pt x="254" y="20"/>
                  </a:lnTo>
                  <a:lnTo>
                    <a:pt x="294" y="0"/>
                  </a:lnTo>
                  <a:lnTo>
                    <a:pt x="330" y="24"/>
                  </a:lnTo>
                  <a:lnTo>
                    <a:pt x="372" y="4"/>
                  </a:lnTo>
                  <a:lnTo>
                    <a:pt x="412" y="24"/>
                  </a:lnTo>
                  <a:lnTo>
                    <a:pt x="454" y="8"/>
                  </a:lnTo>
                  <a:lnTo>
                    <a:pt x="498" y="22"/>
                  </a:lnTo>
                  <a:lnTo>
                    <a:pt x="536" y="4"/>
                  </a:lnTo>
                  <a:lnTo>
                    <a:pt x="578" y="26"/>
                  </a:lnTo>
                  <a:lnTo>
                    <a:pt x="620" y="4"/>
                  </a:lnTo>
                  <a:lnTo>
                    <a:pt x="656" y="26"/>
                  </a:lnTo>
                  <a:lnTo>
                    <a:pt x="702" y="4"/>
                  </a:lnTo>
                  <a:lnTo>
                    <a:pt x="738" y="28"/>
                  </a:lnTo>
                  <a:lnTo>
                    <a:pt x="740" y="94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CCCC"/>
            </a:solidFill>
            <a:ln w="9360" cap="flat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045" name="Group 5"/>
          <p:cNvGrpSpPr>
            <a:grpSpLocks/>
          </p:cNvGrpSpPr>
          <p:nvPr/>
        </p:nvGrpSpPr>
        <p:grpSpPr bwMode="auto">
          <a:xfrm>
            <a:off x="3851275" y="5108575"/>
            <a:ext cx="2324100" cy="354013"/>
            <a:chOff x="2426" y="3218"/>
            <a:chExt cx="1464" cy="223"/>
          </a:xfrm>
        </p:grpSpPr>
        <p:sp>
          <p:nvSpPr>
            <p:cNvPr id="87046" name="Freeform 6"/>
            <p:cNvSpPr>
              <a:spLocks noChangeArrowheads="1"/>
            </p:cNvSpPr>
            <p:nvPr/>
          </p:nvSpPr>
          <p:spPr bwMode="auto">
            <a:xfrm>
              <a:off x="3734" y="3218"/>
              <a:ext cx="156" cy="222"/>
            </a:xfrm>
            <a:custGeom>
              <a:avLst/>
              <a:gdLst>
                <a:gd name="G0" fmla="+- 38 0 0"/>
                <a:gd name="G1" fmla="+- 1 0 0"/>
                <a:gd name="G2" fmla="+- 1 0 0"/>
                <a:gd name="G3" fmla="+- 1 0 0"/>
                <a:gd name="G4" fmla="+- 1 0 0"/>
                <a:gd name="G5" fmla="+- 116 0 0"/>
                <a:gd name="G6" fmla="+- 49170 0 0"/>
                <a:gd name="G7" fmla="+- 1 0 0"/>
                <a:gd name="G8" fmla="+- 1 0 0"/>
                <a:gd name="G9" fmla="*/ 1 26185 51712"/>
                <a:gd name="G10" fmla="+- 1 0 0"/>
                <a:gd name="G11" fmla="+- 32768 0 0"/>
                <a:gd name="T0" fmla="*/ 0 w 160"/>
                <a:gd name="T1" fmla="*/ 2147483646 h 136"/>
                <a:gd name="T2" fmla="*/ 18 w 160"/>
                <a:gd name="T3" fmla="*/ 0 h 136"/>
                <a:gd name="T4" fmla="*/ 44 w 160"/>
                <a:gd name="T5" fmla="*/ 2147483646 h 136"/>
                <a:gd name="T6" fmla="*/ 62 w 160"/>
                <a:gd name="T7" fmla="*/ 0 h 136"/>
                <a:gd name="T8" fmla="*/ 80 w 160"/>
                <a:gd name="T9" fmla="*/ 2147483646 h 136"/>
                <a:gd name="T10" fmla="*/ 100 w 160"/>
                <a:gd name="T11" fmla="*/ 0 h 136"/>
                <a:gd name="T12" fmla="*/ 126 w 160"/>
                <a:gd name="T13" fmla="*/ 2147483646 h 136"/>
                <a:gd name="T14" fmla="*/ 140 w 160"/>
                <a:gd name="T15" fmla="*/ 0 h 136"/>
                <a:gd name="T16" fmla="*/ 160 w 160"/>
                <a:gd name="T17" fmla="*/ 2147483646 h 136"/>
                <a:gd name="T18" fmla="*/ 160 w 160"/>
                <a:gd name="T19" fmla="*/ 2147483646 h 136"/>
                <a:gd name="T20" fmla="*/ 0 w 160"/>
                <a:gd name="T21" fmla="*/ 2147483646 h 136"/>
                <a:gd name="T22" fmla="*/ 0 w 160"/>
                <a:gd name="T23" fmla="*/ 2147483646 h 136"/>
                <a:gd name="T24" fmla="*/ 0 w 160"/>
                <a:gd name="T25" fmla="*/ 0 h 136"/>
                <a:gd name="T26" fmla="*/ 160 w 160"/>
                <a:gd name="T2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160" h="136">
                  <a:moveTo>
                    <a:pt x="0" y="20"/>
                  </a:moveTo>
                  <a:lnTo>
                    <a:pt x="18" y="0"/>
                  </a:lnTo>
                  <a:lnTo>
                    <a:pt x="44" y="12"/>
                  </a:lnTo>
                  <a:lnTo>
                    <a:pt x="62" y="0"/>
                  </a:lnTo>
                  <a:lnTo>
                    <a:pt x="80" y="12"/>
                  </a:lnTo>
                  <a:lnTo>
                    <a:pt x="100" y="0"/>
                  </a:lnTo>
                  <a:lnTo>
                    <a:pt x="126" y="18"/>
                  </a:lnTo>
                  <a:lnTo>
                    <a:pt x="140" y="0"/>
                  </a:lnTo>
                  <a:lnTo>
                    <a:pt x="160" y="18"/>
                  </a:lnTo>
                  <a:lnTo>
                    <a:pt x="160" y="136"/>
                  </a:lnTo>
                  <a:lnTo>
                    <a:pt x="0" y="13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47" name="Freeform 7"/>
            <p:cNvSpPr>
              <a:spLocks noChangeArrowheads="1"/>
            </p:cNvSpPr>
            <p:nvPr/>
          </p:nvSpPr>
          <p:spPr bwMode="auto">
            <a:xfrm>
              <a:off x="2426" y="3305"/>
              <a:ext cx="728" cy="136"/>
            </a:xfrm>
            <a:custGeom>
              <a:avLst/>
              <a:gdLst>
                <a:gd name="G0" fmla="+- 128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20 0 0"/>
                <a:gd name="G21" fmla="+- 41 0 0"/>
                <a:gd name="T0" fmla="*/ 0 w 732"/>
                <a:gd name="T1" fmla="*/ 2 h 172"/>
                <a:gd name="T2" fmla="*/ 0 w 732"/>
                <a:gd name="T3" fmla="*/ 2 h 172"/>
                <a:gd name="T4" fmla="*/ 40 w 732"/>
                <a:gd name="T5" fmla="*/ 2 h 172"/>
                <a:gd name="T6" fmla="*/ 82 w 732"/>
                <a:gd name="T7" fmla="*/ 2 h 172"/>
                <a:gd name="T8" fmla="*/ 124 w 732"/>
                <a:gd name="T9" fmla="*/ 2 h 172"/>
                <a:gd name="T10" fmla="*/ 168 w 732"/>
                <a:gd name="T11" fmla="*/ 2 h 172"/>
                <a:gd name="T12" fmla="*/ 214 w 732"/>
                <a:gd name="T13" fmla="*/ 2 h 172"/>
                <a:gd name="T14" fmla="*/ 252 w 732"/>
                <a:gd name="T15" fmla="*/ 2 h 172"/>
                <a:gd name="T16" fmla="*/ 290 w 732"/>
                <a:gd name="T17" fmla="*/ 2 h 172"/>
                <a:gd name="T18" fmla="*/ 326 w 732"/>
                <a:gd name="T19" fmla="*/ 2 h 172"/>
                <a:gd name="T20" fmla="*/ 368 w 732"/>
                <a:gd name="T21" fmla="*/ 2 h 172"/>
                <a:gd name="T22" fmla="*/ 408 w 732"/>
                <a:gd name="T23" fmla="*/ 2 h 172"/>
                <a:gd name="T24" fmla="*/ 450 w 732"/>
                <a:gd name="T25" fmla="*/ 2 h 172"/>
                <a:gd name="T26" fmla="*/ 494 w 732"/>
                <a:gd name="T27" fmla="*/ 2 h 172"/>
                <a:gd name="T28" fmla="*/ 532 w 732"/>
                <a:gd name="T29" fmla="*/ 2 h 172"/>
                <a:gd name="T30" fmla="*/ 572 w 732"/>
                <a:gd name="T31" fmla="*/ 2 h 172"/>
                <a:gd name="T32" fmla="*/ 616 w 732"/>
                <a:gd name="T33" fmla="*/ 2 h 172"/>
                <a:gd name="T34" fmla="*/ 656 w 732"/>
                <a:gd name="T35" fmla="*/ 2 h 172"/>
                <a:gd name="T36" fmla="*/ 700 w 732"/>
                <a:gd name="T37" fmla="*/ 0 h 172"/>
                <a:gd name="T38" fmla="*/ 732 w 732"/>
                <a:gd name="T39" fmla="*/ 2 h 172"/>
                <a:gd name="T40" fmla="*/ 732 w 732"/>
                <a:gd name="T41" fmla="*/ 2 h 172"/>
                <a:gd name="T42" fmla="*/ 0 w 732"/>
                <a:gd name="T43" fmla="*/ 2 h 172"/>
                <a:gd name="T44" fmla="*/ 0 w 732"/>
                <a:gd name="T45" fmla="*/ 0 h 172"/>
                <a:gd name="T46" fmla="*/ 732 w 732"/>
                <a:gd name="T4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32" h="172">
                  <a:moveTo>
                    <a:pt x="0" y="172"/>
                  </a:moveTo>
                  <a:lnTo>
                    <a:pt x="0" y="44"/>
                  </a:lnTo>
                  <a:lnTo>
                    <a:pt x="40" y="6"/>
                  </a:lnTo>
                  <a:lnTo>
                    <a:pt x="82" y="28"/>
                  </a:lnTo>
                  <a:lnTo>
                    <a:pt x="124" y="6"/>
                  </a:lnTo>
                  <a:lnTo>
                    <a:pt x="168" y="28"/>
                  </a:lnTo>
                  <a:lnTo>
                    <a:pt x="214" y="4"/>
                  </a:lnTo>
                  <a:lnTo>
                    <a:pt x="252" y="26"/>
                  </a:lnTo>
                  <a:lnTo>
                    <a:pt x="290" y="4"/>
                  </a:lnTo>
                  <a:lnTo>
                    <a:pt x="326" y="28"/>
                  </a:lnTo>
                  <a:lnTo>
                    <a:pt x="368" y="6"/>
                  </a:lnTo>
                  <a:lnTo>
                    <a:pt x="408" y="28"/>
                  </a:lnTo>
                  <a:lnTo>
                    <a:pt x="450" y="12"/>
                  </a:lnTo>
                  <a:lnTo>
                    <a:pt x="494" y="24"/>
                  </a:lnTo>
                  <a:lnTo>
                    <a:pt x="532" y="6"/>
                  </a:lnTo>
                  <a:lnTo>
                    <a:pt x="572" y="30"/>
                  </a:lnTo>
                  <a:lnTo>
                    <a:pt x="616" y="6"/>
                  </a:lnTo>
                  <a:lnTo>
                    <a:pt x="656" y="24"/>
                  </a:lnTo>
                  <a:lnTo>
                    <a:pt x="700" y="0"/>
                  </a:lnTo>
                  <a:lnTo>
                    <a:pt x="732" y="24"/>
                  </a:lnTo>
                  <a:lnTo>
                    <a:pt x="732" y="168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33CC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048" name="Group 8"/>
          <p:cNvGrpSpPr>
            <a:grpSpLocks/>
          </p:cNvGrpSpPr>
          <p:nvPr/>
        </p:nvGrpSpPr>
        <p:grpSpPr bwMode="auto">
          <a:xfrm>
            <a:off x="6613525" y="3808413"/>
            <a:ext cx="2333625" cy="317500"/>
            <a:chOff x="4166" y="2399"/>
            <a:chExt cx="1470" cy="200"/>
          </a:xfrm>
        </p:grpSpPr>
        <p:sp>
          <p:nvSpPr>
            <p:cNvPr id="87049" name="Freeform 9"/>
            <p:cNvSpPr>
              <a:spLocks noChangeArrowheads="1"/>
            </p:cNvSpPr>
            <p:nvPr/>
          </p:nvSpPr>
          <p:spPr bwMode="auto">
            <a:xfrm>
              <a:off x="5480" y="2399"/>
              <a:ext cx="156" cy="200"/>
            </a:xfrm>
            <a:custGeom>
              <a:avLst/>
              <a:gdLst>
                <a:gd name="G0" fmla="+- 20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32768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1 0 0"/>
                <a:gd name="T0" fmla="*/ 0 w 80"/>
                <a:gd name="T1" fmla="*/ 2147483646 h 69"/>
                <a:gd name="T2" fmla="*/ 2147483646 w 80"/>
                <a:gd name="T3" fmla="*/ 0 h 69"/>
                <a:gd name="T4" fmla="*/ 2147483646 w 80"/>
                <a:gd name="T5" fmla="*/ 2147483646 h 69"/>
                <a:gd name="T6" fmla="*/ 2147483646 w 80"/>
                <a:gd name="T7" fmla="*/ 0 h 69"/>
                <a:gd name="T8" fmla="*/ 2147483646 w 80"/>
                <a:gd name="T9" fmla="*/ 2147483646 h 69"/>
                <a:gd name="T10" fmla="*/ 2147483646 w 80"/>
                <a:gd name="T11" fmla="*/ 0 h 69"/>
                <a:gd name="T12" fmla="*/ 2147483646 w 80"/>
                <a:gd name="T13" fmla="*/ 2147483646 h 69"/>
                <a:gd name="T14" fmla="*/ 2147483646 w 80"/>
                <a:gd name="T15" fmla="*/ 0 h 69"/>
                <a:gd name="T16" fmla="*/ 2147483646 w 80"/>
                <a:gd name="T17" fmla="*/ 2147483646 h 69"/>
                <a:gd name="T18" fmla="*/ 2147483646 w 80"/>
                <a:gd name="T19" fmla="*/ 2147483646 h 69"/>
                <a:gd name="T20" fmla="*/ 2147483646 w 80"/>
                <a:gd name="T21" fmla="*/ 2147483646 h 69"/>
                <a:gd name="T22" fmla="*/ 0 w 80"/>
                <a:gd name="T23" fmla="*/ 2147483646 h 69"/>
                <a:gd name="T24" fmla="*/ 0 w 80"/>
                <a:gd name="T25" fmla="*/ 0 h 69"/>
                <a:gd name="T26" fmla="*/ 80 w 80"/>
                <a:gd name="T2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0" h="69">
                  <a:moveTo>
                    <a:pt x="0" y="1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8" y="69"/>
                    <a:pt x="80" y="69"/>
                    <a:pt x="80" y="69"/>
                  </a:cubicBezTo>
                  <a:cubicBezTo>
                    <a:pt x="1" y="69"/>
                    <a:pt x="1" y="69"/>
                    <a:pt x="1" y="69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50" name="Freeform 10"/>
            <p:cNvSpPr>
              <a:spLocks noChangeArrowheads="1"/>
            </p:cNvSpPr>
            <p:nvPr/>
          </p:nvSpPr>
          <p:spPr bwMode="auto">
            <a:xfrm>
              <a:off x="4166" y="2578"/>
              <a:ext cx="734" cy="20"/>
            </a:xfrm>
            <a:custGeom>
              <a:avLst/>
              <a:gdLst>
                <a:gd name="G0" fmla="+- 16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*/ 1 16385 2"/>
                <a:gd name="G12" fmla="+- 1 0 0"/>
                <a:gd name="G13" fmla="+- 1 0 0"/>
                <a:gd name="G14" fmla="+- 1 0 0"/>
                <a:gd name="G15" fmla="+- 1 0 0"/>
                <a:gd name="G16" fmla="*/ 1 62023 61568"/>
                <a:gd name="G17" fmla="+- 1 0 0"/>
                <a:gd name="G18" fmla="+- 1 0 0"/>
                <a:gd name="G19" fmla="+- 1 0 0"/>
                <a:gd name="G20" fmla="+- 80 0 0"/>
                <a:gd name="T0" fmla="*/ 0 w 738"/>
                <a:gd name="T1" fmla="*/ 24 h 24"/>
                <a:gd name="T2" fmla="*/ 8 w 738"/>
                <a:gd name="T3" fmla="*/ 16 h 24"/>
                <a:gd name="T4" fmla="*/ 36 w 738"/>
                <a:gd name="T5" fmla="*/ 0 h 24"/>
                <a:gd name="T6" fmla="*/ 80 w 738"/>
                <a:gd name="T7" fmla="*/ 20 h 24"/>
                <a:gd name="T8" fmla="*/ 122 w 738"/>
                <a:gd name="T9" fmla="*/ 0 h 24"/>
                <a:gd name="T10" fmla="*/ 166 w 738"/>
                <a:gd name="T11" fmla="*/ 20 h 24"/>
                <a:gd name="T12" fmla="*/ 208 w 738"/>
                <a:gd name="T13" fmla="*/ 0 h 24"/>
                <a:gd name="T14" fmla="*/ 248 w 738"/>
                <a:gd name="T15" fmla="*/ 20 h 24"/>
                <a:gd name="T16" fmla="*/ 286 w 738"/>
                <a:gd name="T17" fmla="*/ 0 h 24"/>
                <a:gd name="T18" fmla="*/ 324 w 738"/>
                <a:gd name="T19" fmla="*/ 20 h 24"/>
                <a:gd name="T20" fmla="*/ 366 w 738"/>
                <a:gd name="T21" fmla="*/ 0 h 24"/>
                <a:gd name="T22" fmla="*/ 408 w 738"/>
                <a:gd name="T23" fmla="*/ 18 h 24"/>
                <a:gd name="T24" fmla="*/ 448 w 738"/>
                <a:gd name="T25" fmla="*/ 4 h 24"/>
                <a:gd name="T26" fmla="*/ 492 w 738"/>
                <a:gd name="T27" fmla="*/ 18 h 24"/>
                <a:gd name="T28" fmla="*/ 530 w 738"/>
                <a:gd name="T29" fmla="*/ 0 h 24"/>
                <a:gd name="T30" fmla="*/ 570 w 738"/>
                <a:gd name="T31" fmla="*/ 22 h 24"/>
                <a:gd name="T32" fmla="*/ 614 w 738"/>
                <a:gd name="T33" fmla="*/ 0 h 24"/>
                <a:gd name="T34" fmla="*/ 652 w 738"/>
                <a:gd name="T35" fmla="*/ 18 h 24"/>
                <a:gd name="T36" fmla="*/ 696 w 738"/>
                <a:gd name="T37" fmla="*/ 0 h 24"/>
                <a:gd name="T38" fmla="*/ 738 w 738"/>
                <a:gd name="T39" fmla="*/ 18 h 24"/>
                <a:gd name="T40" fmla="*/ 738 w 738"/>
                <a:gd name="T41" fmla="*/ 24 h 24"/>
                <a:gd name="T42" fmla="*/ 0 w 738"/>
                <a:gd name="T43" fmla="*/ 0 h 24"/>
                <a:gd name="T44" fmla="*/ 738 w 738"/>
                <a:gd name="T4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T42" t="T43" r="T44" b="T45"/>
              <a:pathLst>
                <a:path w="738" h="24">
                  <a:moveTo>
                    <a:pt x="0" y="24"/>
                  </a:moveTo>
                  <a:lnTo>
                    <a:pt x="8" y="16"/>
                  </a:lnTo>
                  <a:lnTo>
                    <a:pt x="36" y="0"/>
                  </a:lnTo>
                  <a:lnTo>
                    <a:pt x="80" y="20"/>
                  </a:lnTo>
                  <a:lnTo>
                    <a:pt x="122" y="0"/>
                  </a:lnTo>
                  <a:lnTo>
                    <a:pt x="166" y="20"/>
                  </a:lnTo>
                  <a:lnTo>
                    <a:pt x="208" y="0"/>
                  </a:lnTo>
                  <a:lnTo>
                    <a:pt x="248" y="20"/>
                  </a:lnTo>
                  <a:lnTo>
                    <a:pt x="286" y="0"/>
                  </a:lnTo>
                  <a:lnTo>
                    <a:pt x="324" y="20"/>
                  </a:lnTo>
                  <a:lnTo>
                    <a:pt x="366" y="0"/>
                  </a:lnTo>
                  <a:lnTo>
                    <a:pt x="408" y="18"/>
                  </a:lnTo>
                  <a:lnTo>
                    <a:pt x="448" y="4"/>
                  </a:lnTo>
                  <a:lnTo>
                    <a:pt x="492" y="18"/>
                  </a:lnTo>
                  <a:lnTo>
                    <a:pt x="530" y="0"/>
                  </a:lnTo>
                  <a:lnTo>
                    <a:pt x="570" y="22"/>
                  </a:lnTo>
                  <a:lnTo>
                    <a:pt x="614" y="0"/>
                  </a:lnTo>
                  <a:lnTo>
                    <a:pt x="652" y="18"/>
                  </a:lnTo>
                  <a:lnTo>
                    <a:pt x="696" y="0"/>
                  </a:lnTo>
                  <a:lnTo>
                    <a:pt x="738" y="18"/>
                  </a:lnTo>
                  <a:lnTo>
                    <a:pt x="738" y="24"/>
                  </a:lnTo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051" name="Group 11"/>
          <p:cNvGrpSpPr>
            <a:grpSpLocks/>
          </p:cNvGrpSpPr>
          <p:nvPr/>
        </p:nvGrpSpPr>
        <p:grpSpPr bwMode="auto">
          <a:xfrm>
            <a:off x="6586538" y="3946525"/>
            <a:ext cx="2343150" cy="179388"/>
            <a:chOff x="4149" y="2486"/>
            <a:chExt cx="1476" cy="113"/>
          </a:xfrm>
        </p:grpSpPr>
        <p:sp>
          <p:nvSpPr>
            <p:cNvPr id="87052" name="Freeform 12"/>
            <p:cNvSpPr>
              <a:spLocks noChangeArrowheads="1"/>
            </p:cNvSpPr>
            <p:nvPr/>
          </p:nvSpPr>
          <p:spPr bwMode="auto">
            <a:xfrm>
              <a:off x="5469" y="2486"/>
              <a:ext cx="156" cy="113"/>
            </a:xfrm>
            <a:custGeom>
              <a:avLst/>
              <a:gdLst>
                <a:gd name="G0" fmla="+- 20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32768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1 0 0"/>
                <a:gd name="T0" fmla="*/ 0 w 80"/>
                <a:gd name="T1" fmla="*/ 2147483646 h 69"/>
                <a:gd name="T2" fmla="*/ 2147483646 w 80"/>
                <a:gd name="T3" fmla="*/ 0 h 69"/>
                <a:gd name="T4" fmla="*/ 2147483646 w 80"/>
                <a:gd name="T5" fmla="*/ 2147483646 h 69"/>
                <a:gd name="T6" fmla="*/ 2147483646 w 80"/>
                <a:gd name="T7" fmla="*/ 0 h 69"/>
                <a:gd name="T8" fmla="*/ 2147483646 w 80"/>
                <a:gd name="T9" fmla="*/ 2147483646 h 69"/>
                <a:gd name="T10" fmla="*/ 2147483646 w 80"/>
                <a:gd name="T11" fmla="*/ 0 h 69"/>
                <a:gd name="T12" fmla="*/ 2147483646 w 80"/>
                <a:gd name="T13" fmla="*/ 2147483646 h 69"/>
                <a:gd name="T14" fmla="*/ 2147483646 w 80"/>
                <a:gd name="T15" fmla="*/ 0 h 69"/>
                <a:gd name="T16" fmla="*/ 2147483646 w 80"/>
                <a:gd name="T17" fmla="*/ 2147483646 h 69"/>
                <a:gd name="T18" fmla="*/ 2147483646 w 80"/>
                <a:gd name="T19" fmla="*/ 2147483646 h 69"/>
                <a:gd name="T20" fmla="*/ 2147483646 w 80"/>
                <a:gd name="T21" fmla="*/ 2147483646 h 69"/>
                <a:gd name="T22" fmla="*/ 0 w 80"/>
                <a:gd name="T23" fmla="*/ 2147483646 h 69"/>
                <a:gd name="T24" fmla="*/ 0 w 80"/>
                <a:gd name="T25" fmla="*/ 0 h 69"/>
                <a:gd name="T26" fmla="*/ 80 w 80"/>
                <a:gd name="T2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0" h="69">
                  <a:moveTo>
                    <a:pt x="0" y="1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8" y="69"/>
                    <a:pt x="80" y="69"/>
                    <a:pt x="80" y="69"/>
                  </a:cubicBezTo>
                  <a:cubicBezTo>
                    <a:pt x="1" y="69"/>
                    <a:pt x="1" y="69"/>
                    <a:pt x="1" y="69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53" name="Freeform 13"/>
            <p:cNvSpPr>
              <a:spLocks noChangeArrowheads="1"/>
            </p:cNvSpPr>
            <p:nvPr/>
          </p:nvSpPr>
          <p:spPr bwMode="auto">
            <a:xfrm>
              <a:off x="4149" y="2554"/>
              <a:ext cx="734" cy="44"/>
            </a:xfrm>
            <a:custGeom>
              <a:avLst/>
              <a:gdLst>
                <a:gd name="G0" fmla="+- 16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*/ 1 16385 2"/>
                <a:gd name="G12" fmla="+- 1 0 0"/>
                <a:gd name="G13" fmla="+- 1 0 0"/>
                <a:gd name="G14" fmla="+- 1 0 0"/>
                <a:gd name="G15" fmla="+- 1 0 0"/>
                <a:gd name="G16" fmla="*/ 1 62023 61568"/>
                <a:gd name="G17" fmla="+- 1 0 0"/>
                <a:gd name="G18" fmla="+- 1 0 0"/>
                <a:gd name="G19" fmla="+- 1 0 0"/>
                <a:gd name="G20" fmla="+- 80 0 0"/>
                <a:gd name="T0" fmla="*/ 0 w 738"/>
                <a:gd name="T1" fmla="*/ 2147483646 h 24"/>
                <a:gd name="T2" fmla="*/ 8 w 738"/>
                <a:gd name="T3" fmla="*/ 2147483646 h 24"/>
                <a:gd name="T4" fmla="*/ 36 w 738"/>
                <a:gd name="T5" fmla="*/ 0 h 24"/>
                <a:gd name="T6" fmla="*/ 80 w 738"/>
                <a:gd name="T7" fmla="*/ 2147483646 h 24"/>
                <a:gd name="T8" fmla="*/ 122 w 738"/>
                <a:gd name="T9" fmla="*/ 0 h 24"/>
                <a:gd name="T10" fmla="*/ 166 w 738"/>
                <a:gd name="T11" fmla="*/ 2147483646 h 24"/>
                <a:gd name="T12" fmla="*/ 208 w 738"/>
                <a:gd name="T13" fmla="*/ 0 h 24"/>
                <a:gd name="T14" fmla="*/ 248 w 738"/>
                <a:gd name="T15" fmla="*/ 2147483646 h 24"/>
                <a:gd name="T16" fmla="*/ 286 w 738"/>
                <a:gd name="T17" fmla="*/ 0 h 24"/>
                <a:gd name="T18" fmla="*/ 324 w 738"/>
                <a:gd name="T19" fmla="*/ 2147483646 h 24"/>
                <a:gd name="T20" fmla="*/ 366 w 738"/>
                <a:gd name="T21" fmla="*/ 0 h 24"/>
                <a:gd name="T22" fmla="*/ 408 w 738"/>
                <a:gd name="T23" fmla="*/ 2147483646 h 24"/>
                <a:gd name="T24" fmla="*/ 448 w 738"/>
                <a:gd name="T25" fmla="*/ 2147483646 h 24"/>
                <a:gd name="T26" fmla="*/ 492 w 738"/>
                <a:gd name="T27" fmla="*/ 2147483646 h 24"/>
                <a:gd name="T28" fmla="*/ 530 w 738"/>
                <a:gd name="T29" fmla="*/ 0 h 24"/>
                <a:gd name="T30" fmla="*/ 570 w 738"/>
                <a:gd name="T31" fmla="*/ 2147483646 h 24"/>
                <a:gd name="T32" fmla="*/ 614 w 738"/>
                <a:gd name="T33" fmla="*/ 0 h 24"/>
                <a:gd name="T34" fmla="*/ 652 w 738"/>
                <a:gd name="T35" fmla="*/ 2147483646 h 24"/>
                <a:gd name="T36" fmla="*/ 696 w 738"/>
                <a:gd name="T37" fmla="*/ 0 h 24"/>
                <a:gd name="T38" fmla="*/ 738 w 738"/>
                <a:gd name="T39" fmla="*/ 2147483646 h 24"/>
                <a:gd name="T40" fmla="*/ 738 w 738"/>
                <a:gd name="T41" fmla="*/ 2147483646 h 24"/>
                <a:gd name="T42" fmla="*/ 0 w 738"/>
                <a:gd name="T43" fmla="*/ 0 h 24"/>
                <a:gd name="T44" fmla="*/ 738 w 738"/>
                <a:gd name="T4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T42" t="T43" r="T44" b="T45"/>
              <a:pathLst>
                <a:path w="738" h="24">
                  <a:moveTo>
                    <a:pt x="0" y="24"/>
                  </a:moveTo>
                  <a:lnTo>
                    <a:pt x="8" y="16"/>
                  </a:lnTo>
                  <a:lnTo>
                    <a:pt x="36" y="0"/>
                  </a:lnTo>
                  <a:lnTo>
                    <a:pt x="80" y="20"/>
                  </a:lnTo>
                  <a:lnTo>
                    <a:pt x="122" y="0"/>
                  </a:lnTo>
                  <a:lnTo>
                    <a:pt x="166" y="20"/>
                  </a:lnTo>
                  <a:lnTo>
                    <a:pt x="208" y="0"/>
                  </a:lnTo>
                  <a:lnTo>
                    <a:pt x="248" y="20"/>
                  </a:lnTo>
                  <a:lnTo>
                    <a:pt x="286" y="0"/>
                  </a:lnTo>
                  <a:lnTo>
                    <a:pt x="324" y="20"/>
                  </a:lnTo>
                  <a:lnTo>
                    <a:pt x="366" y="0"/>
                  </a:lnTo>
                  <a:lnTo>
                    <a:pt x="408" y="18"/>
                  </a:lnTo>
                  <a:lnTo>
                    <a:pt x="448" y="4"/>
                  </a:lnTo>
                  <a:lnTo>
                    <a:pt x="492" y="18"/>
                  </a:lnTo>
                  <a:lnTo>
                    <a:pt x="530" y="0"/>
                  </a:lnTo>
                  <a:lnTo>
                    <a:pt x="570" y="22"/>
                  </a:lnTo>
                  <a:lnTo>
                    <a:pt x="614" y="0"/>
                  </a:lnTo>
                  <a:lnTo>
                    <a:pt x="652" y="18"/>
                  </a:lnTo>
                  <a:lnTo>
                    <a:pt x="696" y="0"/>
                  </a:lnTo>
                  <a:lnTo>
                    <a:pt x="738" y="18"/>
                  </a:lnTo>
                  <a:lnTo>
                    <a:pt x="738" y="24"/>
                  </a:lnTo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054" name="Group 14"/>
          <p:cNvGrpSpPr>
            <a:grpSpLocks/>
          </p:cNvGrpSpPr>
          <p:nvPr/>
        </p:nvGrpSpPr>
        <p:grpSpPr bwMode="auto">
          <a:xfrm>
            <a:off x="3841750" y="3749675"/>
            <a:ext cx="2339975" cy="401638"/>
            <a:chOff x="2420" y="2362"/>
            <a:chExt cx="1474" cy="253"/>
          </a:xfrm>
        </p:grpSpPr>
        <p:sp>
          <p:nvSpPr>
            <p:cNvPr id="87055" name="Freeform 15"/>
            <p:cNvSpPr>
              <a:spLocks noChangeArrowheads="1"/>
            </p:cNvSpPr>
            <p:nvPr/>
          </p:nvSpPr>
          <p:spPr bwMode="auto">
            <a:xfrm>
              <a:off x="3734" y="2567"/>
              <a:ext cx="160" cy="48"/>
            </a:xfrm>
            <a:custGeom>
              <a:avLst/>
              <a:gdLst>
                <a:gd name="G0" fmla="+- 20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2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32768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32768 0 0"/>
                <a:gd name="T0" fmla="*/ 0 w 82"/>
                <a:gd name="T1" fmla="*/ 2147483646 h 26"/>
                <a:gd name="T2" fmla="*/ 2147483646 w 82"/>
                <a:gd name="T3" fmla="*/ 0 h 26"/>
                <a:gd name="T4" fmla="*/ 2147483646 w 82"/>
                <a:gd name="T5" fmla="*/ 2147483646 h 26"/>
                <a:gd name="T6" fmla="*/ 2147483646 w 82"/>
                <a:gd name="T7" fmla="*/ 0 h 26"/>
                <a:gd name="T8" fmla="*/ 2147483646 w 82"/>
                <a:gd name="T9" fmla="*/ 2147483646 h 26"/>
                <a:gd name="T10" fmla="*/ 2147483646 w 82"/>
                <a:gd name="T11" fmla="*/ 0 h 26"/>
                <a:gd name="T12" fmla="*/ 2147483646 w 82"/>
                <a:gd name="T13" fmla="*/ 2147483646 h 26"/>
                <a:gd name="T14" fmla="*/ 2147483646 w 82"/>
                <a:gd name="T15" fmla="*/ 0 h 26"/>
                <a:gd name="T16" fmla="*/ 2147483646 w 82"/>
                <a:gd name="T17" fmla="*/ 2147483646 h 26"/>
                <a:gd name="T18" fmla="*/ 2147483646 w 82"/>
                <a:gd name="T19" fmla="*/ 2147483646 h 26"/>
                <a:gd name="T20" fmla="*/ 0 w 82"/>
                <a:gd name="T21" fmla="*/ 2147483646 h 26"/>
                <a:gd name="T22" fmla="*/ 0 w 82"/>
                <a:gd name="T23" fmla="*/ 2147483646 h 26"/>
                <a:gd name="T24" fmla="*/ 0 w 82"/>
                <a:gd name="T25" fmla="*/ 0 h 26"/>
                <a:gd name="T26" fmla="*/ 82 w 82"/>
                <a:gd name="T2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2" h="26">
                  <a:moveTo>
                    <a:pt x="0" y="1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26"/>
                    <a:pt x="82" y="13"/>
                    <a:pt x="82" y="13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56" name="Freeform 16"/>
            <p:cNvSpPr>
              <a:spLocks noChangeArrowheads="1"/>
            </p:cNvSpPr>
            <p:nvPr/>
          </p:nvSpPr>
          <p:spPr bwMode="auto">
            <a:xfrm>
              <a:off x="2420" y="2362"/>
              <a:ext cx="736" cy="232"/>
            </a:xfrm>
            <a:custGeom>
              <a:avLst/>
              <a:gdLst>
                <a:gd name="G0" fmla="+- 216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1 0 0"/>
                <a:gd name="G21" fmla="+- 82 0 0"/>
                <a:gd name="T0" fmla="*/ 0 w 740"/>
                <a:gd name="T1" fmla="*/ 236 h 236"/>
                <a:gd name="T2" fmla="*/ 0 w 740"/>
                <a:gd name="T3" fmla="*/ 20 h 236"/>
                <a:gd name="T4" fmla="*/ 40 w 740"/>
                <a:gd name="T5" fmla="*/ 0 h 236"/>
                <a:gd name="T6" fmla="*/ 82 w 740"/>
                <a:gd name="T7" fmla="*/ 20 h 236"/>
                <a:gd name="T8" fmla="*/ 124 w 740"/>
                <a:gd name="T9" fmla="*/ 0 h 236"/>
                <a:gd name="T10" fmla="*/ 168 w 740"/>
                <a:gd name="T11" fmla="*/ 20 h 236"/>
                <a:gd name="T12" fmla="*/ 212 w 740"/>
                <a:gd name="T13" fmla="*/ 0 h 236"/>
                <a:gd name="T14" fmla="*/ 250 w 740"/>
                <a:gd name="T15" fmla="*/ 20 h 236"/>
                <a:gd name="T16" fmla="*/ 288 w 740"/>
                <a:gd name="T17" fmla="*/ 0 h 236"/>
                <a:gd name="T18" fmla="*/ 326 w 740"/>
                <a:gd name="T19" fmla="*/ 20 h 236"/>
                <a:gd name="T20" fmla="*/ 368 w 740"/>
                <a:gd name="T21" fmla="*/ 0 h 236"/>
                <a:gd name="T22" fmla="*/ 412 w 740"/>
                <a:gd name="T23" fmla="*/ 18 h 236"/>
                <a:gd name="T24" fmla="*/ 450 w 740"/>
                <a:gd name="T25" fmla="*/ 4 h 236"/>
                <a:gd name="T26" fmla="*/ 494 w 740"/>
                <a:gd name="T27" fmla="*/ 18 h 236"/>
                <a:gd name="T28" fmla="*/ 532 w 740"/>
                <a:gd name="T29" fmla="*/ 0 h 236"/>
                <a:gd name="T30" fmla="*/ 574 w 740"/>
                <a:gd name="T31" fmla="*/ 22 h 236"/>
                <a:gd name="T32" fmla="*/ 616 w 740"/>
                <a:gd name="T33" fmla="*/ 0 h 236"/>
                <a:gd name="T34" fmla="*/ 656 w 740"/>
                <a:gd name="T35" fmla="*/ 18 h 236"/>
                <a:gd name="T36" fmla="*/ 698 w 740"/>
                <a:gd name="T37" fmla="*/ 0 h 236"/>
                <a:gd name="T38" fmla="*/ 740 w 740"/>
                <a:gd name="T39" fmla="*/ 18 h 236"/>
                <a:gd name="T40" fmla="*/ 740 w 740"/>
                <a:gd name="T41" fmla="*/ 236 h 236"/>
                <a:gd name="T42" fmla="*/ 0 w 740"/>
                <a:gd name="T43" fmla="*/ 236 h 236"/>
                <a:gd name="T44" fmla="*/ 0 w 740"/>
                <a:gd name="T45" fmla="*/ 0 h 236"/>
                <a:gd name="T46" fmla="*/ 740 w 740"/>
                <a:gd name="T4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40" h="236">
                  <a:moveTo>
                    <a:pt x="0" y="236"/>
                  </a:moveTo>
                  <a:lnTo>
                    <a:pt x="0" y="20"/>
                  </a:lnTo>
                  <a:lnTo>
                    <a:pt x="40" y="0"/>
                  </a:lnTo>
                  <a:lnTo>
                    <a:pt x="82" y="20"/>
                  </a:lnTo>
                  <a:lnTo>
                    <a:pt x="124" y="0"/>
                  </a:lnTo>
                  <a:lnTo>
                    <a:pt x="168" y="20"/>
                  </a:lnTo>
                  <a:lnTo>
                    <a:pt x="212" y="0"/>
                  </a:lnTo>
                  <a:lnTo>
                    <a:pt x="250" y="20"/>
                  </a:lnTo>
                  <a:lnTo>
                    <a:pt x="288" y="0"/>
                  </a:lnTo>
                  <a:lnTo>
                    <a:pt x="326" y="20"/>
                  </a:lnTo>
                  <a:lnTo>
                    <a:pt x="368" y="0"/>
                  </a:lnTo>
                  <a:lnTo>
                    <a:pt x="412" y="18"/>
                  </a:lnTo>
                  <a:lnTo>
                    <a:pt x="450" y="4"/>
                  </a:lnTo>
                  <a:lnTo>
                    <a:pt x="494" y="18"/>
                  </a:lnTo>
                  <a:lnTo>
                    <a:pt x="532" y="0"/>
                  </a:lnTo>
                  <a:lnTo>
                    <a:pt x="574" y="22"/>
                  </a:lnTo>
                  <a:lnTo>
                    <a:pt x="616" y="0"/>
                  </a:lnTo>
                  <a:lnTo>
                    <a:pt x="656" y="18"/>
                  </a:lnTo>
                  <a:lnTo>
                    <a:pt x="698" y="0"/>
                  </a:lnTo>
                  <a:lnTo>
                    <a:pt x="740" y="18"/>
                  </a:lnTo>
                  <a:lnTo>
                    <a:pt x="740" y="236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33CC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057" name="Group 17"/>
          <p:cNvGrpSpPr>
            <a:grpSpLocks/>
          </p:cNvGrpSpPr>
          <p:nvPr/>
        </p:nvGrpSpPr>
        <p:grpSpPr bwMode="auto">
          <a:xfrm>
            <a:off x="6613525" y="4013200"/>
            <a:ext cx="2333625" cy="107950"/>
            <a:chOff x="4166" y="2528"/>
            <a:chExt cx="1470" cy="68"/>
          </a:xfrm>
        </p:grpSpPr>
        <p:sp>
          <p:nvSpPr>
            <p:cNvPr id="87058" name="Freeform 18"/>
            <p:cNvSpPr>
              <a:spLocks noChangeArrowheads="1"/>
            </p:cNvSpPr>
            <p:nvPr/>
          </p:nvSpPr>
          <p:spPr bwMode="auto">
            <a:xfrm>
              <a:off x="5480" y="2568"/>
              <a:ext cx="156" cy="23"/>
            </a:xfrm>
            <a:custGeom>
              <a:avLst/>
              <a:gdLst>
                <a:gd name="G0" fmla="+- 20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1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1 0 0"/>
                <a:gd name="T0" fmla="*/ 0 w 80"/>
                <a:gd name="T1" fmla="*/ 0 h 69"/>
                <a:gd name="T2" fmla="*/ 2147483646 w 80"/>
                <a:gd name="T3" fmla="*/ 0 h 69"/>
                <a:gd name="T4" fmla="*/ 2147483646 w 80"/>
                <a:gd name="T5" fmla="*/ 0 h 69"/>
                <a:gd name="T6" fmla="*/ 2147483646 w 80"/>
                <a:gd name="T7" fmla="*/ 0 h 69"/>
                <a:gd name="T8" fmla="*/ 2147483646 w 80"/>
                <a:gd name="T9" fmla="*/ 0 h 69"/>
                <a:gd name="T10" fmla="*/ 2147483646 w 80"/>
                <a:gd name="T11" fmla="*/ 0 h 69"/>
                <a:gd name="T12" fmla="*/ 2147483646 w 80"/>
                <a:gd name="T13" fmla="*/ 0 h 69"/>
                <a:gd name="T14" fmla="*/ 2147483646 w 80"/>
                <a:gd name="T15" fmla="*/ 0 h 69"/>
                <a:gd name="T16" fmla="*/ 2147483646 w 80"/>
                <a:gd name="T17" fmla="*/ 0 h 69"/>
                <a:gd name="T18" fmla="*/ 2147483646 w 80"/>
                <a:gd name="T19" fmla="*/ 0 h 69"/>
                <a:gd name="T20" fmla="*/ 2147483646 w 80"/>
                <a:gd name="T21" fmla="*/ 0 h 69"/>
                <a:gd name="T22" fmla="*/ 0 w 80"/>
                <a:gd name="T23" fmla="*/ 0 h 69"/>
                <a:gd name="T24" fmla="*/ 0 w 80"/>
                <a:gd name="T25" fmla="*/ 0 h 69"/>
                <a:gd name="T26" fmla="*/ 80 w 80"/>
                <a:gd name="T2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0" h="69">
                  <a:moveTo>
                    <a:pt x="0" y="1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8" y="69"/>
                    <a:pt x="80" y="69"/>
                    <a:pt x="80" y="69"/>
                  </a:cubicBezTo>
                  <a:cubicBezTo>
                    <a:pt x="1" y="69"/>
                    <a:pt x="1" y="69"/>
                    <a:pt x="1" y="69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59" name="Freeform 19"/>
            <p:cNvSpPr>
              <a:spLocks noChangeArrowheads="1"/>
            </p:cNvSpPr>
            <p:nvPr/>
          </p:nvSpPr>
          <p:spPr bwMode="auto">
            <a:xfrm>
              <a:off x="4166" y="2528"/>
              <a:ext cx="734" cy="68"/>
            </a:xfrm>
            <a:custGeom>
              <a:avLst/>
              <a:gdLst>
                <a:gd name="G0" fmla="+- 32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*/ 1 16385 2"/>
                <a:gd name="G12" fmla="+- 1 0 0"/>
                <a:gd name="G13" fmla="+- 1 0 0"/>
                <a:gd name="G14" fmla="+- 1 0 0"/>
                <a:gd name="G15" fmla="+- 1 0 0"/>
                <a:gd name="G16" fmla="*/ 1 62023 61568"/>
                <a:gd name="G17" fmla="+- 1 0 0"/>
                <a:gd name="G18" fmla="+- 1 0 0"/>
                <a:gd name="G19" fmla="+- 1 0 0"/>
                <a:gd name="G20" fmla="+- 76 0 0"/>
                <a:gd name="T0" fmla="*/ 0 w 738"/>
                <a:gd name="T1" fmla="*/ 72 h 72"/>
                <a:gd name="T2" fmla="*/ 8 w 738"/>
                <a:gd name="T3" fmla="*/ 48 h 72"/>
                <a:gd name="T4" fmla="*/ 36 w 738"/>
                <a:gd name="T5" fmla="*/ 0 h 72"/>
                <a:gd name="T6" fmla="*/ 76 w 738"/>
                <a:gd name="T7" fmla="*/ 37 h 72"/>
                <a:gd name="T8" fmla="*/ 122 w 738"/>
                <a:gd name="T9" fmla="*/ 0 h 72"/>
                <a:gd name="T10" fmla="*/ 166 w 738"/>
                <a:gd name="T11" fmla="*/ 34 h 72"/>
                <a:gd name="T12" fmla="*/ 208 w 738"/>
                <a:gd name="T13" fmla="*/ 0 h 72"/>
                <a:gd name="T14" fmla="*/ 247 w 738"/>
                <a:gd name="T15" fmla="*/ 37 h 72"/>
                <a:gd name="T16" fmla="*/ 286 w 738"/>
                <a:gd name="T17" fmla="*/ 0 h 72"/>
                <a:gd name="T18" fmla="*/ 325 w 738"/>
                <a:gd name="T19" fmla="*/ 37 h 72"/>
                <a:gd name="T20" fmla="*/ 366 w 738"/>
                <a:gd name="T21" fmla="*/ 0 h 72"/>
                <a:gd name="T22" fmla="*/ 406 w 738"/>
                <a:gd name="T23" fmla="*/ 40 h 72"/>
                <a:gd name="T24" fmla="*/ 448 w 738"/>
                <a:gd name="T25" fmla="*/ 12 h 72"/>
                <a:gd name="T26" fmla="*/ 493 w 738"/>
                <a:gd name="T27" fmla="*/ 37 h 72"/>
                <a:gd name="T28" fmla="*/ 530 w 738"/>
                <a:gd name="T29" fmla="*/ 0 h 72"/>
                <a:gd name="T30" fmla="*/ 577 w 738"/>
                <a:gd name="T31" fmla="*/ 40 h 72"/>
                <a:gd name="T32" fmla="*/ 614 w 738"/>
                <a:gd name="T33" fmla="*/ 0 h 72"/>
                <a:gd name="T34" fmla="*/ 658 w 738"/>
                <a:gd name="T35" fmla="*/ 34 h 72"/>
                <a:gd name="T36" fmla="*/ 696 w 738"/>
                <a:gd name="T37" fmla="*/ 0 h 72"/>
                <a:gd name="T38" fmla="*/ 738 w 738"/>
                <a:gd name="T39" fmla="*/ 54 h 72"/>
                <a:gd name="T40" fmla="*/ 738 w 738"/>
                <a:gd name="T41" fmla="*/ 72 h 72"/>
                <a:gd name="T42" fmla="*/ 0 w 738"/>
                <a:gd name="T43" fmla="*/ 0 h 72"/>
                <a:gd name="T44" fmla="*/ 738 w 738"/>
                <a:gd name="T4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T42" t="T43" r="T44" b="T45"/>
              <a:pathLst>
                <a:path w="738" h="72">
                  <a:moveTo>
                    <a:pt x="0" y="72"/>
                  </a:moveTo>
                  <a:lnTo>
                    <a:pt x="8" y="48"/>
                  </a:lnTo>
                  <a:lnTo>
                    <a:pt x="36" y="0"/>
                  </a:lnTo>
                  <a:lnTo>
                    <a:pt x="76" y="37"/>
                  </a:lnTo>
                  <a:lnTo>
                    <a:pt x="122" y="0"/>
                  </a:lnTo>
                  <a:lnTo>
                    <a:pt x="166" y="34"/>
                  </a:lnTo>
                  <a:lnTo>
                    <a:pt x="208" y="0"/>
                  </a:lnTo>
                  <a:lnTo>
                    <a:pt x="247" y="37"/>
                  </a:lnTo>
                  <a:lnTo>
                    <a:pt x="286" y="0"/>
                  </a:lnTo>
                  <a:lnTo>
                    <a:pt x="325" y="37"/>
                  </a:lnTo>
                  <a:lnTo>
                    <a:pt x="366" y="0"/>
                  </a:lnTo>
                  <a:lnTo>
                    <a:pt x="406" y="40"/>
                  </a:lnTo>
                  <a:lnTo>
                    <a:pt x="448" y="12"/>
                  </a:lnTo>
                  <a:lnTo>
                    <a:pt x="493" y="37"/>
                  </a:lnTo>
                  <a:lnTo>
                    <a:pt x="530" y="0"/>
                  </a:lnTo>
                  <a:lnTo>
                    <a:pt x="577" y="40"/>
                  </a:lnTo>
                  <a:lnTo>
                    <a:pt x="614" y="0"/>
                  </a:lnTo>
                  <a:lnTo>
                    <a:pt x="658" y="34"/>
                  </a:lnTo>
                  <a:lnTo>
                    <a:pt x="696" y="0"/>
                  </a:lnTo>
                  <a:lnTo>
                    <a:pt x="738" y="54"/>
                  </a:lnTo>
                  <a:lnTo>
                    <a:pt x="738" y="72"/>
                  </a:lnTo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060" name="Group 20"/>
          <p:cNvGrpSpPr>
            <a:grpSpLocks/>
          </p:cNvGrpSpPr>
          <p:nvPr/>
        </p:nvGrpSpPr>
        <p:grpSpPr bwMode="auto">
          <a:xfrm>
            <a:off x="3841750" y="3763963"/>
            <a:ext cx="2343150" cy="354012"/>
            <a:chOff x="2420" y="2371"/>
            <a:chExt cx="1476" cy="223"/>
          </a:xfrm>
        </p:grpSpPr>
        <p:sp>
          <p:nvSpPr>
            <p:cNvPr id="87061" name="Freeform 21"/>
            <p:cNvSpPr>
              <a:spLocks noChangeArrowheads="1"/>
            </p:cNvSpPr>
            <p:nvPr/>
          </p:nvSpPr>
          <p:spPr bwMode="auto">
            <a:xfrm>
              <a:off x="2420" y="2371"/>
              <a:ext cx="736" cy="220"/>
            </a:xfrm>
            <a:custGeom>
              <a:avLst/>
              <a:gdLst>
                <a:gd name="G0" fmla="+- 216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40 0 0"/>
                <a:gd name="G21" fmla="sin 0 G20"/>
                <a:gd name="G22" fmla="+- 82 0 0"/>
                <a:gd name="T0" fmla="*/ 0 w 740"/>
                <a:gd name="T1" fmla="*/ 27 h 236"/>
                <a:gd name="T2" fmla="*/ 0 w 740"/>
                <a:gd name="T3" fmla="*/ 9 h 236"/>
                <a:gd name="T4" fmla="*/ 40 w 740"/>
                <a:gd name="T5" fmla="*/ 0 h 236"/>
                <a:gd name="T6" fmla="*/ 82 w 740"/>
                <a:gd name="T7" fmla="*/ 9 h 236"/>
                <a:gd name="T8" fmla="*/ 124 w 740"/>
                <a:gd name="T9" fmla="*/ 0 h 236"/>
                <a:gd name="T10" fmla="*/ 168 w 740"/>
                <a:gd name="T11" fmla="*/ 9 h 236"/>
                <a:gd name="T12" fmla="*/ 212 w 740"/>
                <a:gd name="T13" fmla="*/ 0 h 236"/>
                <a:gd name="T14" fmla="*/ 250 w 740"/>
                <a:gd name="T15" fmla="*/ 9 h 236"/>
                <a:gd name="T16" fmla="*/ 288 w 740"/>
                <a:gd name="T17" fmla="*/ 0 h 236"/>
                <a:gd name="T18" fmla="*/ 326 w 740"/>
                <a:gd name="T19" fmla="*/ 9 h 236"/>
                <a:gd name="T20" fmla="*/ 368 w 740"/>
                <a:gd name="T21" fmla="*/ 0 h 236"/>
                <a:gd name="T22" fmla="*/ 412 w 740"/>
                <a:gd name="T23" fmla="*/ 9 h 236"/>
                <a:gd name="T24" fmla="*/ 450 w 740"/>
                <a:gd name="T25" fmla="*/ 4 h 236"/>
                <a:gd name="T26" fmla="*/ 494 w 740"/>
                <a:gd name="T27" fmla="*/ 9 h 236"/>
                <a:gd name="T28" fmla="*/ 532 w 740"/>
                <a:gd name="T29" fmla="*/ 0 h 236"/>
                <a:gd name="T30" fmla="*/ 574 w 740"/>
                <a:gd name="T31" fmla="*/ 9 h 236"/>
                <a:gd name="T32" fmla="*/ 616 w 740"/>
                <a:gd name="T33" fmla="*/ 0 h 236"/>
                <a:gd name="T34" fmla="*/ 656 w 740"/>
                <a:gd name="T35" fmla="*/ 9 h 236"/>
                <a:gd name="T36" fmla="*/ 698 w 740"/>
                <a:gd name="T37" fmla="*/ 0 h 236"/>
                <a:gd name="T38" fmla="*/ 740 w 740"/>
                <a:gd name="T39" fmla="*/ 9 h 236"/>
                <a:gd name="T40" fmla="*/ 740 w 740"/>
                <a:gd name="T41" fmla="*/ 27 h 236"/>
                <a:gd name="T42" fmla="*/ 0 w 740"/>
                <a:gd name="T43" fmla="*/ 27 h 236"/>
                <a:gd name="T44" fmla="*/ 0 w 740"/>
                <a:gd name="T45" fmla="*/ 0 h 236"/>
                <a:gd name="T46" fmla="*/ 740 w 740"/>
                <a:gd name="T4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40" h="236">
                  <a:moveTo>
                    <a:pt x="0" y="236"/>
                  </a:moveTo>
                  <a:lnTo>
                    <a:pt x="0" y="20"/>
                  </a:lnTo>
                  <a:lnTo>
                    <a:pt x="40" y="0"/>
                  </a:lnTo>
                  <a:lnTo>
                    <a:pt x="82" y="20"/>
                  </a:lnTo>
                  <a:lnTo>
                    <a:pt x="124" y="0"/>
                  </a:lnTo>
                  <a:lnTo>
                    <a:pt x="168" y="20"/>
                  </a:lnTo>
                  <a:lnTo>
                    <a:pt x="212" y="0"/>
                  </a:lnTo>
                  <a:lnTo>
                    <a:pt x="250" y="20"/>
                  </a:lnTo>
                  <a:lnTo>
                    <a:pt x="288" y="0"/>
                  </a:lnTo>
                  <a:lnTo>
                    <a:pt x="326" y="20"/>
                  </a:lnTo>
                  <a:lnTo>
                    <a:pt x="368" y="0"/>
                  </a:lnTo>
                  <a:lnTo>
                    <a:pt x="412" y="18"/>
                  </a:lnTo>
                  <a:lnTo>
                    <a:pt x="450" y="4"/>
                  </a:lnTo>
                  <a:lnTo>
                    <a:pt x="494" y="18"/>
                  </a:lnTo>
                  <a:lnTo>
                    <a:pt x="532" y="0"/>
                  </a:lnTo>
                  <a:lnTo>
                    <a:pt x="574" y="22"/>
                  </a:lnTo>
                  <a:lnTo>
                    <a:pt x="616" y="0"/>
                  </a:lnTo>
                  <a:lnTo>
                    <a:pt x="656" y="18"/>
                  </a:lnTo>
                  <a:lnTo>
                    <a:pt x="698" y="0"/>
                  </a:lnTo>
                  <a:lnTo>
                    <a:pt x="740" y="18"/>
                  </a:lnTo>
                  <a:lnTo>
                    <a:pt x="740" y="236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33CC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062" name="Freeform 22"/>
            <p:cNvSpPr>
              <a:spLocks noChangeArrowheads="1"/>
            </p:cNvSpPr>
            <p:nvPr/>
          </p:nvSpPr>
          <p:spPr bwMode="auto">
            <a:xfrm>
              <a:off x="3740" y="2475"/>
              <a:ext cx="156" cy="119"/>
            </a:xfrm>
            <a:custGeom>
              <a:avLst/>
              <a:gdLst>
                <a:gd name="G0" fmla="+- 20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32768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1 0 0"/>
                <a:gd name="T0" fmla="*/ 0 w 80"/>
                <a:gd name="T1" fmla="*/ 2147483646 h 69"/>
                <a:gd name="T2" fmla="*/ 2147483646 w 80"/>
                <a:gd name="T3" fmla="*/ 0 h 69"/>
                <a:gd name="T4" fmla="*/ 2147483646 w 80"/>
                <a:gd name="T5" fmla="*/ 2147483646 h 69"/>
                <a:gd name="T6" fmla="*/ 2147483646 w 80"/>
                <a:gd name="T7" fmla="*/ 0 h 69"/>
                <a:gd name="T8" fmla="*/ 2147483646 w 80"/>
                <a:gd name="T9" fmla="*/ 2147483646 h 69"/>
                <a:gd name="T10" fmla="*/ 2147483646 w 80"/>
                <a:gd name="T11" fmla="*/ 0 h 69"/>
                <a:gd name="T12" fmla="*/ 2147483646 w 80"/>
                <a:gd name="T13" fmla="*/ 2147483646 h 69"/>
                <a:gd name="T14" fmla="*/ 2147483646 w 80"/>
                <a:gd name="T15" fmla="*/ 0 h 69"/>
                <a:gd name="T16" fmla="*/ 2147483646 w 80"/>
                <a:gd name="T17" fmla="*/ 2147483646 h 69"/>
                <a:gd name="T18" fmla="*/ 2147483646 w 80"/>
                <a:gd name="T19" fmla="*/ 2147483646 h 69"/>
                <a:gd name="T20" fmla="*/ 2147483646 w 80"/>
                <a:gd name="T21" fmla="*/ 2147483646 h 69"/>
                <a:gd name="T22" fmla="*/ 0 w 80"/>
                <a:gd name="T23" fmla="*/ 2147483646 h 69"/>
                <a:gd name="T24" fmla="*/ 0 w 80"/>
                <a:gd name="T25" fmla="*/ 0 h 69"/>
                <a:gd name="T26" fmla="*/ 80 w 80"/>
                <a:gd name="T2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0" h="69">
                  <a:moveTo>
                    <a:pt x="0" y="1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8" y="69"/>
                    <a:pt x="80" y="69"/>
                    <a:pt x="80" y="69"/>
                  </a:cubicBezTo>
                  <a:cubicBezTo>
                    <a:pt x="1" y="69"/>
                    <a:pt x="1" y="69"/>
                    <a:pt x="1" y="69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7063" name="Text Box 23"/>
          <p:cNvSpPr txBox="1">
            <a:spLocks noChangeArrowheads="1"/>
          </p:cNvSpPr>
          <p:nvPr/>
        </p:nvSpPr>
        <p:spPr bwMode="auto">
          <a:xfrm>
            <a:off x="0" y="0"/>
            <a:ext cx="9144000" cy="6651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Dynamic RAM (… continued)</a:t>
            </a:r>
          </a:p>
        </p:txBody>
      </p:sp>
      <p:sp>
        <p:nvSpPr>
          <p:cNvPr id="87064" name="Rectangle 24"/>
          <p:cNvSpPr>
            <a:spLocks noChangeArrowheads="1"/>
          </p:cNvSpPr>
          <p:nvPr/>
        </p:nvSpPr>
        <p:spPr bwMode="auto">
          <a:xfrm>
            <a:off x="1668463" y="2971800"/>
            <a:ext cx="225425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(a)</a:t>
            </a:r>
          </a:p>
        </p:txBody>
      </p:sp>
      <p:sp>
        <p:nvSpPr>
          <p:cNvPr id="87065" name="Rectangle 25"/>
          <p:cNvSpPr>
            <a:spLocks noChangeArrowheads="1"/>
          </p:cNvSpPr>
          <p:nvPr/>
        </p:nvSpPr>
        <p:spPr bwMode="auto">
          <a:xfrm>
            <a:off x="7483475" y="2914650"/>
            <a:ext cx="212725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(c)</a:t>
            </a:r>
          </a:p>
        </p:txBody>
      </p:sp>
      <p:sp>
        <p:nvSpPr>
          <p:cNvPr id="87066" name="Rectangle 26"/>
          <p:cNvSpPr>
            <a:spLocks noChangeArrowheads="1"/>
          </p:cNvSpPr>
          <p:nvPr/>
        </p:nvSpPr>
        <p:spPr bwMode="auto">
          <a:xfrm>
            <a:off x="4732338" y="5722938"/>
            <a:ext cx="192087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(f)</a:t>
            </a:r>
          </a:p>
        </p:txBody>
      </p:sp>
      <p:sp>
        <p:nvSpPr>
          <p:cNvPr id="87067" name="Rectangle 27"/>
          <p:cNvSpPr>
            <a:spLocks noChangeArrowheads="1"/>
          </p:cNvSpPr>
          <p:nvPr/>
        </p:nvSpPr>
        <p:spPr bwMode="auto">
          <a:xfrm>
            <a:off x="7477125" y="5722938"/>
            <a:ext cx="225425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(g)</a:t>
            </a:r>
          </a:p>
        </p:txBody>
      </p:sp>
      <p:sp>
        <p:nvSpPr>
          <p:cNvPr id="87068" name="Freeform 28"/>
          <p:cNvSpPr>
            <a:spLocks noChangeArrowheads="1"/>
          </p:cNvSpPr>
          <p:nvPr/>
        </p:nvSpPr>
        <p:spPr bwMode="auto">
          <a:xfrm>
            <a:off x="1333500" y="1833563"/>
            <a:ext cx="1270000" cy="1073150"/>
          </a:xfrm>
          <a:custGeom>
            <a:avLst/>
            <a:gdLst>
              <a:gd name="G0" fmla="+- 800 0 0"/>
              <a:gd name="G1" fmla="+- 1 0 0"/>
              <a:gd name="G2" fmla="+- 65535 0 0"/>
              <a:gd name="G3" fmla="*/ 1 16385 2"/>
              <a:gd name="G4" fmla="*/ 1 35517 25856"/>
              <a:gd name="T0" fmla="*/ 0 w 800"/>
              <a:gd name="T1" fmla="*/ 0 h 676"/>
              <a:gd name="T2" fmla="*/ 2147483646 w 800"/>
              <a:gd name="T3" fmla="*/ 0 h 676"/>
              <a:gd name="T4" fmla="*/ 2147483646 w 800"/>
              <a:gd name="T5" fmla="*/ 2147483646 h 676"/>
              <a:gd name="T6" fmla="*/ 2147483646 w 800"/>
              <a:gd name="T7" fmla="*/ 2147483646 h 676"/>
              <a:gd name="T8" fmla="*/ 0 w 800"/>
              <a:gd name="T9" fmla="*/ 0 h 676"/>
              <a:gd name="T10" fmla="*/ 0 w 800"/>
              <a:gd name="T11" fmla="*/ 0 h 676"/>
              <a:gd name="T12" fmla="*/ 800 w 800"/>
              <a:gd name="T13" fmla="*/ 676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800" h="676">
                <a:moveTo>
                  <a:pt x="0" y="0"/>
                </a:moveTo>
                <a:lnTo>
                  <a:pt x="800" y="0"/>
                </a:lnTo>
                <a:lnTo>
                  <a:pt x="800" y="676"/>
                </a:lnTo>
                <a:lnTo>
                  <a:pt x="2" y="676"/>
                </a:lnTo>
                <a:lnTo>
                  <a:pt x="0" y="0"/>
                </a:lnTo>
                <a:close/>
              </a:path>
            </a:pathLst>
          </a:custGeom>
          <a:solidFill>
            <a:srgbClr val="00FFCC"/>
          </a:solidFill>
          <a:ln w="9360" cap="flat">
            <a:solidFill>
              <a:srgbClr val="0066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69" name="Freeform 29"/>
          <p:cNvSpPr>
            <a:spLocks noChangeArrowheads="1"/>
          </p:cNvSpPr>
          <p:nvPr/>
        </p:nvSpPr>
        <p:spPr bwMode="auto">
          <a:xfrm>
            <a:off x="1333500" y="1833563"/>
            <a:ext cx="1270000" cy="1073150"/>
          </a:xfrm>
          <a:custGeom>
            <a:avLst/>
            <a:gdLst>
              <a:gd name="G0" fmla="+- 800 0 0"/>
              <a:gd name="G1" fmla="+- 1 0 0"/>
              <a:gd name="G2" fmla="+- 8 0 0"/>
              <a:gd name="G3" fmla="*/ 1 15561 48160"/>
              <a:gd name="T0" fmla="*/ 0 w 800"/>
              <a:gd name="T1" fmla="*/ 0 h 676"/>
              <a:gd name="T2" fmla="*/ 2147483646 w 800"/>
              <a:gd name="T3" fmla="*/ 0 h 676"/>
              <a:gd name="T4" fmla="*/ 2147483646 w 800"/>
              <a:gd name="T5" fmla="*/ 2147483646 h 676"/>
              <a:gd name="T6" fmla="*/ 2147483646 w 800"/>
              <a:gd name="T7" fmla="*/ 2147483646 h 676"/>
              <a:gd name="T8" fmla="*/ 0 w 800"/>
              <a:gd name="T9" fmla="*/ 0 h 676"/>
              <a:gd name="T10" fmla="*/ 800 w 800"/>
              <a:gd name="T11" fmla="*/ 676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800" h="676">
                <a:moveTo>
                  <a:pt x="0" y="0"/>
                </a:moveTo>
                <a:lnTo>
                  <a:pt x="800" y="0"/>
                </a:lnTo>
                <a:lnTo>
                  <a:pt x="800" y="676"/>
                </a:lnTo>
                <a:lnTo>
                  <a:pt x="2" y="676"/>
                </a:lnTo>
              </a:path>
            </a:pathLst>
          </a:custGeom>
          <a:noFill/>
          <a:ln w="25560" cap="flat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70" name="Rectangle 30"/>
          <p:cNvSpPr>
            <a:spLocks noChangeArrowheads="1"/>
          </p:cNvSpPr>
          <p:nvPr/>
        </p:nvSpPr>
        <p:spPr bwMode="auto">
          <a:xfrm>
            <a:off x="1501775" y="1531938"/>
            <a:ext cx="476250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Select</a:t>
            </a:r>
          </a:p>
        </p:txBody>
      </p:sp>
      <p:sp>
        <p:nvSpPr>
          <p:cNvPr id="87071" name="Line 31"/>
          <p:cNvSpPr>
            <a:spLocks noChangeShapeType="1"/>
          </p:cNvSpPr>
          <p:nvPr/>
        </p:nvSpPr>
        <p:spPr bwMode="auto">
          <a:xfrm flipV="1">
            <a:off x="1755775" y="1760538"/>
            <a:ext cx="1588" cy="438150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72" name="Rectangle 32"/>
          <p:cNvSpPr>
            <a:spLocks noChangeArrowheads="1"/>
          </p:cNvSpPr>
          <p:nvPr/>
        </p:nvSpPr>
        <p:spPr bwMode="auto">
          <a:xfrm>
            <a:off x="1035050" y="2238375"/>
            <a:ext cx="127000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B</a:t>
            </a:r>
          </a:p>
        </p:txBody>
      </p:sp>
      <p:sp>
        <p:nvSpPr>
          <p:cNvPr id="87073" name="Line 33"/>
          <p:cNvSpPr>
            <a:spLocks noChangeShapeType="1"/>
          </p:cNvSpPr>
          <p:nvPr/>
        </p:nvSpPr>
        <p:spPr bwMode="auto">
          <a:xfrm flipH="1">
            <a:off x="1555750" y="2239963"/>
            <a:ext cx="403225" cy="1587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74" name="Line 34"/>
          <p:cNvSpPr>
            <a:spLocks noChangeShapeType="1"/>
          </p:cNvSpPr>
          <p:nvPr/>
        </p:nvSpPr>
        <p:spPr bwMode="auto">
          <a:xfrm flipH="1">
            <a:off x="1619250" y="2192338"/>
            <a:ext cx="273050" cy="1587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75" name="Freeform 35"/>
          <p:cNvSpPr>
            <a:spLocks noChangeArrowheads="1"/>
          </p:cNvSpPr>
          <p:nvPr/>
        </p:nvSpPr>
        <p:spPr bwMode="auto">
          <a:xfrm>
            <a:off x="1225550" y="2246313"/>
            <a:ext cx="400050" cy="101600"/>
          </a:xfrm>
          <a:custGeom>
            <a:avLst/>
            <a:gdLst>
              <a:gd name="G0" fmla="+- 1 0 0"/>
              <a:gd name="G1" fmla="+- 1 0 0"/>
              <a:gd name="G2" fmla="+- 1 0 0"/>
              <a:gd name="G3" fmla="+- 32 0 0"/>
              <a:gd name="G4" fmla="*/ 1 24577 2"/>
              <a:gd name="G5" fmla="+- 1 0 0"/>
              <a:gd name="G6" fmla="+- 1 0 0"/>
              <a:gd name="T0" fmla="*/ 2147483646 w 126"/>
              <a:gd name="T1" fmla="*/ 0 h 32"/>
              <a:gd name="T2" fmla="*/ 2147483646 w 126"/>
              <a:gd name="T3" fmla="*/ 2147483646 h 32"/>
              <a:gd name="T4" fmla="*/ 0 w 126"/>
              <a:gd name="T5" fmla="*/ 2147483646 h 32"/>
              <a:gd name="T6" fmla="*/ 0 w 126"/>
              <a:gd name="T7" fmla="*/ 0 h 32"/>
              <a:gd name="T8" fmla="*/ 126 w 126"/>
              <a:gd name="T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26" h="32">
                <a:moveTo>
                  <a:pt x="126" y="0"/>
                </a:moveTo>
                <a:cubicBezTo>
                  <a:pt x="126" y="11"/>
                  <a:pt x="126" y="21"/>
                  <a:pt x="126" y="32"/>
                </a:cubicBezTo>
                <a:cubicBezTo>
                  <a:pt x="84" y="32"/>
                  <a:pt x="42" y="32"/>
                  <a:pt x="0" y="32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76" name="Freeform 36"/>
          <p:cNvSpPr>
            <a:spLocks noChangeArrowheads="1"/>
          </p:cNvSpPr>
          <p:nvPr/>
        </p:nvSpPr>
        <p:spPr bwMode="auto">
          <a:xfrm>
            <a:off x="1885950" y="2239963"/>
            <a:ext cx="425450" cy="244475"/>
          </a:xfrm>
          <a:custGeom>
            <a:avLst/>
            <a:gdLst>
              <a:gd name="G0" fmla="+- 65464 0 0"/>
              <a:gd name="G1" fmla="+- 1 0 0"/>
              <a:gd name="G2" fmla="+- 1 0 0"/>
              <a:gd name="G3" fmla="*/ 1 46095 51712"/>
              <a:gd name="G4" fmla="+- 1 0 0"/>
              <a:gd name="G5" fmla="+- 40960 0 0"/>
              <a:gd name="T0" fmla="*/ 0 w 268"/>
              <a:gd name="T1" fmla="*/ 0 h 154"/>
              <a:gd name="T2" fmla="*/ 0 w 268"/>
              <a:gd name="T3" fmla="*/ 2147483646 h 154"/>
              <a:gd name="T4" fmla="*/ 2147483646 w 268"/>
              <a:gd name="T5" fmla="*/ 2147483646 h 154"/>
              <a:gd name="T6" fmla="*/ 2147483646 w 268"/>
              <a:gd name="T7" fmla="*/ 2147483646 h 154"/>
              <a:gd name="T8" fmla="*/ 2147483646 w 268"/>
              <a:gd name="T9" fmla="*/ 2147483646 h 154"/>
              <a:gd name="T10" fmla="*/ 2147483646 w 268"/>
              <a:gd name="T11" fmla="*/ 2147483646 h 154"/>
              <a:gd name="T12" fmla="*/ 0 w 268"/>
              <a:gd name="T13" fmla="*/ 0 h 154"/>
              <a:gd name="T14" fmla="*/ 268 w 268"/>
              <a:gd name="T15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68" h="154">
                <a:moveTo>
                  <a:pt x="0" y="0"/>
                </a:moveTo>
                <a:lnTo>
                  <a:pt x="0" y="72"/>
                </a:lnTo>
                <a:lnTo>
                  <a:pt x="166" y="72"/>
                </a:lnTo>
                <a:lnTo>
                  <a:pt x="166" y="154"/>
                </a:lnTo>
                <a:lnTo>
                  <a:pt x="62" y="154"/>
                </a:lnTo>
                <a:lnTo>
                  <a:pt x="268" y="154"/>
                </a:ln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77" name="Freeform 37"/>
          <p:cNvSpPr>
            <a:spLocks noChangeArrowheads="1"/>
          </p:cNvSpPr>
          <p:nvPr/>
        </p:nvSpPr>
        <p:spPr bwMode="auto">
          <a:xfrm>
            <a:off x="1984375" y="2532063"/>
            <a:ext cx="327025" cy="114300"/>
          </a:xfrm>
          <a:custGeom>
            <a:avLst/>
            <a:gdLst>
              <a:gd name="G0" fmla="+- 206 0 0"/>
              <a:gd name="G1" fmla="+- 1 0 0"/>
              <a:gd name="G2" fmla="+- 1 0 0"/>
              <a:gd name="G3" fmla="*/ 1 46095 51712"/>
              <a:gd name="G4" fmla="+- 1 0 0"/>
              <a:gd name="G5" fmla="+- 40960 0 0"/>
              <a:gd name="T0" fmla="*/ 0 w 206"/>
              <a:gd name="T1" fmla="*/ 0 h 72"/>
              <a:gd name="T2" fmla="*/ 2147483646 w 206"/>
              <a:gd name="T3" fmla="*/ 0 h 72"/>
              <a:gd name="T4" fmla="*/ 2147483646 w 206"/>
              <a:gd name="T5" fmla="*/ 0 h 72"/>
              <a:gd name="T6" fmla="*/ 2147483646 w 206"/>
              <a:gd name="T7" fmla="*/ 2147483646 h 72"/>
              <a:gd name="T8" fmla="*/ 2147483646 w 206"/>
              <a:gd name="T9" fmla="*/ 2147483646 h 72"/>
              <a:gd name="T10" fmla="*/ 2147483646 w 206"/>
              <a:gd name="T11" fmla="*/ 2147483646 h 72"/>
              <a:gd name="T12" fmla="*/ 0 w 206"/>
              <a:gd name="T13" fmla="*/ 0 h 72"/>
              <a:gd name="T14" fmla="*/ 206 w 206"/>
              <a:gd name="T15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06" h="72">
                <a:moveTo>
                  <a:pt x="0" y="0"/>
                </a:moveTo>
                <a:lnTo>
                  <a:pt x="206" y="0"/>
                </a:lnTo>
                <a:lnTo>
                  <a:pt x="104" y="0"/>
                </a:lnTo>
                <a:lnTo>
                  <a:pt x="104" y="72"/>
                </a:lnTo>
                <a:lnTo>
                  <a:pt x="62" y="72"/>
                </a:lnTo>
                <a:lnTo>
                  <a:pt x="144" y="72"/>
                </a:ln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78" name="Line 38"/>
          <p:cNvSpPr>
            <a:spLocks noChangeShapeType="1"/>
          </p:cNvSpPr>
          <p:nvPr/>
        </p:nvSpPr>
        <p:spPr bwMode="auto">
          <a:xfrm>
            <a:off x="2098675" y="2662238"/>
            <a:ext cx="98425" cy="1587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79" name="Line 39"/>
          <p:cNvSpPr>
            <a:spLocks noChangeShapeType="1"/>
          </p:cNvSpPr>
          <p:nvPr/>
        </p:nvSpPr>
        <p:spPr bwMode="auto">
          <a:xfrm>
            <a:off x="2114550" y="2681288"/>
            <a:ext cx="66675" cy="1587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80" name="Line 40"/>
          <p:cNvSpPr>
            <a:spLocks noChangeShapeType="1"/>
          </p:cNvSpPr>
          <p:nvPr/>
        </p:nvSpPr>
        <p:spPr bwMode="auto">
          <a:xfrm>
            <a:off x="2130425" y="2697163"/>
            <a:ext cx="34925" cy="1587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81" name="Rectangle 41"/>
          <p:cNvSpPr>
            <a:spLocks noChangeArrowheads="1"/>
          </p:cNvSpPr>
          <p:nvPr/>
        </p:nvSpPr>
        <p:spPr bwMode="auto">
          <a:xfrm>
            <a:off x="2003425" y="2122488"/>
            <a:ext cx="127000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6666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T</a:t>
            </a:r>
          </a:p>
        </p:txBody>
      </p:sp>
      <p:sp>
        <p:nvSpPr>
          <p:cNvPr id="87082" name="Rectangle 42"/>
          <p:cNvSpPr>
            <a:spLocks noChangeArrowheads="1"/>
          </p:cNvSpPr>
          <p:nvPr/>
        </p:nvSpPr>
        <p:spPr bwMode="auto">
          <a:xfrm>
            <a:off x="2360613" y="2395538"/>
            <a:ext cx="138112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6666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C</a:t>
            </a:r>
          </a:p>
        </p:txBody>
      </p:sp>
      <p:sp>
        <p:nvSpPr>
          <p:cNvPr id="87083" name="Rectangle 43"/>
          <p:cNvSpPr>
            <a:spLocks noChangeArrowheads="1"/>
          </p:cNvSpPr>
          <p:nvPr/>
        </p:nvSpPr>
        <p:spPr bwMode="auto">
          <a:xfrm>
            <a:off x="1577975" y="2681288"/>
            <a:ext cx="914400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6666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DRAM cell</a:t>
            </a:r>
          </a:p>
        </p:txBody>
      </p:sp>
      <p:sp>
        <p:nvSpPr>
          <p:cNvPr id="87084" name="Rectangle 44"/>
          <p:cNvSpPr>
            <a:spLocks noChangeArrowheads="1"/>
          </p:cNvSpPr>
          <p:nvPr/>
        </p:nvSpPr>
        <p:spPr bwMode="auto">
          <a:xfrm>
            <a:off x="2693988" y="1998663"/>
            <a:ext cx="758825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To Pump</a:t>
            </a:r>
          </a:p>
        </p:txBody>
      </p:sp>
      <p:sp>
        <p:nvSpPr>
          <p:cNvPr id="87085" name="Freeform 45"/>
          <p:cNvSpPr>
            <a:spLocks noChangeArrowheads="1"/>
          </p:cNvSpPr>
          <p:nvPr/>
        </p:nvSpPr>
        <p:spPr bwMode="auto">
          <a:xfrm>
            <a:off x="5937250" y="2376488"/>
            <a:ext cx="260350" cy="352425"/>
          </a:xfrm>
          <a:custGeom>
            <a:avLst/>
            <a:gdLst>
              <a:gd name="G0" fmla="+- 20 0 0"/>
              <a:gd name="G1" fmla="+- 9 0 0"/>
              <a:gd name="G2" fmla="sin 0 G1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00 0 0"/>
              <a:gd name="G17" fmla="+- 49170 0 0"/>
              <a:gd name="G18" fmla="+- 1 0 0"/>
              <a:gd name="G19" fmla="+- 1 0 0"/>
              <a:gd name="G20" fmla="+- 1 0 0"/>
              <a:gd name="G21" fmla="+- 1 0 0"/>
              <a:gd name="G22" fmla="+- 32768 0 0"/>
              <a:gd name="G23" fmla="+- 1 0 0"/>
              <a:gd name="G24" fmla="+- 1 0 0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32768 0 0"/>
              <a:gd name="T0" fmla="*/ 0 w 82"/>
              <a:gd name="T1" fmla="*/ 2147483646 h 111"/>
              <a:gd name="T2" fmla="*/ 2147483646 w 82"/>
              <a:gd name="T3" fmla="*/ 0 h 111"/>
              <a:gd name="T4" fmla="*/ 2147483646 w 82"/>
              <a:gd name="T5" fmla="*/ 2147483646 h 111"/>
              <a:gd name="T6" fmla="*/ 2147483646 w 82"/>
              <a:gd name="T7" fmla="*/ 0 h 111"/>
              <a:gd name="T8" fmla="*/ 2147483646 w 82"/>
              <a:gd name="T9" fmla="*/ 2147483646 h 111"/>
              <a:gd name="T10" fmla="*/ 2147483646 w 82"/>
              <a:gd name="T11" fmla="*/ 0 h 111"/>
              <a:gd name="T12" fmla="*/ 2147483646 w 82"/>
              <a:gd name="T13" fmla="*/ 2147483646 h 111"/>
              <a:gd name="T14" fmla="*/ 2147483646 w 82"/>
              <a:gd name="T15" fmla="*/ 0 h 111"/>
              <a:gd name="T16" fmla="*/ 2147483646 w 82"/>
              <a:gd name="T17" fmla="*/ 2147483646 h 111"/>
              <a:gd name="T18" fmla="*/ 2147483646 w 82"/>
              <a:gd name="T19" fmla="*/ 2147483646 h 111"/>
              <a:gd name="T20" fmla="*/ 0 w 82"/>
              <a:gd name="T21" fmla="*/ 2147483646 h 111"/>
              <a:gd name="T22" fmla="*/ 0 w 82"/>
              <a:gd name="T23" fmla="*/ 2147483646 h 111"/>
              <a:gd name="T24" fmla="*/ 0 w 82"/>
              <a:gd name="T25" fmla="*/ 0 h 111"/>
              <a:gd name="T26" fmla="*/ 82 w 82"/>
              <a:gd name="T27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82" h="111">
                <a:moveTo>
                  <a:pt x="0" y="11"/>
                </a:moveTo>
                <a:cubicBezTo>
                  <a:pt x="9" y="0"/>
                  <a:pt x="9" y="0"/>
                  <a:pt x="9" y="0"/>
                </a:cubicBezTo>
                <a:cubicBezTo>
                  <a:pt x="22" y="7"/>
                  <a:pt x="22" y="7"/>
                  <a:pt x="22" y="7"/>
                </a:cubicBezTo>
                <a:cubicBezTo>
                  <a:pt x="31" y="0"/>
                  <a:pt x="31" y="0"/>
                  <a:pt x="31" y="0"/>
                </a:cubicBezTo>
                <a:cubicBezTo>
                  <a:pt x="40" y="7"/>
                  <a:pt x="40" y="7"/>
                  <a:pt x="40" y="7"/>
                </a:cubicBezTo>
                <a:cubicBezTo>
                  <a:pt x="50" y="0"/>
                  <a:pt x="50" y="0"/>
                  <a:pt x="50" y="0"/>
                </a:cubicBezTo>
                <a:cubicBezTo>
                  <a:pt x="63" y="9"/>
                  <a:pt x="63" y="9"/>
                  <a:pt x="63" y="9"/>
                </a:cubicBezTo>
                <a:cubicBezTo>
                  <a:pt x="69" y="0"/>
                  <a:pt x="69" y="0"/>
                  <a:pt x="69" y="0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111"/>
                  <a:pt x="82" y="111"/>
                  <a:pt x="82" y="111"/>
                </a:cubicBezTo>
                <a:cubicBezTo>
                  <a:pt x="0" y="111"/>
                  <a:pt x="0" y="111"/>
                  <a:pt x="0" y="111"/>
                </a:cubicBezTo>
                <a:lnTo>
                  <a:pt x="0" y="11"/>
                </a:lnTo>
                <a:close/>
              </a:path>
            </a:pathLst>
          </a:custGeom>
          <a:solidFill>
            <a:srgbClr val="33CCCC"/>
          </a:solidFill>
          <a:ln w="12600" cap="flat">
            <a:solidFill>
              <a:srgbClr val="33CC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86" name="Freeform 46"/>
          <p:cNvSpPr>
            <a:spLocks noChangeArrowheads="1"/>
          </p:cNvSpPr>
          <p:nvPr/>
        </p:nvSpPr>
        <p:spPr bwMode="auto">
          <a:xfrm>
            <a:off x="3851275" y="2500313"/>
            <a:ext cx="1171575" cy="228600"/>
          </a:xfrm>
          <a:custGeom>
            <a:avLst/>
            <a:gdLst>
              <a:gd name="G0" fmla="+- 124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*/ 1 20853 10"/>
              <a:gd name="G18" fmla="+- 1 0 0"/>
              <a:gd name="G19" fmla="+- 1 0 0"/>
              <a:gd name="G20" fmla="+- 1 0 0"/>
              <a:gd name="G21" fmla="+- 32768 0 0"/>
              <a:gd name="T0" fmla="*/ 0 w 738"/>
              <a:gd name="T1" fmla="*/ 2147483646 h 144"/>
              <a:gd name="T2" fmla="*/ 0 w 738"/>
              <a:gd name="T3" fmla="*/ 2147483646 h 144"/>
              <a:gd name="T4" fmla="*/ 2147483646 w 738"/>
              <a:gd name="T5" fmla="*/ 0 h 144"/>
              <a:gd name="T6" fmla="*/ 2147483646 w 738"/>
              <a:gd name="T7" fmla="*/ 2147483646 h 144"/>
              <a:gd name="T8" fmla="*/ 2147483646 w 738"/>
              <a:gd name="T9" fmla="*/ 0 h 144"/>
              <a:gd name="T10" fmla="*/ 2147483646 w 738"/>
              <a:gd name="T11" fmla="*/ 2147483646 h 144"/>
              <a:gd name="T12" fmla="*/ 2147483646 w 738"/>
              <a:gd name="T13" fmla="*/ 0 h 144"/>
              <a:gd name="T14" fmla="*/ 2147483646 w 738"/>
              <a:gd name="T15" fmla="*/ 2147483646 h 144"/>
              <a:gd name="T16" fmla="*/ 2147483646 w 738"/>
              <a:gd name="T17" fmla="*/ 0 h 144"/>
              <a:gd name="T18" fmla="*/ 2147483646 w 738"/>
              <a:gd name="T19" fmla="*/ 2147483646 h 144"/>
              <a:gd name="T20" fmla="*/ 2147483646 w 738"/>
              <a:gd name="T21" fmla="*/ 0 h 144"/>
              <a:gd name="T22" fmla="*/ 2147483646 w 738"/>
              <a:gd name="T23" fmla="*/ 2147483646 h 144"/>
              <a:gd name="T24" fmla="*/ 2147483646 w 738"/>
              <a:gd name="T25" fmla="*/ 2147483646 h 144"/>
              <a:gd name="T26" fmla="*/ 2147483646 w 738"/>
              <a:gd name="T27" fmla="*/ 2147483646 h 144"/>
              <a:gd name="T28" fmla="*/ 2147483646 w 738"/>
              <a:gd name="T29" fmla="*/ 0 h 144"/>
              <a:gd name="T30" fmla="*/ 2147483646 w 738"/>
              <a:gd name="T31" fmla="*/ 2147483646 h 144"/>
              <a:gd name="T32" fmla="*/ 2147483646 w 738"/>
              <a:gd name="T33" fmla="*/ 0 h 144"/>
              <a:gd name="T34" fmla="*/ 2147483646 w 738"/>
              <a:gd name="T35" fmla="*/ 2147483646 h 144"/>
              <a:gd name="T36" fmla="*/ 2147483646 w 738"/>
              <a:gd name="T37" fmla="*/ 0 h 144"/>
              <a:gd name="T38" fmla="*/ 2147483646 w 738"/>
              <a:gd name="T39" fmla="*/ 2147483646 h 144"/>
              <a:gd name="T40" fmla="*/ 2147483646 w 738"/>
              <a:gd name="T41" fmla="*/ 2147483646 h 144"/>
              <a:gd name="T42" fmla="*/ 0 w 738"/>
              <a:gd name="T43" fmla="*/ 2147483646 h 144"/>
              <a:gd name="T44" fmla="*/ 0 w 738"/>
              <a:gd name="T45" fmla="*/ 0 h 144"/>
              <a:gd name="T46" fmla="*/ 738 w 738"/>
              <a:gd name="T47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T44" t="T45" r="T46" b="T47"/>
            <a:pathLst>
              <a:path w="738" h="144">
                <a:moveTo>
                  <a:pt x="0" y="144"/>
                </a:moveTo>
                <a:lnTo>
                  <a:pt x="0" y="20"/>
                </a:lnTo>
                <a:lnTo>
                  <a:pt x="38" y="0"/>
                </a:lnTo>
                <a:lnTo>
                  <a:pt x="82" y="20"/>
                </a:lnTo>
                <a:lnTo>
                  <a:pt x="122" y="0"/>
                </a:lnTo>
                <a:lnTo>
                  <a:pt x="166" y="20"/>
                </a:lnTo>
                <a:lnTo>
                  <a:pt x="210" y="0"/>
                </a:lnTo>
                <a:lnTo>
                  <a:pt x="248" y="20"/>
                </a:lnTo>
                <a:lnTo>
                  <a:pt x="286" y="0"/>
                </a:lnTo>
                <a:lnTo>
                  <a:pt x="326" y="20"/>
                </a:lnTo>
                <a:lnTo>
                  <a:pt x="366" y="0"/>
                </a:lnTo>
                <a:lnTo>
                  <a:pt x="410" y="18"/>
                </a:lnTo>
                <a:lnTo>
                  <a:pt x="448" y="4"/>
                </a:lnTo>
                <a:lnTo>
                  <a:pt x="492" y="18"/>
                </a:lnTo>
                <a:lnTo>
                  <a:pt x="530" y="0"/>
                </a:lnTo>
                <a:lnTo>
                  <a:pt x="572" y="22"/>
                </a:lnTo>
                <a:lnTo>
                  <a:pt x="616" y="0"/>
                </a:lnTo>
                <a:lnTo>
                  <a:pt x="654" y="18"/>
                </a:lnTo>
                <a:lnTo>
                  <a:pt x="698" y="0"/>
                </a:lnTo>
                <a:lnTo>
                  <a:pt x="738" y="18"/>
                </a:lnTo>
                <a:lnTo>
                  <a:pt x="738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33CCCC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87" name="Freeform 47"/>
          <p:cNvSpPr>
            <a:spLocks noChangeArrowheads="1"/>
          </p:cNvSpPr>
          <p:nvPr/>
        </p:nvSpPr>
        <p:spPr bwMode="auto">
          <a:xfrm>
            <a:off x="3851275" y="2500313"/>
            <a:ext cx="1171575" cy="228600"/>
          </a:xfrm>
          <a:custGeom>
            <a:avLst/>
            <a:gdLst>
              <a:gd name="G0" fmla="+- 124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*/ 1 16385 2"/>
              <a:gd name="G12" fmla="+- 1 0 0"/>
              <a:gd name="G13" fmla="+- 1 0 0"/>
              <a:gd name="G14" fmla="+- 1 0 0"/>
              <a:gd name="G15" fmla="+- 1 0 0"/>
              <a:gd name="G16" fmla="*/ 1 62023 61568"/>
              <a:gd name="G17" fmla="+- 1 0 0"/>
              <a:gd name="G18" fmla="+- 1 0 0"/>
              <a:gd name="G19" fmla="+- 1 0 0"/>
              <a:gd name="G20" fmla="+- 32768 0 0"/>
              <a:gd name="T0" fmla="*/ 0 w 738"/>
              <a:gd name="T1" fmla="*/ 2147483646 h 144"/>
              <a:gd name="T2" fmla="*/ 0 w 738"/>
              <a:gd name="T3" fmla="*/ 2147483646 h 144"/>
              <a:gd name="T4" fmla="*/ 2147483646 w 738"/>
              <a:gd name="T5" fmla="*/ 0 h 144"/>
              <a:gd name="T6" fmla="*/ 2147483646 w 738"/>
              <a:gd name="T7" fmla="*/ 2147483646 h 144"/>
              <a:gd name="T8" fmla="*/ 2147483646 w 738"/>
              <a:gd name="T9" fmla="*/ 0 h 144"/>
              <a:gd name="T10" fmla="*/ 2147483646 w 738"/>
              <a:gd name="T11" fmla="*/ 2147483646 h 144"/>
              <a:gd name="T12" fmla="*/ 2147483646 w 738"/>
              <a:gd name="T13" fmla="*/ 0 h 144"/>
              <a:gd name="T14" fmla="*/ 2147483646 w 738"/>
              <a:gd name="T15" fmla="*/ 2147483646 h 144"/>
              <a:gd name="T16" fmla="*/ 2147483646 w 738"/>
              <a:gd name="T17" fmla="*/ 0 h 144"/>
              <a:gd name="T18" fmla="*/ 2147483646 w 738"/>
              <a:gd name="T19" fmla="*/ 2147483646 h 144"/>
              <a:gd name="T20" fmla="*/ 2147483646 w 738"/>
              <a:gd name="T21" fmla="*/ 0 h 144"/>
              <a:gd name="T22" fmla="*/ 2147483646 w 738"/>
              <a:gd name="T23" fmla="*/ 2147483646 h 144"/>
              <a:gd name="T24" fmla="*/ 2147483646 w 738"/>
              <a:gd name="T25" fmla="*/ 2147483646 h 144"/>
              <a:gd name="T26" fmla="*/ 2147483646 w 738"/>
              <a:gd name="T27" fmla="*/ 2147483646 h 144"/>
              <a:gd name="T28" fmla="*/ 2147483646 w 738"/>
              <a:gd name="T29" fmla="*/ 0 h 144"/>
              <a:gd name="T30" fmla="*/ 2147483646 w 738"/>
              <a:gd name="T31" fmla="*/ 2147483646 h 144"/>
              <a:gd name="T32" fmla="*/ 2147483646 w 738"/>
              <a:gd name="T33" fmla="*/ 0 h 144"/>
              <a:gd name="T34" fmla="*/ 2147483646 w 738"/>
              <a:gd name="T35" fmla="*/ 2147483646 h 144"/>
              <a:gd name="T36" fmla="*/ 2147483646 w 738"/>
              <a:gd name="T37" fmla="*/ 0 h 144"/>
              <a:gd name="T38" fmla="*/ 2147483646 w 738"/>
              <a:gd name="T39" fmla="*/ 2147483646 h 144"/>
              <a:gd name="T40" fmla="*/ 2147483646 w 738"/>
              <a:gd name="T41" fmla="*/ 2147483646 h 144"/>
              <a:gd name="T42" fmla="*/ 0 w 738"/>
              <a:gd name="T43" fmla="*/ 0 h 144"/>
              <a:gd name="T44" fmla="*/ 738 w 738"/>
              <a:gd name="T4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T42" t="T43" r="T44" b="T45"/>
            <a:pathLst>
              <a:path w="738" h="144">
                <a:moveTo>
                  <a:pt x="0" y="144"/>
                </a:moveTo>
                <a:lnTo>
                  <a:pt x="0" y="20"/>
                </a:lnTo>
                <a:lnTo>
                  <a:pt x="38" y="0"/>
                </a:lnTo>
                <a:lnTo>
                  <a:pt x="82" y="20"/>
                </a:lnTo>
                <a:lnTo>
                  <a:pt x="122" y="0"/>
                </a:lnTo>
                <a:lnTo>
                  <a:pt x="166" y="20"/>
                </a:lnTo>
                <a:lnTo>
                  <a:pt x="210" y="0"/>
                </a:lnTo>
                <a:lnTo>
                  <a:pt x="248" y="20"/>
                </a:lnTo>
                <a:lnTo>
                  <a:pt x="286" y="0"/>
                </a:lnTo>
                <a:lnTo>
                  <a:pt x="326" y="20"/>
                </a:lnTo>
                <a:lnTo>
                  <a:pt x="366" y="0"/>
                </a:lnTo>
                <a:lnTo>
                  <a:pt x="410" y="18"/>
                </a:lnTo>
                <a:lnTo>
                  <a:pt x="448" y="4"/>
                </a:lnTo>
                <a:lnTo>
                  <a:pt x="492" y="18"/>
                </a:lnTo>
                <a:lnTo>
                  <a:pt x="530" y="0"/>
                </a:lnTo>
                <a:lnTo>
                  <a:pt x="572" y="22"/>
                </a:lnTo>
                <a:lnTo>
                  <a:pt x="616" y="0"/>
                </a:lnTo>
                <a:lnTo>
                  <a:pt x="654" y="18"/>
                </a:lnTo>
                <a:lnTo>
                  <a:pt x="698" y="0"/>
                </a:lnTo>
                <a:lnTo>
                  <a:pt x="738" y="18"/>
                </a:lnTo>
                <a:lnTo>
                  <a:pt x="738" y="144"/>
                </a:lnTo>
              </a:path>
            </a:pathLst>
          </a:custGeom>
          <a:noFill/>
          <a:ln w="12600" cap="flat">
            <a:solidFill>
              <a:srgbClr val="33CC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88" name="Rectangle 48"/>
          <p:cNvSpPr>
            <a:spLocks noChangeArrowheads="1"/>
          </p:cNvSpPr>
          <p:nvPr/>
        </p:nvSpPr>
        <p:spPr bwMode="auto">
          <a:xfrm>
            <a:off x="5937250" y="2335213"/>
            <a:ext cx="260350" cy="393700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89" name="Freeform 49"/>
          <p:cNvSpPr>
            <a:spLocks noChangeArrowheads="1"/>
          </p:cNvSpPr>
          <p:nvPr/>
        </p:nvSpPr>
        <p:spPr bwMode="auto">
          <a:xfrm>
            <a:off x="4959350" y="2598738"/>
            <a:ext cx="1041400" cy="13017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65525 0 0"/>
              <a:gd name="G8" fmla="+- 1 0 0"/>
              <a:gd name="G9" fmla="+- 65525 0 0"/>
              <a:gd name="G10" fmla="+- 20 0 0"/>
              <a:gd name="G11" fmla="sin 41 G10"/>
              <a:gd name="G12" fmla="+- 1 0 0"/>
              <a:gd name="G13" fmla="*/ 1 24577 2"/>
              <a:gd name="G14" fmla="+- 1 0 0"/>
              <a:gd name="G15" fmla="+- 1 0 0"/>
              <a:gd name="G16" fmla="+- 8 0 0"/>
              <a:gd name="G17" fmla="sin 12 G16"/>
              <a:gd name="G18" fmla="+- 1 0 0"/>
              <a:gd name="G19" fmla="+- 1 0 0"/>
              <a:gd name="G20" fmla="+- 1 0 0"/>
              <a:gd name="G21" fmla="+- 1 0 0"/>
              <a:gd name="G22" fmla="+- 1 0 0"/>
              <a:gd name="G23" fmla="+- 32765 0 0"/>
              <a:gd name="G24" fmla="+- 32767 0 0"/>
              <a:gd name="T0" fmla="*/ 2147483646 w 328"/>
              <a:gd name="T1" fmla="*/ 2147483646 h 41"/>
              <a:gd name="T2" fmla="*/ 2147483646 w 328"/>
              <a:gd name="T3" fmla="*/ 2147483646 h 41"/>
              <a:gd name="T4" fmla="*/ 2147483646 w 328"/>
              <a:gd name="T5" fmla="*/ 2147483646 h 41"/>
              <a:gd name="T6" fmla="*/ 2147483646 w 328"/>
              <a:gd name="T7" fmla="*/ 0 h 41"/>
              <a:gd name="T8" fmla="*/ 2147483646 w 328"/>
              <a:gd name="T9" fmla="*/ 0 h 41"/>
              <a:gd name="T10" fmla="*/ 0 w 328"/>
              <a:gd name="T11" fmla="*/ 2147483646 h 41"/>
              <a:gd name="T12" fmla="*/ 0 w 328"/>
              <a:gd name="T13" fmla="*/ 2147483646 h 41"/>
              <a:gd name="T14" fmla="*/ 2147483646 w 328"/>
              <a:gd name="T15" fmla="*/ 2147483646 h 41"/>
              <a:gd name="T16" fmla="*/ 2147483646 w 328"/>
              <a:gd name="T17" fmla="*/ 2147483646 h 41"/>
              <a:gd name="T18" fmla="*/ 0 w 328"/>
              <a:gd name="T19" fmla="*/ 0 h 41"/>
              <a:gd name="T20" fmla="*/ 328 w 328"/>
              <a:gd name="T2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328" h="41">
                <a:moveTo>
                  <a:pt x="308" y="41"/>
                </a:moveTo>
                <a:cubicBezTo>
                  <a:pt x="319" y="41"/>
                  <a:pt x="328" y="31"/>
                  <a:pt x="328" y="20"/>
                </a:cubicBezTo>
                <a:cubicBezTo>
                  <a:pt x="328" y="20"/>
                  <a:pt x="328" y="20"/>
                  <a:pt x="328" y="20"/>
                </a:cubicBezTo>
                <a:cubicBezTo>
                  <a:pt x="328" y="9"/>
                  <a:pt x="319" y="0"/>
                  <a:pt x="308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31"/>
                  <a:pt x="9" y="41"/>
                  <a:pt x="20" y="41"/>
                </a:cubicBezTo>
                <a:lnTo>
                  <a:pt x="308" y="41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0" name="Freeform 50"/>
          <p:cNvSpPr>
            <a:spLocks noChangeArrowheads="1"/>
          </p:cNvSpPr>
          <p:nvPr/>
        </p:nvSpPr>
        <p:spPr bwMode="auto">
          <a:xfrm>
            <a:off x="5219700" y="2532063"/>
            <a:ext cx="520700" cy="260350"/>
          </a:xfrm>
          <a:custGeom>
            <a:avLst/>
            <a:gdLst>
              <a:gd name="G0" fmla="+- 164 0 0"/>
              <a:gd name="G1" fmla="+- 1 0 0"/>
              <a:gd name="G2" fmla="+- 65535 0 0"/>
              <a:gd name="G3" fmla="*/ 1 16385 2"/>
              <a:gd name="G4" fmla="*/ 1 35517 25856"/>
              <a:gd name="T0" fmla="*/ 0 w 328"/>
              <a:gd name="T1" fmla="*/ 0 h 164"/>
              <a:gd name="T2" fmla="*/ 2147483646 w 328"/>
              <a:gd name="T3" fmla="*/ 2147483646 h 164"/>
              <a:gd name="T4" fmla="*/ 2147483646 w 328"/>
              <a:gd name="T5" fmla="*/ 0 h 164"/>
              <a:gd name="T6" fmla="*/ 0 w 328"/>
              <a:gd name="T7" fmla="*/ 2147483646 h 164"/>
              <a:gd name="T8" fmla="*/ 0 w 328"/>
              <a:gd name="T9" fmla="*/ 0 h 164"/>
              <a:gd name="T10" fmla="*/ 0 w 328"/>
              <a:gd name="T11" fmla="*/ 0 h 164"/>
              <a:gd name="T12" fmla="*/ 328 w 328"/>
              <a:gd name="T1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328" h="164">
                <a:moveTo>
                  <a:pt x="0" y="0"/>
                </a:moveTo>
                <a:lnTo>
                  <a:pt x="328" y="164"/>
                </a:lnTo>
                <a:lnTo>
                  <a:pt x="328" y="0"/>
                </a:lnTo>
                <a:lnTo>
                  <a:pt x="0" y="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1" name="Rectangle 51"/>
          <p:cNvSpPr>
            <a:spLocks noChangeArrowheads="1"/>
          </p:cNvSpPr>
          <p:nvPr/>
        </p:nvSpPr>
        <p:spPr bwMode="auto">
          <a:xfrm>
            <a:off x="3851275" y="2335213"/>
            <a:ext cx="1171575" cy="393700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2" name="Freeform 52"/>
          <p:cNvSpPr>
            <a:spLocks noChangeArrowheads="1"/>
          </p:cNvSpPr>
          <p:nvPr/>
        </p:nvSpPr>
        <p:spPr bwMode="auto">
          <a:xfrm>
            <a:off x="5149850" y="2208213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7 0 0"/>
              <a:gd name="G4" fmla="+- 1 0 0"/>
              <a:gd name="G5" fmla="+- 1 0 0"/>
              <a:gd name="G6" fmla="+- 1 0 0"/>
              <a:gd name="G7" fmla="*/ 1 24577 2"/>
              <a:gd name="G8" fmla="+- 1 0 0"/>
              <a:gd name="G9" fmla="*/ 1 20025 45696"/>
              <a:gd name="G10" fmla="*/ 1 22983 51712"/>
              <a:gd name="G11" fmla="*/ G10 1 180"/>
              <a:gd name="G12" fmla="*/ G9 1 G11"/>
              <a:gd name="G13" fmla="+- 1 0 0"/>
              <a:gd name="G14" fmla="+- 1 0 0"/>
              <a:gd name="G15" fmla="+- 1 0 0"/>
              <a:gd name="T0" fmla="*/ 2147483646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2147483646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104" y="44"/>
                </a:moveTo>
                <a:cubicBezTo>
                  <a:pt x="104" y="44"/>
                  <a:pt x="62" y="71"/>
                  <a:pt x="32" y="64"/>
                </a:cubicBezTo>
                <a:cubicBezTo>
                  <a:pt x="11" y="59"/>
                  <a:pt x="0" y="48"/>
                  <a:pt x="4" y="30"/>
                </a:cubicBezTo>
                <a:cubicBezTo>
                  <a:pt x="7" y="12"/>
                  <a:pt x="40" y="0"/>
                  <a:pt x="78" y="28"/>
                </a:cubicBezTo>
                <a:cubicBezTo>
                  <a:pt x="86" y="34"/>
                  <a:pt x="93" y="39"/>
                  <a:pt x="104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3" name="Freeform 53"/>
          <p:cNvSpPr>
            <a:spLocks noChangeArrowheads="1"/>
          </p:cNvSpPr>
          <p:nvPr/>
        </p:nvSpPr>
        <p:spPr bwMode="auto">
          <a:xfrm>
            <a:off x="5480050" y="2208213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2 0 0"/>
              <a:gd name="G7" fmla="*/ 1 24577 2"/>
              <a:gd name="G8" fmla="+- 1 0 0"/>
              <a:gd name="G9" fmla="*/ 1 22983 51712"/>
              <a:gd name="G10" fmla="*/ G9 1 180"/>
              <a:gd name="G11" fmla="*/ 0 1 G10"/>
              <a:gd name="G12" fmla="+- 1 0 0"/>
              <a:gd name="G13" fmla="+- 1 0 0"/>
              <a:gd name="G14" fmla="+- 1 0 0"/>
              <a:gd name="T0" fmla="*/ 0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0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0" y="44"/>
                </a:moveTo>
                <a:cubicBezTo>
                  <a:pt x="0" y="44"/>
                  <a:pt x="42" y="71"/>
                  <a:pt x="72" y="64"/>
                </a:cubicBezTo>
                <a:cubicBezTo>
                  <a:pt x="94" y="59"/>
                  <a:pt x="104" y="48"/>
                  <a:pt x="100" y="30"/>
                </a:cubicBezTo>
                <a:cubicBezTo>
                  <a:pt x="97" y="12"/>
                  <a:pt x="64" y="0"/>
                  <a:pt x="26" y="28"/>
                </a:cubicBezTo>
                <a:cubicBezTo>
                  <a:pt x="18" y="34"/>
                  <a:pt x="11" y="39"/>
                  <a:pt x="0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4" name="Freeform 54"/>
          <p:cNvSpPr>
            <a:spLocks noChangeArrowheads="1"/>
          </p:cNvSpPr>
          <p:nvPr/>
        </p:nvSpPr>
        <p:spPr bwMode="auto">
          <a:xfrm>
            <a:off x="5480050" y="2347913"/>
            <a:ext cx="1588" cy="250825"/>
          </a:xfrm>
          <a:custGeom>
            <a:avLst/>
            <a:gdLst>
              <a:gd name="G0" fmla="+- 65378 0 0"/>
              <a:gd name="G1" fmla="+- 65533 0 0"/>
              <a:gd name="G2" fmla="*/ 1 16385 2"/>
              <a:gd name="T0" fmla="*/ 0 w 1588"/>
              <a:gd name="T1" fmla="*/ 0 h 158"/>
              <a:gd name="T2" fmla="*/ 0 w 1588"/>
              <a:gd name="T3" fmla="*/ 2147483646 h 158"/>
              <a:gd name="T4" fmla="*/ 0 w 1588"/>
              <a:gd name="T5" fmla="*/ 0 h 158"/>
              <a:gd name="T6" fmla="*/ 0 w 1588"/>
              <a:gd name="T7" fmla="*/ 0 h 158"/>
              <a:gd name="T8" fmla="*/ 1588 w 1588"/>
              <a:gd name="T9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588" h="158">
                <a:moveTo>
                  <a:pt x="0" y="0"/>
                </a:moveTo>
                <a:lnTo>
                  <a:pt x="0" y="1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5" name="Line 55"/>
          <p:cNvSpPr>
            <a:spLocks noChangeShapeType="1"/>
          </p:cNvSpPr>
          <p:nvPr/>
        </p:nvSpPr>
        <p:spPr bwMode="auto">
          <a:xfrm>
            <a:off x="5480050" y="2347913"/>
            <a:ext cx="1588" cy="250825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096" name="Freeform 56"/>
          <p:cNvSpPr>
            <a:spLocks noChangeArrowheads="1"/>
          </p:cNvSpPr>
          <p:nvPr/>
        </p:nvSpPr>
        <p:spPr bwMode="auto">
          <a:xfrm>
            <a:off x="3511550" y="2071688"/>
            <a:ext cx="469900" cy="657225"/>
          </a:xfrm>
          <a:custGeom>
            <a:avLst/>
            <a:gdLst>
              <a:gd name="G0" fmla="*/ 1 60525 51712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5 0 0"/>
              <a:gd name="G16" fmla="*/ 1 11181 51712"/>
              <a:gd name="G17" fmla="+- 1 0 0"/>
              <a:gd name="G18" fmla="+- 9 0 0"/>
              <a:gd name="G19" fmla="*/ 1 4773 54864"/>
              <a:gd name="G20" fmla="+- 1 0 0"/>
              <a:gd name="G21" fmla="+- 1 0 0"/>
              <a:gd name="G22" fmla="+- 1 0 0"/>
              <a:gd name="G23" fmla="+- 32768 0 0"/>
              <a:gd name="G24" fmla="*/ 1 43423 51712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32768 0 0"/>
              <a:gd name="G34" fmla="+- 1 0 0"/>
              <a:gd name="G35" fmla="+- 1 0 0"/>
              <a:gd name="G36" fmla="+- 1 0 0"/>
              <a:gd name="G37" fmla="+- 1 0 0"/>
              <a:gd name="T0" fmla="*/ 2147483646 w 148"/>
              <a:gd name="T1" fmla="*/ 2147483646 h 207"/>
              <a:gd name="T2" fmla="*/ 2147483646 w 148"/>
              <a:gd name="T3" fmla="*/ 2147483646 h 207"/>
              <a:gd name="T4" fmla="*/ 2147483646 w 148"/>
              <a:gd name="T5" fmla="*/ 2147483646 h 207"/>
              <a:gd name="T6" fmla="*/ 2147483646 w 148"/>
              <a:gd name="T7" fmla="*/ 2147483646 h 207"/>
              <a:gd name="T8" fmla="*/ 2147483646 w 148"/>
              <a:gd name="T9" fmla="*/ 2147483646 h 207"/>
              <a:gd name="T10" fmla="*/ 2147483646 w 148"/>
              <a:gd name="T11" fmla="*/ 2147483646 h 207"/>
              <a:gd name="T12" fmla="*/ 2147483646 w 148"/>
              <a:gd name="T13" fmla="*/ 2147483646 h 207"/>
              <a:gd name="T14" fmla="*/ 2147483646 w 148"/>
              <a:gd name="T15" fmla="*/ 2147483646 h 207"/>
              <a:gd name="T16" fmla="*/ 2147483646 w 148"/>
              <a:gd name="T17" fmla="*/ 0 h 207"/>
              <a:gd name="T18" fmla="*/ 2147483646 w 148"/>
              <a:gd name="T19" fmla="*/ 0 h 207"/>
              <a:gd name="T20" fmla="*/ 0 w 148"/>
              <a:gd name="T21" fmla="*/ 2147483646 h 207"/>
              <a:gd name="T22" fmla="*/ 2147483646 w 148"/>
              <a:gd name="T23" fmla="*/ 2147483646 h 207"/>
              <a:gd name="T24" fmla="*/ 0 w 148"/>
              <a:gd name="T25" fmla="*/ 2147483646 h 207"/>
              <a:gd name="T26" fmla="*/ 2147483646 w 148"/>
              <a:gd name="T27" fmla="*/ 2147483646 h 207"/>
              <a:gd name="T28" fmla="*/ 0 w 148"/>
              <a:gd name="T29" fmla="*/ 0 h 207"/>
              <a:gd name="T30" fmla="*/ 148 w 148"/>
              <a:gd name="T31" fmla="*/ 20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148" h="207">
                <a:moveTo>
                  <a:pt x="13" y="26"/>
                </a:moveTo>
                <a:cubicBezTo>
                  <a:pt x="122" y="26"/>
                  <a:pt x="122" y="26"/>
                  <a:pt x="122" y="26"/>
                </a:cubicBezTo>
                <a:cubicBezTo>
                  <a:pt x="122" y="194"/>
                  <a:pt x="122" y="194"/>
                  <a:pt x="122" y="194"/>
                </a:cubicBezTo>
                <a:cubicBezTo>
                  <a:pt x="122" y="201"/>
                  <a:pt x="128" y="207"/>
                  <a:pt x="135" y="207"/>
                </a:cubicBezTo>
                <a:cubicBezTo>
                  <a:pt x="135" y="207"/>
                  <a:pt x="135" y="207"/>
                  <a:pt x="135" y="207"/>
                </a:cubicBezTo>
                <a:cubicBezTo>
                  <a:pt x="142" y="207"/>
                  <a:pt x="148" y="201"/>
                  <a:pt x="148" y="194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6"/>
                  <a:pt x="144" y="0"/>
                  <a:pt x="139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6"/>
                  <a:pt x="0" y="6"/>
                  <a:pt x="0" y="6"/>
                </a:cubicBezTo>
                <a:cubicBezTo>
                  <a:pt x="12" y="13"/>
                  <a:pt x="12" y="13"/>
                  <a:pt x="12" y="13"/>
                </a:cubicBezTo>
                <a:cubicBezTo>
                  <a:pt x="0" y="22"/>
                  <a:pt x="0" y="22"/>
                  <a:pt x="0" y="22"/>
                </a:cubicBezTo>
                <a:lnTo>
                  <a:pt x="13" y="26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7" name="Freeform 57"/>
          <p:cNvSpPr>
            <a:spLocks noChangeArrowheads="1"/>
          </p:cNvSpPr>
          <p:nvPr/>
        </p:nvSpPr>
        <p:spPr bwMode="auto">
          <a:xfrm>
            <a:off x="6604000" y="2500313"/>
            <a:ext cx="1171575" cy="228600"/>
          </a:xfrm>
          <a:custGeom>
            <a:avLst/>
            <a:gdLst>
              <a:gd name="G0" fmla="+- 124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*/ 1 20853 10"/>
              <a:gd name="G18" fmla="+- 1 0 0"/>
              <a:gd name="G19" fmla="+- 1 0 0"/>
              <a:gd name="G20" fmla="+- 1 0 0"/>
              <a:gd name="G21" fmla="+- 32768 0 0"/>
              <a:gd name="T0" fmla="*/ 0 w 738"/>
              <a:gd name="T1" fmla="*/ 2147483646 h 144"/>
              <a:gd name="T2" fmla="*/ 0 w 738"/>
              <a:gd name="T3" fmla="*/ 2147483646 h 144"/>
              <a:gd name="T4" fmla="*/ 2147483646 w 738"/>
              <a:gd name="T5" fmla="*/ 0 h 144"/>
              <a:gd name="T6" fmla="*/ 2147483646 w 738"/>
              <a:gd name="T7" fmla="*/ 2147483646 h 144"/>
              <a:gd name="T8" fmla="*/ 2147483646 w 738"/>
              <a:gd name="T9" fmla="*/ 0 h 144"/>
              <a:gd name="T10" fmla="*/ 2147483646 w 738"/>
              <a:gd name="T11" fmla="*/ 2147483646 h 144"/>
              <a:gd name="T12" fmla="*/ 2147483646 w 738"/>
              <a:gd name="T13" fmla="*/ 0 h 144"/>
              <a:gd name="T14" fmla="*/ 2147483646 w 738"/>
              <a:gd name="T15" fmla="*/ 2147483646 h 144"/>
              <a:gd name="T16" fmla="*/ 2147483646 w 738"/>
              <a:gd name="T17" fmla="*/ 0 h 144"/>
              <a:gd name="T18" fmla="*/ 2147483646 w 738"/>
              <a:gd name="T19" fmla="*/ 2147483646 h 144"/>
              <a:gd name="T20" fmla="*/ 2147483646 w 738"/>
              <a:gd name="T21" fmla="*/ 0 h 144"/>
              <a:gd name="T22" fmla="*/ 2147483646 w 738"/>
              <a:gd name="T23" fmla="*/ 2147483646 h 144"/>
              <a:gd name="T24" fmla="*/ 2147483646 w 738"/>
              <a:gd name="T25" fmla="*/ 2147483646 h 144"/>
              <a:gd name="T26" fmla="*/ 2147483646 w 738"/>
              <a:gd name="T27" fmla="*/ 2147483646 h 144"/>
              <a:gd name="T28" fmla="*/ 2147483646 w 738"/>
              <a:gd name="T29" fmla="*/ 0 h 144"/>
              <a:gd name="T30" fmla="*/ 2147483646 w 738"/>
              <a:gd name="T31" fmla="*/ 2147483646 h 144"/>
              <a:gd name="T32" fmla="*/ 2147483646 w 738"/>
              <a:gd name="T33" fmla="*/ 0 h 144"/>
              <a:gd name="T34" fmla="*/ 2147483646 w 738"/>
              <a:gd name="T35" fmla="*/ 2147483646 h 144"/>
              <a:gd name="T36" fmla="*/ 2147483646 w 738"/>
              <a:gd name="T37" fmla="*/ 0 h 144"/>
              <a:gd name="T38" fmla="*/ 2147483646 w 738"/>
              <a:gd name="T39" fmla="*/ 2147483646 h 144"/>
              <a:gd name="T40" fmla="*/ 2147483646 w 738"/>
              <a:gd name="T41" fmla="*/ 2147483646 h 144"/>
              <a:gd name="T42" fmla="*/ 0 w 738"/>
              <a:gd name="T43" fmla="*/ 2147483646 h 144"/>
              <a:gd name="T44" fmla="*/ 0 w 738"/>
              <a:gd name="T45" fmla="*/ 0 h 144"/>
              <a:gd name="T46" fmla="*/ 738 w 738"/>
              <a:gd name="T47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T44" t="T45" r="T46" b="T47"/>
            <a:pathLst>
              <a:path w="738" h="144">
                <a:moveTo>
                  <a:pt x="0" y="144"/>
                </a:moveTo>
                <a:lnTo>
                  <a:pt x="0" y="20"/>
                </a:lnTo>
                <a:lnTo>
                  <a:pt x="38" y="0"/>
                </a:lnTo>
                <a:lnTo>
                  <a:pt x="82" y="20"/>
                </a:lnTo>
                <a:lnTo>
                  <a:pt x="122" y="0"/>
                </a:lnTo>
                <a:lnTo>
                  <a:pt x="166" y="20"/>
                </a:lnTo>
                <a:lnTo>
                  <a:pt x="210" y="0"/>
                </a:lnTo>
                <a:lnTo>
                  <a:pt x="248" y="20"/>
                </a:lnTo>
                <a:lnTo>
                  <a:pt x="288" y="0"/>
                </a:lnTo>
                <a:lnTo>
                  <a:pt x="326" y="20"/>
                </a:lnTo>
                <a:lnTo>
                  <a:pt x="366" y="0"/>
                </a:lnTo>
                <a:lnTo>
                  <a:pt x="410" y="18"/>
                </a:lnTo>
                <a:lnTo>
                  <a:pt x="448" y="4"/>
                </a:lnTo>
                <a:lnTo>
                  <a:pt x="492" y="18"/>
                </a:lnTo>
                <a:lnTo>
                  <a:pt x="530" y="0"/>
                </a:lnTo>
                <a:lnTo>
                  <a:pt x="572" y="22"/>
                </a:lnTo>
                <a:lnTo>
                  <a:pt x="616" y="0"/>
                </a:lnTo>
                <a:lnTo>
                  <a:pt x="654" y="18"/>
                </a:lnTo>
                <a:lnTo>
                  <a:pt x="698" y="0"/>
                </a:lnTo>
                <a:lnTo>
                  <a:pt x="738" y="18"/>
                </a:lnTo>
                <a:lnTo>
                  <a:pt x="738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33CCCC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8" name="Freeform 58"/>
          <p:cNvSpPr>
            <a:spLocks noChangeArrowheads="1"/>
          </p:cNvSpPr>
          <p:nvPr/>
        </p:nvSpPr>
        <p:spPr bwMode="auto">
          <a:xfrm>
            <a:off x="6604000" y="2500313"/>
            <a:ext cx="1171575" cy="228600"/>
          </a:xfrm>
          <a:custGeom>
            <a:avLst/>
            <a:gdLst>
              <a:gd name="G0" fmla="+- 124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*/ 1 16385 2"/>
              <a:gd name="G12" fmla="+- 1 0 0"/>
              <a:gd name="G13" fmla="+- 1 0 0"/>
              <a:gd name="G14" fmla="+- 1 0 0"/>
              <a:gd name="G15" fmla="+- 1 0 0"/>
              <a:gd name="G16" fmla="*/ 1 62023 61568"/>
              <a:gd name="G17" fmla="+- 1 0 0"/>
              <a:gd name="G18" fmla="+- 1 0 0"/>
              <a:gd name="G19" fmla="+- 1 0 0"/>
              <a:gd name="G20" fmla="+- 32768 0 0"/>
              <a:gd name="T0" fmla="*/ 0 w 738"/>
              <a:gd name="T1" fmla="*/ 2147483646 h 144"/>
              <a:gd name="T2" fmla="*/ 0 w 738"/>
              <a:gd name="T3" fmla="*/ 2147483646 h 144"/>
              <a:gd name="T4" fmla="*/ 2147483646 w 738"/>
              <a:gd name="T5" fmla="*/ 0 h 144"/>
              <a:gd name="T6" fmla="*/ 2147483646 w 738"/>
              <a:gd name="T7" fmla="*/ 2147483646 h 144"/>
              <a:gd name="T8" fmla="*/ 2147483646 w 738"/>
              <a:gd name="T9" fmla="*/ 0 h 144"/>
              <a:gd name="T10" fmla="*/ 2147483646 w 738"/>
              <a:gd name="T11" fmla="*/ 2147483646 h 144"/>
              <a:gd name="T12" fmla="*/ 2147483646 w 738"/>
              <a:gd name="T13" fmla="*/ 0 h 144"/>
              <a:gd name="T14" fmla="*/ 2147483646 w 738"/>
              <a:gd name="T15" fmla="*/ 2147483646 h 144"/>
              <a:gd name="T16" fmla="*/ 2147483646 w 738"/>
              <a:gd name="T17" fmla="*/ 0 h 144"/>
              <a:gd name="T18" fmla="*/ 2147483646 w 738"/>
              <a:gd name="T19" fmla="*/ 2147483646 h 144"/>
              <a:gd name="T20" fmla="*/ 2147483646 w 738"/>
              <a:gd name="T21" fmla="*/ 0 h 144"/>
              <a:gd name="T22" fmla="*/ 2147483646 w 738"/>
              <a:gd name="T23" fmla="*/ 2147483646 h 144"/>
              <a:gd name="T24" fmla="*/ 2147483646 w 738"/>
              <a:gd name="T25" fmla="*/ 2147483646 h 144"/>
              <a:gd name="T26" fmla="*/ 2147483646 w 738"/>
              <a:gd name="T27" fmla="*/ 2147483646 h 144"/>
              <a:gd name="T28" fmla="*/ 2147483646 w 738"/>
              <a:gd name="T29" fmla="*/ 0 h 144"/>
              <a:gd name="T30" fmla="*/ 2147483646 w 738"/>
              <a:gd name="T31" fmla="*/ 2147483646 h 144"/>
              <a:gd name="T32" fmla="*/ 2147483646 w 738"/>
              <a:gd name="T33" fmla="*/ 0 h 144"/>
              <a:gd name="T34" fmla="*/ 2147483646 w 738"/>
              <a:gd name="T35" fmla="*/ 2147483646 h 144"/>
              <a:gd name="T36" fmla="*/ 2147483646 w 738"/>
              <a:gd name="T37" fmla="*/ 0 h 144"/>
              <a:gd name="T38" fmla="*/ 2147483646 w 738"/>
              <a:gd name="T39" fmla="*/ 2147483646 h 144"/>
              <a:gd name="T40" fmla="*/ 2147483646 w 738"/>
              <a:gd name="T41" fmla="*/ 2147483646 h 144"/>
              <a:gd name="T42" fmla="*/ 0 w 738"/>
              <a:gd name="T43" fmla="*/ 0 h 144"/>
              <a:gd name="T44" fmla="*/ 738 w 738"/>
              <a:gd name="T45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T42" t="T43" r="T44" b="T45"/>
            <a:pathLst>
              <a:path w="738" h="144">
                <a:moveTo>
                  <a:pt x="0" y="144"/>
                </a:moveTo>
                <a:lnTo>
                  <a:pt x="0" y="20"/>
                </a:lnTo>
                <a:lnTo>
                  <a:pt x="38" y="0"/>
                </a:lnTo>
                <a:lnTo>
                  <a:pt x="82" y="20"/>
                </a:lnTo>
                <a:lnTo>
                  <a:pt x="122" y="0"/>
                </a:lnTo>
                <a:lnTo>
                  <a:pt x="166" y="20"/>
                </a:lnTo>
                <a:lnTo>
                  <a:pt x="210" y="0"/>
                </a:lnTo>
                <a:lnTo>
                  <a:pt x="248" y="20"/>
                </a:lnTo>
                <a:lnTo>
                  <a:pt x="288" y="0"/>
                </a:lnTo>
                <a:lnTo>
                  <a:pt x="326" y="20"/>
                </a:lnTo>
                <a:lnTo>
                  <a:pt x="366" y="0"/>
                </a:lnTo>
                <a:lnTo>
                  <a:pt x="410" y="18"/>
                </a:lnTo>
                <a:lnTo>
                  <a:pt x="448" y="4"/>
                </a:lnTo>
                <a:lnTo>
                  <a:pt x="492" y="18"/>
                </a:lnTo>
                <a:lnTo>
                  <a:pt x="530" y="0"/>
                </a:lnTo>
                <a:lnTo>
                  <a:pt x="572" y="22"/>
                </a:lnTo>
                <a:lnTo>
                  <a:pt x="616" y="0"/>
                </a:lnTo>
                <a:lnTo>
                  <a:pt x="654" y="18"/>
                </a:lnTo>
                <a:lnTo>
                  <a:pt x="698" y="0"/>
                </a:lnTo>
                <a:lnTo>
                  <a:pt x="738" y="18"/>
                </a:lnTo>
                <a:lnTo>
                  <a:pt x="738" y="144"/>
                </a:lnTo>
              </a:path>
            </a:pathLst>
          </a:custGeom>
          <a:noFill/>
          <a:ln w="12600" cap="flat">
            <a:solidFill>
              <a:srgbClr val="33CC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099" name="Rectangle 59"/>
          <p:cNvSpPr>
            <a:spLocks noChangeArrowheads="1"/>
          </p:cNvSpPr>
          <p:nvPr/>
        </p:nvSpPr>
        <p:spPr bwMode="auto">
          <a:xfrm>
            <a:off x="8689975" y="2338388"/>
            <a:ext cx="260350" cy="390525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0" name="Freeform 60"/>
          <p:cNvSpPr>
            <a:spLocks noChangeArrowheads="1"/>
          </p:cNvSpPr>
          <p:nvPr/>
        </p:nvSpPr>
        <p:spPr bwMode="auto">
          <a:xfrm>
            <a:off x="7712075" y="2598738"/>
            <a:ext cx="1041400" cy="13017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65525 0 0"/>
              <a:gd name="G8" fmla="+- 1 0 0"/>
              <a:gd name="G9" fmla="+- 65524 0 0"/>
              <a:gd name="G10" fmla="+- 20 0 0"/>
              <a:gd name="G11" fmla="sin 41 G10"/>
              <a:gd name="G12" fmla="+- 1 0 0"/>
              <a:gd name="G13" fmla="*/ 1 24577 2"/>
              <a:gd name="G14" fmla="+- 1 0 0"/>
              <a:gd name="G15" fmla="+- 1 0 0"/>
              <a:gd name="G16" fmla="+- 8 0 0"/>
              <a:gd name="G17" fmla="sin 12 G16"/>
              <a:gd name="G18" fmla="+- 1 0 0"/>
              <a:gd name="G19" fmla="+- 1 0 0"/>
              <a:gd name="G20" fmla="+- 1 0 0"/>
              <a:gd name="G21" fmla="+- 1 0 0"/>
              <a:gd name="G22" fmla="+- 1 0 0"/>
              <a:gd name="G23" fmla="+- 32765 0 0"/>
              <a:gd name="G24" fmla="+- 32767 0 0"/>
              <a:gd name="T0" fmla="*/ 2147483646 w 328"/>
              <a:gd name="T1" fmla="*/ 2147483646 h 41"/>
              <a:gd name="T2" fmla="*/ 2147483646 w 328"/>
              <a:gd name="T3" fmla="*/ 2147483646 h 41"/>
              <a:gd name="T4" fmla="*/ 2147483646 w 328"/>
              <a:gd name="T5" fmla="*/ 2147483646 h 41"/>
              <a:gd name="T6" fmla="*/ 2147483646 w 328"/>
              <a:gd name="T7" fmla="*/ 0 h 41"/>
              <a:gd name="T8" fmla="*/ 2147483646 w 328"/>
              <a:gd name="T9" fmla="*/ 0 h 41"/>
              <a:gd name="T10" fmla="*/ 0 w 328"/>
              <a:gd name="T11" fmla="*/ 2147483646 h 41"/>
              <a:gd name="T12" fmla="*/ 0 w 328"/>
              <a:gd name="T13" fmla="*/ 2147483646 h 41"/>
              <a:gd name="T14" fmla="*/ 2147483646 w 328"/>
              <a:gd name="T15" fmla="*/ 2147483646 h 41"/>
              <a:gd name="T16" fmla="*/ 2147483646 w 328"/>
              <a:gd name="T17" fmla="*/ 2147483646 h 41"/>
              <a:gd name="T18" fmla="*/ 0 w 328"/>
              <a:gd name="T19" fmla="*/ 0 h 41"/>
              <a:gd name="T20" fmla="*/ 328 w 328"/>
              <a:gd name="T2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328" h="41">
                <a:moveTo>
                  <a:pt x="308" y="41"/>
                </a:moveTo>
                <a:cubicBezTo>
                  <a:pt x="319" y="41"/>
                  <a:pt x="328" y="32"/>
                  <a:pt x="328" y="20"/>
                </a:cubicBezTo>
                <a:cubicBezTo>
                  <a:pt x="328" y="20"/>
                  <a:pt x="328" y="20"/>
                  <a:pt x="328" y="20"/>
                </a:cubicBezTo>
                <a:cubicBezTo>
                  <a:pt x="328" y="9"/>
                  <a:pt x="319" y="0"/>
                  <a:pt x="308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32"/>
                  <a:pt x="9" y="41"/>
                  <a:pt x="20" y="41"/>
                </a:cubicBezTo>
                <a:lnTo>
                  <a:pt x="308" y="41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1" name="Freeform 61"/>
          <p:cNvSpPr>
            <a:spLocks noChangeArrowheads="1"/>
          </p:cNvSpPr>
          <p:nvPr/>
        </p:nvSpPr>
        <p:spPr bwMode="auto">
          <a:xfrm>
            <a:off x="7972425" y="2532063"/>
            <a:ext cx="520700" cy="260350"/>
          </a:xfrm>
          <a:custGeom>
            <a:avLst/>
            <a:gdLst>
              <a:gd name="G0" fmla="+- 164 0 0"/>
              <a:gd name="G1" fmla="+- 1 0 0"/>
              <a:gd name="G2" fmla="+- 65535 0 0"/>
              <a:gd name="G3" fmla="*/ 1 16385 2"/>
              <a:gd name="G4" fmla="*/ 1 35517 25856"/>
              <a:gd name="T0" fmla="*/ 0 w 328"/>
              <a:gd name="T1" fmla="*/ 0 h 164"/>
              <a:gd name="T2" fmla="*/ 2147483646 w 328"/>
              <a:gd name="T3" fmla="*/ 2147483646 h 164"/>
              <a:gd name="T4" fmla="*/ 2147483646 w 328"/>
              <a:gd name="T5" fmla="*/ 0 h 164"/>
              <a:gd name="T6" fmla="*/ 0 w 328"/>
              <a:gd name="T7" fmla="*/ 2147483646 h 164"/>
              <a:gd name="T8" fmla="*/ 0 w 328"/>
              <a:gd name="T9" fmla="*/ 0 h 164"/>
              <a:gd name="T10" fmla="*/ 0 w 328"/>
              <a:gd name="T11" fmla="*/ 0 h 164"/>
              <a:gd name="T12" fmla="*/ 328 w 328"/>
              <a:gd name="T1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328" h="164">
                <a:moveTo>
                  <a:pt x="0" y="0"/>
                </a:moveTo>
                <a:lnTo>
                  <a:pt x="328" y="164"/>
                </a:lnTo>
                <a:lnTo>
                  <a:pt x="328" y="0"/>
                </a:lnTo>
                <a:lnTo>
                  <a:pt x="0" y="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2" name="Rectangle 62"/>
          <p:cNvSpPr>
            <a:spLocks noChangeArrowheads="1"/>
          </p:cNvSpPr>
          <p:nvPr/>
        </p:nvSpPr>
        <p:spPr bwMode="auto">
          <a:xfrm>
            <a:off x="6604000" y="2338388"/>
            <a:ext cx="1171575" cy="390525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3" name="Freeform 63"/>
          <p:cNvSpPr>
            <a:spLocks noChangeArrowheads="1"/>
          </p:cNvSpPr>
          <p:nvPr/>
        </p:nvSpPr>
        <p:spPr bwMode="auto">
          <a:xfrm>
            <a:off x="7902575" y="2208213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7 0 0"/>
              <a:gd name="G4" fmla="+- 1 0 0"/>
              <a:gd name="G5" fmla="+- 1 0 0"/>
              <a:gd name="G6" fmla="+- 1 0 0"/>
              <a:gd name="G7" fmla="*/ 1 24577 2"/>
              <a:gd name="G8" fmla="+- 1 0 0"/>
              <a:gd name="G9" fmla="*/ 1 20025 45696"/>
              <a:gd name="G10" fmla="*/ 1 22983 51712"/>
              <a:gd name="G11" fmla="*/ G10 1 180"/>
              <a:gd name="G12" fmla="*/ G9 1 G11"/>
              <a:gd name="G13" fmla="+- 1 0 0"/>
              <a:gd name="G14" fmla="+- 1 0 0"/>
              <a:gd name="G15" fmla="+- 1 0 0"/>
              <a:gd name="T0" fmla="*/ 2147483646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2147483646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104" y="44"/>
                </a:moveTo>
                <a:cubicBezTo>
                  <a:pt x="104" y="44"/>
                  <a:pt x="62" y="71"/>
                  <a:pt x="32" y="64"/>
                </a:cubicBezTo>
                <a:cubicBezTo>
                  <a:pt x="11" y="59"/>
                  <a:pt x="0" y="49"/>
                  <a:pt x="4" y="30"/>
                </a:cubicBezTo>
                <a:cubicBezTo>
                  <a:pt x="7" y="12"/>
                  <a:pt x="40" y="0"/>
                  <a:pt x="79" y="28"/>
                </a:cubicBezTo>
                <a:cubicBezTo>
                  <a:pt x="86" y="34"/>
                  <a:pt x="93" y="39"/>
                  <a:pt x="104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4" name="Freeform 64"/>
          <p:cNvSpPr>
            <a:spLocks noChangeArrowheads="1"/>
          </p:cNvSpPr>
          <p:nvPr/>
        </p:nvSpPr>
        <p:spPr bwMode="auto">
          <a:xfrm>
            <a:off x="8232775" y="2208213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2 0 0"/>
              <a:gd name="G7" fmla="*/ 1 24577 2"/>
              <a:gd name="G8" fmla="+- 1 0 0"/>
              <a:gd name="G9" fmla="*/ 1 22983 51712"/>
              <a:gd name="G10" fmla="*/ G9 1 180"/>
              <a:gd name="G11" fmla="*/ 0 1 G10"/>
              <a:gd name="G12" fmla="+- 1 0 0"/>
              <a:gd name="G13" fmla="+- 1 0 0"/>
              <a:gd name="G14" fmla="+- 1 0 0"/>
              <a:gd name="T0" fmla="*/ 0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0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0" y="44"/>
                </a:moveTo>
                <a:cubicBezTo>
                  <a:pt x="0" y="44"/>
                  <a:pt x="42" y="71"/>
                  <a:pt x="72" y="64"/>
                </a:cubicBezTo>
                <a:cubicBezTo>
                  <a:pt x="94" y="59"/>
                  <a:pt x="104" y="49"/>
                  <a:pt x="100" y="30"/>
                </a:cubicBezTo>
                <a:cubicBezTo>
                  <a:pt x="97" y="12"/>
                  <a:pt x="64" y="0"/>
                  <a:pt x="26" y="28"/>
                </a:cubicBezTo>
                <a:cubicBezTo>
                  <a:pt x="18" y="34"/>
                  <a:pt x="11" y="39"/>
                  <a:pt x="0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5" name="Freeform 65"/>
          <p:cNvSpPr>
            <a:spLocks noChangeArrowheads="1"/>
          </p:cNvSpPr>
          <p:nvPr/>
        </p:nvSpPr>
        <p:spPr bwMode="auto">
          <a:xfrm>
            <a:off x="8232775" y="2347913"/>
            <a:ext cx="1588" cy="250825"/>
          </a:xfrm>
          <a:custGeom>
            <a:avLst/>
            <a:gdLst>
              <a:gd name="G0" fmla="+- 65378 0 0"/>
              <a:gd name="G1" fmla="+- 65533 0 0"/>
              <a:gd name="G2" fmla="*/ 1 16385 2"/>
              <a:gd name="T0" fmla="*/ 0 w 1588"/>
              <a:gd name="T1" fmla="*/ 0 h 158"/>
              <a:gd name="T2" fmla="*/ 0 w 1588"/>
              <a:gd name="T3" fmla="*/ 2147483646 h 158"/>
              <a:gd name="T4" fmla="*/ 0 w 1588"/>
              <a:gd name="T5" fmla="*/ 0 h 158"/>
              <a:gd name="T6" fmla="*/ 0 w 1588"/>
              <a:gd name="T7" fmla="*/ 0 h 158"/>
              <a:gd name="T8" fmla="*/ 1588 w 1588"/>
              <a:gd name="T9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588" h="158">
                <a:moveTo>
                  <a:pt x="0" y="0"/>
                </a:moveTo>
                <a:lnTo>
                  <a:pt x="0" y="1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6" name="Line 66"/>
          <p:cNvSpPr>
            <a:spLocks noChangeShapeType="1"/>
          </p:cNvSpPr>
          <p:nvPr/>
        </p:nvSpPr>
        <p:spPr bwMode="auto">
          <a:xfrm>
            <a:off x="8232775" y="2347913"/>
            <a:ext cx="1588" cy="250825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107" name="Freeform 67"/>
          <p:cNvSpPr>
            <a:spLocks noChangeArrowheads="1"/>
          </p:cNvSpPr>
          <p:nvPr/>
        </p:nvSpPr>
        <p:spPr bwMode="auto">
          <a:xfrm>
            <a:off x="6264275" y="2071688"/>
            <a:ext cx="469900" cy="657225"/>
          </a:xfrm>
          <a:custGeom>
            <a:avLst/>
            <a:gdLst>
              <a:gd name="G0" fmla="*/ 1 60525 51712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5 0 0"/>
              <a:gd name="G16" fmla="*/ 1 11181 51712"/>
              <a:gd name="G17" fmla="+- 1 0 0"/>
              <a:gd name="G18" fmla="+- 9 0 0"/>
              <a:gd name="G19" fmla="*/ 1 4773 54864"/>
              <a:gd name="G20" fmla="+- 1 0 0"/>
              <a:gd name="G21" fmla="+- 1 0 0"/>
              <a:gd name="G22" fmla="+- 1 0 0"/>
              <a:gd name="G23" fmla="+- 32768 0 0"/>
              <a:gd name="G24" fmla="*/ 1 43423 51712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32768 0 0"/>
              <a:gd name="G34" fmla="+- 1 0 0"/>
              <a:gd name="G35" fmla="+- 1 0 0"/>
              <a:gd name="G36" fmla="+- 1 0 0"/>
              <a:gd name="G37" fmla="+- 1 0 0"/>
              <a:gd name="T0" fmla="*/ 2147483646 w 148"/>
              <a:gd name="T1" fmla="*/ 2147483646 h 207"/>
              <a:gd name="T2" fmla="*/ 2147483646 w 148"/>
              <a:gd name="T3" fmla="*/ 2147483646 h 207"/>
              <a:gd name="T4" fmla="*/ 2147483646 w 148"/>
              <a:gd name="T5" fmla="*/ 2147483646 h 207"/>
              <a:gd name="T6" fmla="*/ 2147483646 w 148"/>
              <a:gd name="T7" fmla="*/ 2147483646 h 207"/>
              <a:gd name="T8" fmla="*/ 2147483646 w 148"/>
              <a:gd name="T9" fmla="*/ 2147483646 h 207"/>
              <a:gd name="T10" fmla="*/ 2147483646 w 148"/>
              <a:gd name="T11" fmla="*/ 2147483646 h 207"/>
              <a:gd name="T12" fmla="*/ 2147483646 w 148"/>
              <a:gd name="T13" fmla="*/ 2147483646 h 207"/>
              <a:gd name="T14" fmla="*/ 2147483646 w 148"/>
              <a:gd name="T15" fmla="*/ 2147483646 h 207"/>
              <a:gd name="T16" fmla="*/ 2147483646 w 148"/>
              <a:gd name="T17" fmla="*/ 0 h 207"/>
              <a:gd name="T18" fmla="*/ 2147483646 w 148"/>
              <a:gd name="T19" fmla="*/ 0 h 207"/>
              <a:gd name="T20" fmla="*/ 0 w 148"/>
              <a:gd name="T21" fmla="*/ 2147483646 h 207"/>
              <a:gd name="T22" fmla="*/ 2147483646 w 148"/>
              <a:gd name="T23" fmla="*/ 2147483646 h 207"/>
              <a:gd name="T24" fmla="*/ 0 w 148"/>
              <a:gd name="T25" fmla="*/ 2147483646 h 207"/>
              <a:gd name="T26" fmla="*/ 2147483646 w 148"/>
              <a:gd name="T27" fmla="*/ 2147483646 h 207"/>
              <a:gd name="T28" fmla="*/ 0 w 148"/>
              <a:gd name="T29" fmla="*/ 0 h 207"/>
              <a:gd name="T30" fmla="*/ 148 w 148"/>
              <a:gd name="T31" fmla="*/ 20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148" h="207">
                <a:moveTo>
                  <a:pt x="13" y="26"/>
                </a:moveTo>
                <a:cubicBezTo>
                  <a:pt x="122" y="26"/>
                  <a:pt x="122" y="26"/>
                  <a:pt x="122" y="26"/>
                </a:cubicBezTo>
                <a:cubicBezTo>
                  <a:pt x="122" y="194"/>
                  <a:pt x="122" y="194"/>
                  <a:pt x="122" y="194"/>
                </a:cubicBezTo>
                <a:cubicBezTo>
                  <a:pt x="122" y="201"/>
                  <a:pt x="128" y="207"/>
                  <a:pt x="135" y="207"/>
                </a:cubicBezTo>
                <a:cubicBezTo>
                  <a:pt x="135" y="207"/>
                  <a:pt x="135" y="207"/>
                  <a:pt x="135" y="207"/>
                </a:cubicBezTo>
                <a:cubicBezTo>
                  <a:pt x="142" y="207"/>
                  <a:pt x="148" y="201"/>
                  <a:pt x="148" y="194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6"/>
                  <a:pt x="144" y="0"/>
                  <a:pt x="139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6"/>
                  <a:pt x="0" y="6"/>
                  <a:pt x="0" y="6"/>
                </a:cubicBezTo>
                <a:cubicBezTo>
                  <a:pt x="12" y="13"/>
                  <a:pt x="12" y="13"/>
                  <a:pt x="12" y="13"/>
                </a:cubicBezTo>
                <a:cubicBezTo>
                  <a:pt x="0" y="22"/>
                  <a:pt x="0" y="22"/>
                  <a:pt x="0" y="22"/>
                </a:cubicBezTo>
                <a:lnTo>
                  <a:pt x="13" y="26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08" name="Rectangle 68"/>
          <p:cNvSpPr>
            <a:spLocks noChangeArrowheads="1"/>
          </p:cNvSpPr>
          <p:nvPr/>
        </p:nvSpPr>
        <p:spPr bwMode="auto">
          <a:xfrm>
            <a:off x="4710113" y="2914650"/>
            <a:ext cx="234950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(b)</a:t>
            </a:r>
          </a:p>
        </p:txBody>
      </p:sp>
      <p:sp>
        <p:nvSpPr>
          <p:cNvPr id="87109" name="Rectangle 69"/>
          <p:cNvSpPr>
            <a:spLocks noChangeArrowheads="1"/>
          </p:cNvSpPr>
          <p:nvPr/>
        </p:nvSpPr>
        <p:spPr bwMode="auto">
          <a:xfrm>
            <a:off x="4710113" y="4243388"/>
            <a:ext cx="234950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(d)</a:t>
            </a:r>
          </a:p>
        </p:txBody>
      </p:sp>
      <p:sp>
        <p:nvSpPr>
          <p:cNvPr id="87110" name="Rectangle 70"/>
          <p:cNvSpPr>
            <a:spLocks noChangeArrowheads="1"/>
          </p:cNvSpPr>
          <p:nvPr/>
        </p:nvSpPr>
        <p:spPr bwMode="auto">
          <a:xfrm>
            <a:off x="7478713" y="4244975"/>
            <a:ext cx="212725" cy="228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15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(e)</a:t>
            </a:r>
          </a:p>
        </p:txBody>
      </p:sp>
      <p:sp>
        <p:nvSpPr>
          <p:cNvPr id="87111" name="Freeform 71"/>
          <p:cNvSpPr>
            <a:spLocks noChangeArrowheads="1"/>
          </p:cNvSpPr>
          <p:nvPr/>
        </p:nvSpPr>
        <p:spPr bwMode="auto">
          <a:xfrm>
            <a:off x="5143500" y="3602038"/>
            <a:ext cx="330200" cy="222250"/>
          </a:xfrm>
          <a:custGeom>
            <a:avLst/>
            <a:gdLst>
              <a:gd name="G0" fmla="+- 1 0 0"/>
              <a:gd name="G1" fmla="+- 1 0 0"/>
              <a:gd name="G2" fmla="+- 1 0 0"/>
              <a:gd name="G3" fmla="cos 59 G2"/>
              <a:gd name="G4" fmla="+- 30 0 0"/>
              <a:gd name="G5" fmla="+- 1 0 0"/>
              <a:gd name="G6" fmla="+- 1 0 0"/>
              <a:gd name="G7" fmla="+- 1 0 0"/>
              <a:gd name="G8" fmla="*/ 1 24577 2"/>
              <a:gd name="G9" fmla="+- 1 0 0"/>
              <a:gd name="G10" fmla="*/ 1 20025 45696"/>
              <a:gd name="G11" fmla="*/ 1 22983 51712"/>
              <a:gd name="G12" fmla="*/ G11 1 180"/>
              <a:gd name="G13" fmla="*/ G10 1 G12"/>
              <a:gd name="G14" fmla="+- 1 0 0"/>
              <a:gd name="G15" fmla="+- 1 0 0"/>
              <a:gd name="G16" fmla="+- 1 0 0"/>
              <a:gd name="T0" fmla="*/ 2147483646 w 104"/>
              <a:gd name="T1" fmla="*/ 2147483646 h 70"/>
              <a:gd name="T2" fmla="*/ 2147483646 w 104"/>
              <a:gd name="T3" fmla="*/ 2147483646 h 70"/>
              <a:gd name="T4" fmla="*/ 2147483646 w 104"/>
              <a:gd name="T5" fmla="*/ 2147483646 h 70"/>
              <a:gd name="T6" fmla="*/ 2147483646 w 104"/>
              <a:gd name="T7" fmla="*/ 2147483646 h 70"/>
              <a:gd name="T8" fmla="*/ 2147483646 w 104"/>
              <a:gd name="T9" fmla="*/ 2147483646 h 70"/>
              <a:gd name="T10" fmla="*/ 0 w 104"/>
              <a:gd name="T11" fmla="*/ 0 h 70"/>
              <a:gd name="T12" fmla="*/ 104 w 104"/>
              <a:gd name="T13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0">
                <a:moveTo>
                  <a:pt x="104" y="44"/>
                </a:moveTo>
                <a:cubicBezTo>
                  <a:pt x="104" y="44"/>
                  <a:pt x="61" y="70"/>
                  <a:pt x="32" y="64"/>
                </a:cubicBezTo>
                <a:cubicBezTo>
                  <a:pt x="10" y="59"/>
                  <a:pt x="0" y="48"/>
                  <a:pt x="3" y="30"/>
                </a:cubicBezTo>
                <a:cubicBezTo>
                  <a:pt x="7" y="11"/>
                  <a:pt x="40" y="0"/>
                  <a:pt x="78" y="28"/>
                </a:cubicBezTo>
                <a:cubicBezTo>
                  <a:pt x="86" y="33"/>
                  <a:pt x="93" y="39"/>
                  <a:pt x="104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12" name="Freeform 72"/>
          <p:cNvSpPr>
            <a:spLocks noChangeArrowheads="1"/>
          </p:cNvSpPr>
          <p:nvPr/>
        </p:nvSpPr>
        <p:spPr bwMode="auto">
          <a:xfrm>
            <a:off x="5473700" y="3602038"/>
            <a:ext cx="327025" cy="222250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2 0 0"/>
              <a:gd name="G7" fmla="*/ 1 24577 2"/>
              <a:gd name="G8" fmla="+- 1 0 0"/>
              <a:gd name="G9" fmla="*/ 1 22983 51712"/>
              <a:gd name="G10" fmla="*/ G9 1 180"/>
              <a:gd name="G11" fmla="*/ 0 1 G10"/>
              <a:gd name="G12" fmla="+- 1 0 0"/>
              <a:gd name="G13" fmla="+- 1 0 0"/>
              <a:gd name="G14" fmla="+- 1 0 0"/>
              <a:gd name="T0" fmla="*/ 0 w 103"/>
              <a:gd name="T1" fmla="*/ 2147483646 h 70"/>
              <a:gd name="T2" fmla="*/ 2147483646 w 103"/>
              <a:gd name="T3" fmla="*/ 2147483646 h 70"/>
              <a:gd name="T4" fmla="*/ 2147483646 w 103"/>
              <a:gd name="T5" fmla="*/ 2147483646 h 70"/>
              <a:gd name="T6" fmla="*/ 2147483646 w 103"/>
              <a:gd name="T7" fmla="*/ 2147483646 h 70"/>
              <a:gd name="T8" fmla="*/ 0 w 103"/>
              <a:gd name="T9" fmla="*/ 2147483646 h 70"/>
              <a:gd name="T10" fmla="*/ 0 w 103"/>
              <a:gd name="T11" fmla="*/ 0 h 70"/>
              <a:gd name="T12" fmla="*/ 103 w 103"/>
              <a:gd name="T13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3" h="70">
                <a:moveTo>
                  <a:pt x="0" y="44"/>
                </a:moveTo>
                <a:cubicBezTo>
                  <a:pt x="0" y="44"/>
                  <a:pt x="42" y="70"/>
                  <a:pt x="72" y="64"/>
                </a:cubicBezTo>
                <a:cubicBezTo>
                  <a:pt x="93" y="59"/>
                  <a:pt x="103" y="48"/>
                  <a:pt x="100" y="30"/>
                </a:cubicBezTo>
                <a:cubicBezTo>
                  <a:pt x="96" y="11"/>
                  <a:pt x="64" y="0"/>
                  <a:pt x="25" y="28"/>
                </a:cubicBezTo>
                <a:cubicBezTo>
                  <a:pt x="18" y="33"/>
                  <a:pt x="11" y="39"/>
                  <a:pt x="0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13" name="Freeform 73"/>
          <p:cNvSpPr>
            <a:spLocks noChangeArrowheads="1"/>
          </p:cNvSpPr>
          <p:nvPr/>
        </p:nvSpPr>
        <p:spPr bwMode="auto">
          <a:xfrm>
            <a:off x="5473700" y="3741738"/>
            <a:ext cx="1588" cy="247650"/>
          </a:xfrm>
          <a:custGeom>
            <a:avLst/>
            <a:gdLst>
              <a:gd name="G0" fmla="+- 65380 0 0"/>
              <a:gd name="G1" fmla="+- 65533 0 0"/>
              <a:gd name="G2" fmla="*/ 1 16385 2"/>
              <a:gd name="T0" fmla="*/ 0 w 1588"/>
              <a:gd name="T1" fmla="*/ 0 h 156"/>
              <a:gd name="T2" fmla="*/ 0 w 1588"/>
              <a:gd name="T3" fmla="*/ 2147483646 h 156"/>
              <a:gd name="T4" fmla="*/ 0 w 1588"/>
              <a:gd name="T5" fmla="*/ 0 h 156"/>
              <a:gd name="T6" fmla="*/ 0 w 1588"/>
              <a:gd name="T7" fmla="*/ 0 h 156"/>
              <a:gd name="T8" fmla="*/ 1588 w 1588"/>
              <a:gd name="T9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588" h="156">
                <a:moveTo>
                  <a:pt x="0" y="0"/>
                </a:moveTo>
                <a:lnTo>
                  <a:pt x="0" y="1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14" name="Line 74"/>
          <p:cNvSpPr>
            <a:spLocks noChangeShapeType="1"/>
          </p:cNvSpPr>
          <p:nvPr/>
        </p:nvSpPr>
        <p:spPr bwMode="auto">
          <a:xfrm>
            <a:off x="5473700" y="3741738"/>
            <a:ext cx="1588" cy="247650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115" name="Freeform 75"/>
          <p:cNvSpPr>
            <a:spLocks noChangeArrowheads="1"/>
          </p:cNvSpPr>
          <p:nvPr/>
        </p:nvSpPr>
        <p:spPr bwMode="auto">
          <a:xfrm>
            <a:off x="5146675" y="4945063"/>
            <a:ext cx="327025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cos 59 G2"/>
              <a:gd name="G4" fmla="+- 30 0 0"/>
              <a:gd name="G5" fmla="+- 1 0 0"/>
              <a:gd name="G6" fmla="+- 1 0 0"/>
              <a:gd name="G7" fmla="+- 1 0 0"/>
              <a:gd name="G8" fmla="*/ 1 24577 2"/>
              <a:gd name="G9" fmla="+- 1 0 0"/>
              <a:gd name="G10" fmla="*/ 1 20025 45696"/>
              <a:gd name="G11" fmla="*/ 1 22983 51712"/>
              <a:gd name="G12" fmla="*/ G11 1 180"/>
              <a:gd name="G13" fmla="*/ G10 1 G12"/>
              <a:gd name="G14" fmla="+- 1 0 0"/>
              <a:gd name="G15" fmla="+- 1 0 0"/>
              <a:gd name="G16" fmla="+- 1 0 0"/>
              <a:gd name="T0" fmla="*/ 2147483646 w 103"/>
              <a:gd name="T1" fmla="*/ 2147483646 h 71"/>
              <a:gd name="T2" fmla="*/ 2147483646 w 103"/>
              <a:gd name="T3" fmla="*/ 2147483646 h 71"/>
              <a:gd name="T4" fmla="*/ 2147483646 w 103"/>
              <a:gd name="T5" fmla="*/ 2147483646 h 71"/>
              <a:gd name="T6" fmla="*/ 2147483646 w 103"/>
              <a:gd name="T7" fmla="*/ 2147483646 h 71"/>
              <a:gd name="T8" fmla="*/ 2147483646 w 103"/>
              <a:gd name="T9" fmla="*/ 2147483646 h 71"/>
              <a:gd name="T10" fmla="*/ 0 w 103"/>
              <a:gd name="T11" fmla="*/ 0 h 71"/>
              <a:gd name="T12" fmla="*/ 103 w 103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3" h="71">
                <a:moveTo>
                  <a:pt x="103" y="44"/>
                </a:moveTo>
                <a:cubicBezTo>
                  <a:pt x="103" y="44"/>
                  <a:pt x="61" y="71"/>
                  <a:pt x="31" y="64"/>
                </a:cubicBezTo>
                <a:cubicBezTo>
                  <a:pt x="10" y="59"/>
                  <a:pt x="0" y="49"/>
                  <a:pt x="3" y="30"/>
                </a:cubicBezTo>
                <a:cubicBezTo>
                  <a:pt x="7" y="12"/>
                  <a:pt x="39" y="0"/>
                  <a:pt x="78" y="28"/>
                </a:cubicBezTo>
                <a:cubicBezTo>
                  <a:pt x="85" y="34"/>
                  <a:pt x="92" y="39"/>
                  <a:pt x="103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16" name="Freeform 76"/>
          <p:cNvSpPr>
            <a:spLocks noChangeArrowheads="1"/>
          </p:cNvSpPr>
          <p:nvPr/>
        </p:nvSpPr>
        <p:spPr bwMode="auto">
          <a:xfrm>
            <a:off x="5473700" y="4945063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2 0 0"/>
              <a:gd name="G7" fmla="*/ 1 24577 2"/>
              <a:gd name="G8" fmla="+- 1 0 0"/>
              <a:gd name="G9" fmla="*/ 1 22983 51712"/>
              <a:gd name="G10" fmla="*/ G9 1 180"/>
              <a:gd name="G11" fmla="*/ 0 1 G10"/>
              <a:gd name="G12" fmla="+- 1 0 0"/>
              <a:gd name="G13" fmla="+- 1 0 0"/>
              <a:gd name="G14" fmla="+- 1 0 0"/>
              <a:gd name="T0" fmla="*/ 0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0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0" y="44"/>
                </a:moveTo>
                <a:cubicBezTo>
                  <a:pt x="0" y="44"/>
                  <a:pt x="42" y="71"/>
                  <a:pt x="72" y="64"/>
                </a:cubicBezTo>
                <a:cubicBezTo>
                  <a:pt x="94" y="59"/>
                  <a:pt x="104" y="49"/>
                  <a:pt x="100" y="30"/>
                </a:cubicBezTo>
                <a:cubicBezTo>
                  <a:pt x="97" y="12"/>
                  <a:pt x="64" y="0"/>
                  <a:pt x="26" y="28"/>
                </a:cubicBezTo>
                <a:cubicBezTo>
                  <a:pt x="18" y="34"/>
                  <a:pt x="11" y="39"/>
                  <a:pt x="0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17" name="Freeform 77"/>
          <p:cNvSpPr>
            <a:spLocks noChangeArrowheads="1"/>
          </p:cNvSpPr>
          <p:nvPr/>
        </p:nvSpPr>
        <p:spPr bwMode="auto">
          <a:xfrm>
            <a:off x="5473700" y="5084763"/>
            <a:ext cx="1588" cy="250825"/>
          </a:xfrm>
          <a:custGeom>
            <a:avLst/>
            <a:gdLst>
              <a:gd name="G0" fmla="+- 65378 0 0"/>
              <a:gd name="G1" fmla="+- 65533 0 0"/>
              <a:gd name="G2" fmla="*/ 1 16385 2"/>
              <a:gd name="T0" fmla="*/ 0 w 1588"/>
              <a:gd name="T1" fmla="*/ 0 h 158"/>
              <a:gd name="T2" fmla="*/ 0 w 1588"/>
              <a:gd name="T3" fmla="*/ 2147483646 h 158"/>
              <a:gd name="T4" fmla="*/ 0 w 1588"/>
              <a:gd name="T5" fmla="*/ 0 h 158"/>
              <a:gd name="T6" fmla="*/ 0 w 1588"/>
              <a:gd name="T7" fmla="*/ 0 h 158"/>
              <a:gd name="T8" fmla="*/ 1588 w 1588"/>
              <a:gd name="T9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588" h="158">
                <a:moveTo>
                  <a:pt x="0" y="0"/>
                </a:moveTo>
                <a:lnTo>
                  <a:pt x="0" y="1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18" name="Line 78"/>
          <p:cNvSpPr>
            <a:spLocks noChangeShapeType="1"/>
          </p:cNvSpPr>
          <p:nvPr/>
        </p:nvSpPr>
        <p:spPr bwMode="auto">
          <a:xfrm>
            <a:off x="5473700" y="5084763"/>
            <a:ext cx="1588" cy="250825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119" name="Rectangle 79"/>
          <p:cNvSpPr>
            <a:spLocks noChangeArrowheads="1"/>
          </p:cNvSpPr>
          <p:nvPr/>
        </p:nvSpPr>
        <p:spPr bwMode="auto">
          <a:xfrm>
            <a:off x="6604000" y="3729038"/>
            <a:ext cx="1171575" cy="393700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0" name="Rectangle 80"/>
          <p:cNvSpPr>
            <a:spLocks noChangeArrowheads="1"/>
          </p:cNvSpPr>
          <p:nvPr/>
        </p:nvSpPr>
        <p:spPr bwMode="auto">
          <a:xfrm>
            <a:off x="8689975" y="3732213"/>
            <a:ext cx="260350" cy="390525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1" name="Freeform 81"/>
          <p:cNvSpPr>
            <a:spLocks noChangeArrowheads="1"/>
          </p:cNvSpPr>
          <p:nvPr/>
        </p:nvSpPr>
        <p:spPr bwMode="auto">
          <a:xfrm>
            <a:off x="7712075" y="3992563"/>
            <a:ext cx="1041400" cy="13017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65525 0 0"/>
              <a:gd name="G8" fmla="+- 1 0 0"/>
              <a:gd name="G9" fmla="+- 65525 0 0"/>
              <a:gd name="G10" fmla="+- 20 0 0"/>
              <a:gd name="G11" fmla="sin 41 G10"/>
              <a:gd name="G12" fmla="+- 1 0 0"/>
              <a:gd name="G13" fmla="*/ 1 24577 2"/>
              <a:gd name="G14" fmla="+- 1 0 0"/>
              <a:gd name="G15" fmla="+- 1 0 0"/>
              <a:gd name="G16" fmla="+- 8 0 0"/>
              <a:gd name="G17" fmla="sin 12 G16"/>
              <a:gd name="G18" fmla="+- 1 0 0"/>
              <a:gd name="G19" fmla="+- 1 0 0"/>
              <a:gd name="G20" fmla="+- 1 0 0"/>
              <a:gd name="G21" fmla="+- 1 0 0"/>
              <a:gd name="G22" fmla="+- 1 0 0"/>
              <a:gd name="G23" fmla="+- 32765 0 0"/>
              <a:gd name="G24" fmla="+- 32767 0 0"/>
              <a:gd name="T0" fmla="*/ 2147483646 w 328"/>
              <a:gd name="T1" fmla="*/ 2147483646 h 41"/>
              <a:gd name="T2" fmla="*/ 2147483646 w 328"/>
              <a:gd name="T3" fmla="*/ 2147483646 h 41"/>
              <a:gd name="T4" fmla="*/ 2147483646 w 328"/>
              <a:gd name="T5" fmla="*/ 2147483646 h 41"/>
              <a:gd name="T6" fmla="*/ 2147483646 w 328"/>
              <a:gd name="T7" fmla="*/ 0 h 41"/>
              <a:gd name="T8" fmla="*/ 2147483646 w 328"/>
              <a:gd name="T9" fmla="*/ 0 h 41"/>
              <a:gd name="T10" fmla="*/ 0 w 328"/>
              <a:gd name="T11" fmla="*/ 2147483646 h 41"/>
              <a:gd name="T12" fmla="*/ 0 w 328"/>
              <a:gd name="T13" fmla="*/ 2147483646 h 41"/>
              <a:gd name="T14" fmla="*/ 2147483646 w 328"/>
              <a:gd name="T15" fmla="*/ 2147483646 h 41"/>
              <a:gd name="T16" fmla="*/ 2147483646 w 328"/>
              <a:gd name="T17" fmla="*/ 2147483646 h 41"/>
              <a:gd name="T18" fmla="*/ 0 w 328"/>
              <a:gd name="T19" fmla="*/ 0 h 41"/>
              <a:gd name="T20" fmla="*/ 328 w 328"/>
              <a:gd name="T2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328" h="41">
                <a:moveTo>
                  <a:pt x="308" y="41"/>
                </a:moveTo>
                <a:cubicBezTo>
                  <a:pt x="319" y="41"/>
                  <a:pt x="328" y="31"/>
                  <a:pt x="328" y="20"/>
                </a:cubicBezTo>
                <a:cubicBezTo>
                  <a:pt x="328" y="20"/>
                  <a:pt x="328" y="20"/>
                  <a:pt x="328" y="20"/>
                </a:cubicBezTo>
                <a:cubicBezTo>
                  <a:pt x="328" y="9"/>
                  <a:pt x="319" y="0"/>
                  <a:pt x="308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31"/>
                  <a:pt x="9" y="41"/>
                  <a:pt x="20" y="41"/>
                </a:cubicBezTo>
                <a:lnTo>
                  <a:pt x="308" y="41"/>
                </a:lnTo>
                <a:close/>
              </a:path>
            </a:pathLst>
          </a:custGeom>
          <a:solidFill>
            <a:srgbClr val="33CCCC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2" name="Freeform 82"/>
          <p:cNvSpPr>
            <a:spLocks noChangeArrowheads="1"/>
          </p:cNvSpPr>
          <p:nvPr/>
        </p:nvSpPr>
        <p:spPr bwMode="auto">
          <a:xfrm>
            <a:off x="7972425" y="3925888"/>
            <a:ext cx="520700" cy="260350"/>
          </a:xfrm>
          <a:custGeom>
            <a:avLst/>
            <a:gdLst>
              <a:gd name="G0" fmla="+- 164 0 0"/>
              <a:gd name="G1" fmla="+- 1 0 0"/>
              <a:gd name="G2" fmla="+- 65535 0 0"/>
              <a:gd name="G3" fmla="*/ 1 16385 2"/>
              <a:gd name="G4" fmla="*/ 1 35517 25856"/>
              <a:gd name="T0" fmla="*/ 0 w 328"/>
              <a:gd name="T1" fmla="*/ 0 h 164"/>
              <a:gd name="T2" fmla="*/ 2147483646 w 328"/>
              <a:gd name="T3" fmla="*/ 2147483646 h 164"/>
              <a:gd name="T4" fmla="*/ 2147483646 w 328"/>
              <a:gd name="T5" fmla="*/ 0 h 164"/>
              <a:gd name="T6" fmla="*/ 0 w 328"/>
              <a:gd name="T7" fmla="*/ 2147483646 h 164"/>
              <a:gd name="T8" fmla="*/ 0 w 328"/>
              <a:gd name="T9" fmla="*/ 0 h 164"/>
              <a:gd name="T10" fmla="*/ 0 w 328"/>
              <a:gd name="T11" fmla="*/ 0 h 164"/>
              <a:gd name="T12" fmla="*/ 328 w 328"/>
              <a:gd name="T1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328" h="164">
                <a:moveTo>
                  <a:pt x="0" y="0"/>
                </a:moveTo>
                <a:lnTo>
                  <a:pt x="328" y="164"/>
                </a:lnTo>
                <a:lnTo>
                  <a:pt x="328" y="0"/>
                </a:lnTo>
                <a:lnTo>
                  <a:pt x="0" y="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3" name="Freeform 83"/>
          <p:cNvSpPr>
            <a:spLocks noChangeArrowheads="1"/>
          </p:cNvSpPr>
          <p:nvPr/>
        </p:nvSpPr>
        <p:spPr bwMode="auto">
          <a:xfrm>
            <a:off x="7902575" y="3602038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7 0 0"/>
              <a:gd name="G4" fmla="+- 1 0 0"/>
              <a:gd name="G5" fmla="+- 1 0 0"/>
              <a:gd name="G6" fmla="+- 1 0 0"/>
              <a:gd name="G7" fmla="*/ 1 24577 2"/>
              <a:gd name="G8" fmla="+- 1 0 0"/>
              <a:gd name="G9" fmla="*/ 1 20025 45696"/>
              <a:gd name="G10" fmla="*/ 1 22983 51712"/>
              <a:gd name="G11" fmla="*/ G10 1 180"/>
              <a:gd name="G12" fmla="*/ G9 1 G11"/>
              <a:gd name="G13" fmla="+- 1 0 0"/>
              <a:gd name="G14" fmla="+- 1 0 0"/>
              <a:gd name="G15" fmla="+- 1 0 0"/>
              <a:gd name="T0" fmla="*/ 2147483646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2147483646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104" y="44"/>
                </a:moveTo>
                <a:cubicBezTo>
                  <a:pt x="104" y="44"/>
                  <a:pt x="62" y="71"/>
                  <a:pt x="32" y="64"/>
                </a:cubicBezTo>
                <a:cubicBezTo>
                  <a:pt x="11" y="59"/>
                  <a:pt x="0" y="48"/>
                  <a:pt x="4" y="30"/>
                </a:cubicBezTo>
                <a:cubicBezTo>
                  <a:pt x="7" y="12"/>
                  <a:pt x="40" y="0"/>
                  <a:pt x="78" y="28"/>
                </a:cubicBezTo>
                <a:cubicBezTo>
                  <a:pt x="86" y="34"/>
                  <a:pt x="93" y="39"/>
                  <a:pt x="104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4" name="Freeform 84"/>
          <p:cNvSpPr>
            <a:spLocks noChangeArrowheads="1"/>
          </p:cNvSpPr>
          <p:nvPr/>
        </p:nvSpPr>
        <p:spPr bwMode="auto">
          <a:xfrm>
            <a:off x="8232775" y="3602038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2 0 0"/>
              <a:gd name="G7" fmla="*/ 1 24577 2"/>
              <a:gd name="G8" fmla="+- 1 0 0"/>
              <a:gd name="G9" fmla="*/ 1 22983 51712"/>
              <a:gd name="G10" fmla="*/ G9 1 180"/>
              <a:gd name="G11" fmla="*/ 0 1 G10"/>
              <a:gd name="G12" fmla="+- 1 0 0"/>
              <a:gd name="G13" fmla="+- 1 0 0"/>
              <a:gd name="G14" fmla="+- 1 0 0"/>
              <a:gd name="T0" fmla="*/ 0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0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0" y="44"/>
                </a:moveTo>
                <a:cubicBezTo>
                  <a:pt x="0" y="44"/>
                  <a:pt x="42" y="71"/>
                  <a:pt x="72" y="64"/>
                </a:cubicBezTo>
                <a:cubicBezTo>
                  <a:pt x="94" y="59"/>
                  <a:pt x="104" y="48"/>
                  <a:pt x="100" y="30"/>
                </a:cubicBezTo>
                <a:cubicBezTo>
                  <a:pt x="97" y="12"/>
                  <a:pt x="64" y="0"/>
                  <a:pt x="26" y="28"/>
                </a:cubicBezTo>
                <a:cubicBezTo>
                  <a:pt x="18" y="34"/>
                  <a:pt x="11" y="39"/>
                  <a:pt x="0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5" name="Freeform 85"/>
          <p:cNvSpPr>
            <a:spLocks noChangeArrowheads="1"/>
          </p:cNvSpPr>
          <p:nvPr/>
        </p:nvSpPr>
        <p:spPr bwMode="auto">
          <a:xfrm>
            <a:off x="8232775" y="3741738"/>
            <a:ext cx="1588" cy="250825"/>
          </a:xfrm>
          <a:custGeom>
            <a:avLst/>
            <a:gdLst>
              <a:gd name="G0" fmla="+- 65378 0 0"/>
              <a:gd name="G1" fmla="+- 65533 0 0"/>
              <a:gd name="G2" fmla="*/ 1 16385 2"/>
              <a:gd name="T0" fmla="*/ 0 w 1588"/>
              <a:gd name="T1" fmla="*/ 0 h 158"/>
              <a:gd name="T2" fmla="*/ 0 w 1588"/>
              <a:gd name="T3" fmla="*/ 2147483646 h 158"/>
              <a:gd name="T4" fmla="*/ 0 w 1588"/>
              <a:gd name="T5" fmla="*/ 0 h 158"/>
              <a:gd name="T6" fmla="*/ 0 w 1588"/>
              <a:gd name="T7" fmla="*/ 0 h 158"/>
              <a:gd name="T8" fmla="*/ 1588 w 1588"/>
              <a:gd name="T9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588" h="158">
                <a:moveTo>
                  <a:pt x="0" y="0"/>
                </a:moveTo>
                <a:lnTo>
                  <a:pt x="0" y="1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6" name="Line 86"/>
          <p:cNvSpPr>
            <a:spLocks noChangeShapeType="1"/>
          </p:cNvSpPr>
          <p:nvPr/>
        </p:nvSpPr>
        <p:spPr bwMode="auto">
          <a:xfrm>
            <a:off x="8232775" y="3741738"/>
            <a:ext cx="1588" cy="250825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127" name="Freeform 87"/>
          <p:cNvSpPr>
            <a:spLocks noChangeArrowheads="1"/>
          </p:cNvSpPr>
          <p:nvPr/>
        </p:nvSpPr>
        <p:spPr bwMode="auto">
          <a:xfrm>
            <a:off x="6264275" y="3465513"/>
            <a:ext cx="469900" cy="657225"/>
          </a:xfrm>
          <a:custGeom>
            <a:avLst/>
            <a:gdLst>
              <a:gd name="G0" fmla="*/ 1 60525 51712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5 0 0"/>
              <a:gd name="G16" fmla="*/ 1 11181 51712"/>
              <a:gd name="G17" fmla="+- 1 0 0"/>
              <a:gd name="G18" fmla="+- 9 0 0"/>
              <a:gd name="G19" fmla="*/ 1 4773 54864"/>
              <a:gd name="G20" fmla="+- 1 0 0"/>
              <a:gd name="G21" fmla="+- 1 0 0"/>
              <a:gd name="G22" fmla="+- 1 0 0"/>
              <a:gd name="G23" fmla="+- 32768 0 0"/>
              <a:gd name="G24" fmla="*/ 1 43423 51712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32768 0 0"/>
              <a:gd name="G34" fmla="+- 1 0 0"/>
              <a:gd name="G35" fmla="+- 1 0 0"/>
              <a:gd name="G36" fmla="+- 1 0 0"/>
              <a:gd name="G37" fmla="+- 1 0 0"/>
              <a:gd name="T0" fmla="*/ 2147483646 w 148"/>
              <a:gd name="T1" fmla="*/ 2147483646 h 207"/>
              <a:gd name="T2" fmla="*/ 2147483646 w 148"/>
              <a:gd name="T3" fmla="*/ 2147483646 h 207"/>
              <a:gd name="T4" fmla="*/ 2147483646 w 148"/>
              <a:gd name="T5" fmla="*/ 2147483646 h 207"/>
              <a:gd name="T6" fmla="*/ 2147483646 w 148"/>
              <a:gd name="T7" fmla="*/ 2147483646 h 207"/>
              <a:gd name="T8" fmla="*/ 2147483646 w 148"/>
              <a:gd name="T9" fmla="*/ 2147483646 h 207"/>
              <a:gd name="T10" fmla="*/ 2147483646 w 148"/>
              <a:gd name="T11" fmla="*/ 2147483646 h 207"/>
              <a:gd name="T12" fmla="*/ 2147483646 w 148"/>
              <a:gd name="T13" fmla="*/ 2147483646 h 207"/>
              <a:gd name="T14" fmla="*/ 2147483646 w 148"/>
              <a:gd name="T15" fmla="*/ 2147483646 h 207"/>
              <a:gd name="T16" fmla="*/ 2147483646 w 148"/>
              <a:gd name="T17" fmla="*/ 0 h 207"/>
              <a:gd name="T18" fmla="*/ 2147483646 w 148"/>
              <a:gd name="T19" fmla="*/ 0 h 207"/>
              <a:gd name="T20" fmla="*/ 0 w 148"/>
              <a:gd name="T21" fmla="*/ 2147483646 h 207"/>
              <a:gd name="T22" fmla="*/ 2147483646 w 148"/>
              <a:gd name="T23" fmla="*/ 2147483646 h 207"/>
              <a:gd name="T24" fmla="*/ 0 w 148"/>
              <a:gd name="T25" fmla="*/ 2147483646 h 207"/>
              <a:gd name="T26" fmla="*/ 2147483646 w 148"/>
              <a:gd name="T27" fmla="*/ 2147483646 h 207"/>
              <a:gd name="T28" fmla="*/ 0 w 148"/>
              <a:gd name="T29" fmla="*/ 0 h 207"/>
              <a:gd name="T30" fmla="*/ 148 w 148"/>
              <a:gd name="T31" fmla="*/ 20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148" h="207">
                <a:moveTo>
                  <a:pt x="13" y="26"/>
                </a:moveTo>
                <a:cubicBezTo>
                  <a:pt x="122" y="26"/>
                  <a:pt x="122" y="26"/>
                  <a:pt x="122" y="26"/>
                </a:cubicBezTo>
                <a:cubicBezTo>
                  <a:pt x="122" y="194"/>
                  <a:pt x="122" y="194"/>
                  <a:pt x="122" y="194"/>
                </a:cubicBezTo>
                <a:cubicBezTo>
                  <a:pt x="122" y="201"/>
                  <a:pt x="128" y="207"/>
                  <a:pt x="135" y="207"/>
                </a:cubicBezTo>
                <a:cubicBezTo>
                  <a:pt x="135" y="207"/>
                  <a:pt x="135" y="207"/>
                  <a:pt x="135" y="207"/>
                </a:cubicBezTo>
                <a:cubicBezTo>
                  <a:pt x="142" y="207"/>
                  <a:pt x="148" y="201"/>
                  <a:pt x="148" y="194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6"/>
                  <a:pt x="144" y="0"/>
                  <a:pt x="139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6"/>
                  <a:pt x="0" y="6"/>
                  <a:pt x="0" y="6"/>
                </a:cubicBezTo>
                <a:cubicBezTo>
                  <a:pt x="12" y="13"/>
                  <a:pt x="12" y="13"/>
                  <a:pt x="12" y="13"/>
                </a:cubicBezTo>
                <a:cubicBezTo>
                  <a:pt x="0" y="22"/>
                  <a:pt x="0" y="22"/>
                  <a:pt x="0" y="22"/>
                </a:cubicBezTo>
                <a:lnTo>
                  <a:pt x="13" y="26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8" name="Freeform 88"/>
          <p:cNvSpPr>
            <a:spLocks noChangeArrowheads="1"/>
          </p:cNvSpPr>
          <p:nvPr/>
        </p:nvSpPr>
        <p:spPr bwMode="auto">
          <a:xfrm>
            <a:off x="7905750" y="4929188"/>
            <a:ext cx="327025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cos 59 G2"/>
              <a:gd name="G4" fmla="+- 30 0 0"/>
              <a:gd name="G5" fmla="+- 1 0 0"/>
              <a:gd name="G6" fmla="+- 1 0 0"/>
              <a:gd name="G7" fmla="+- 1 0 0"/>
              <a:gd name="G8" fmla="*/ 1 24577 2"/>
              <a:gd name="G9" fmla="+- 1 0 0"/>
              <a:gd name="G10" fmla="*/ 1 20025 45696"/>
              <a:gd name="G11" fmla="*/ 1 22983 51712"/>
              <a:gd name="G12" fmla="*/ G11 1 180"/>
              <a:gd name="G13" fmla="*/ G10 1 G12"/>
              <a:gd name="G14" fmla="+- 1 0 0"/>
              <a:gd name="G15" fmla="+- 1 0 0"/>
              <a:gd name="G16" fmla="+- 1 0 0"/>
              <a:gd name="T0" fmla="*/ 2147483646 w 103"/>
              <a:gd name="T1" fmla="*/ 2147483646 h 71"/>
              <a:gd name="T2" fmla="*/ 2147483646 w 103"/>
              <a:gd name="T3" fmla="*/ 2147483646 h 71"/>
              <a:gd name="T4" fmla="*/ 2147483646 w 103"/>
              <a:gd name="T5" fmla="*/ 2147483646 h 71"/>
              <a:gd name="T6" fmla="*/ 2147483646 w 103"/>
              <a:gd name="T7" fmla="*/ 2147483646 h 71"/>
              <a:gd name="T8" fmla="*/ 2147483646 w 103"/>
              <a:gd name="T9" fmla="*/ 2147483646 h 71"/>
              <a:gd name="T10" fmla="*/ 0 w 103"/>
              <a:gd name="T11" fmla="*/ 0 h 71"/>
              <a:gd name="T12" fmla="*/ 103 w 103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3" h="71">
                <a:moveTo>
                  <a:pt x="103" y="44"/>
                </a:moveTo>
                <a:cubicBezTo>
                  <a:pt x="103" y="44"/>
                  <a:pt x="61" y="71"/>
                  <a:pt x="31" y="64"/>
                </a:cubicBezTo>
                <a:cubicBezTo>
                  <a:pt x="10" y="59"/>
                  <a:pt x="0" y="49"/>
                  <a:pt x="3" y="30"/>
                </a:cubicBezTo>
                <a:cubicBezTo>
                  <a:pt x="7" y="12"/>
                  <a:pt x="39" y="0"/>
                  <a:pt x="78" y="29"/>
                </a:cubicBezTo>
                <a:cubicBezTo>
                  <a:pt x="85" y="34"/>
                  <a:pt x="92" y="39"/>
                  <a:pt x="103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29" name="Freeform 89"/>
          <p:cNvSpPr>
            <a:spLocks noChangeArrowheads="1"/>
          </p:cNvSpPr>
          <p:nvPr/>
        </p:nvSpPr>
        <p:spPr bwMode="auto">
          <a:xfrm>
            <a:off x="8232775" y="4929188"/>
            <a:ext cx="330200" cy="22542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42 0 0"/>
              <a:gd name="G7" fmla="*/ 1 24577 2"/>
              <a:gd name="G8" fmla="+- 1 0 0"/>
              <a:gd name="G9" fmla="*/ 1 22983 51712"/>
              <a:gd name="G10" fmla="*/ G9 1 180"/>
              <a:gd name="G11" fmla="*/ 0 1 G10"/>
              <a:gd name="G12" fmla="+- 1 0 0"/>
              <a:gd name="G13" fmla="+- 1 0 0"/>
              <a:gd name="G14" fmla="+- 1 0 0"/>
              <a:gd name="T0" fmla="*/ 0 w 104"/>
              <a:gd name="T1" fmla="*/ 2147483646 h 71"/>
              <a:gd name="T2" fmla="*/ 2147483646 w 104"/>
              <a:gd name="T3" fmla="*/ 2147483646 h 71"/>
              <a:gd name="T4" fmla="*/ 2147483646 w 104"/>
              <a:gd name="T5" fmla="*/ 2147483646 h 71"/>
              <a:gd name="T6" fmla="*/ 2147483646 w 104"/>
              <a:gd name="T7" fmla="*/ 2147483646 h 71"/>
              <a:gd name="T8" fmla="*/ 0 w 104"/>
              <a:gd name="T9" fmla="*/ 2147483646 h 71"/>
              <a:gd name="T10" fmla="*/ 0 w 104"/>
              <a:gd name="T11" fmla="*/ 0 h 71"/>
              <a:gd name="T12" fmla="*/ 104 w 104"/>
              <a:gd name="T13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04" h="71">
                <a:moveTo>
                  <a:pt x="0" y="44"/>
                </a:moveTo>
                <a:cubicBezTo>
                  <a:pt x="0" y="44"/>
                  <a:pt x="43" y="71"/>
                  <a:pt x="73" y="64"/>
                </a:cubicBezTo>
                <a:cubicBezTo>
                  <a:pt x="94" y="59"/>
                  <a:pt x="104" y="49"/>
                  <a:pt x="101" y="30"/>
                </a:cubicBezTo>
                <a:cubicBezTo>
                  <a:pt x="97" y="12"/>
                  <a:pt x="64" y="0"/>
                  <a:pt x="26" y="29"/>
                </a:cubicBezTo>
                <a:cubicBezTo>
                  <a:pt x="18" y="34"/>
                  <a:pt x="12" y="39"/>
                  <a:pt x="0" y="44"/>
                </a:cubicBezTo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30" name="Freeform 90"/>
          <p:cNvSpPr>
            <a:spLocks noChangeArrowheads="1"/>
          </p:cNvSpPr>
          <p:nvPr/>
        </p:nvSpPr>
        <p:spPr bwMode="auto">
          <a:xfrm>
            <a:off x="8232775" y="5068888"/>
            <a:ext cx="1588" cy="250825"/>
          </a:xfrm>
          <a:custGeom>
            <a:avLst/>
            <a:gdLst>
              <a:gd name="G0" fmla="+- 65378 0 0"/>
              <a:gd name="G1" fmla="+- 65533 0 0"/>
              <a:gd name="G2" fmla="*/ 1 16385 2"/>
              <a:gd name="T0" fmla="*/ 0 w 1588"/>
              <a:gd name="T1" fmla="*/ 0 h 158"/>
              <a:gd name="T2" fmla="*/ 0 w 1588"/>
              <a:gd name="T3" fmla="*/ 2147483646 h 158"/>
              <a:gd name="T4" fmla="*/ 0 w 1588"/>
              <a:gd name="T5" fmla="*/ 0 h 158"/>
              <a:gd name="T6" fmla="*/ 0 w 1588"/>
              <a:gd name="T7" fmla="*/ 0 h 158"/>
              <a:gd name="T8" fmla="*/ 1588 w 1588"/>
              <a:gd name="T9" fmla="*/ 158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588" h="158">
                <a:moveTo>
                  <a:pt x="0" y="0"/>
                </a:moveTo>
                <a:lnTo>
                  <a:pt x="0" y="1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31" name="Line 91"/>
          <p:cNvSpPr>
            <a:spLocks noChangeShapeType="1"/>
          </p:cNvSpPr>
          <p:nvPr/>
        </p:nvSpPr>
        <p:spPr bwMode="auto">
          <a:xfrm>
            <a:off x="8232775" y="5068888"/>
            <a:ext cx="1588" cy="250825"/>
          </a:xfrm>
          <a:prstGeom prst="line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7132" name="Text Box 92"/>
          <p:cNvSpPr txBox="1">
            <a:spLocks noChangeArrowheads="1"/>
          </p:cNvSpPr>
          <p:nvPr/>
        </p:nvSpPr>
        <p:spPr bwMode="auto">
          <a:xfrm>
            <a:off x="4976813" y="1704975"/>
            <a:ext cx="1273175" cy="4603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Stored 1</a:t>
            </a:r>
          </a:p>
        </p:txBody>
      </p:sp>
      <p:sp>
        <p:nvSpPr>
          <p:cNvPr id="87133" name="Text Box 93"/>
          <p:cNvSpPr txBox="1">
            <a:spLocks noChangeArrowheads="1"/>
          </p:cNvSpPr>
          <p:nvPr/>
        </p:nvSpPr>
        <p:spPr bwMode="auto">
          <a:xfrm>
            <a:off x="7694613" y="1692275"/>
            <a:ext cx="1273175" cy="4603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Stored 0</a:t>
            </a:r>
          </a:p>
        </p:txBody>
      </p:sp>
      <p:sp>
        <p:nvSpPr>
          <p:cNvPr id="87134" name="Text Box 94"/>
          <p:cNvSpPr txBox="1">
            <a:spLocks noChangeArrowheads="1"/>
          </p:cNvSpPr>
          <p:nvPr/>
        </p:nvSpPr>
        <p:spPr bwMode="auto">
          <a:xfrm>
            <a:off x="4848225" y="3152775"/>
            <a:ext cx="1173163" cy="4603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Write 1</a:t>
            </a:r>
          </a:p>
        </p:txBody>
      </p:sp>
      <p:sp>
        <p:nvSpPr>
          <p:cNvPr id="87135" name="Text Box 95"/>
          <p:cNvSpPr txBox="1">
            <a:spLocks noChangeArrowheads="1"/>
          </p:cNvSpPr>
          <p:nvPr/>
        </p:nvSpPr>
        <p:spPr bwMode="auto">
          <a:xfrm>
            <a:off x="7629525" y="3178175"/>
            <a:ext cx="1173163" cy="4603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Write 0</a:t>
            </a:r>
          </a:p>
        </p:txBody>
      </p:sp>
      <p:sp>
        <p:nvSpPr>
          <p:cNvPr id="87136" name="Text Box 96"/>
          <p:cNvSpPr txBox="1">
            <a:spLocks noChangeArrowheads="1"/>
          </p:cNvSpPr>
          <p:nvPr/>
        </p:nvSpPr>
        <p:spPr bwMode="auto">
          <a:xfrm>
            <a:off x="4959350" y="4440238"/>
            <a:ext cx="1085850" cy="4603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Read 1</a:t>
            </a:r>
          </a:p>
        </p:txBody>
      </p:sp>
      <p:sp>
        <p:nvSpPr>
          <p:cNvPr id="87137" name="Text Box 97"/>
          <p:cNvSpPr txBox="1">
            <a:spLocks noChangeArrowheads="1"/>
          </p:cNvSpPr>
          <p:nvPr/>
        </p:nvSpPr>
        <p:spPr bwMode="auto">
          <a:xfrm>
            <a:off x="7593013" y="4422775"/>
            <a:ext cx="1085850" cy="46037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400" b="1">
                <a:solidFill>
                  <a:srgbClr val="000000"/>
                </a:solidFill>
                <a:latin typeface="Times New Roman" pitchFamily="16" charset="0"/>
                <a:ea typeface="Noto Sans CJK SC" charset="0"/>
                <a:cs typeface="Noto Sans CJK SC" charset="0"/>
              </a:rPr>
              <a:t>Read 0</a:t>
            </a:r>
          </a:p>
        </p:txBody>
      </p:sp>
      <p:grpSp>
        <p:nvGrpSpPr>
          <p:cNvPr id="87138" name="Group 98"/>
          <p:cNvGrpSpPr>
            <a:grpSpLocks/>
          </p:cNvGrpSpPr>
          <p:nvPr/>
        </p:nvGrpSpPr>
        <p:grpSpPr bwMode="auto">
          <a:xfrm>
            <a:off x="3851275" y="3795713"/>
            <a:ext cx="2328863" cy="317500"/>
            <a:chOff x="2426" y="2391"/>
            <a:chExt cx="1467" cy="200"/>
          </a:xfrm>
        </p:grpSpPr>
        <p:sp>
          <p:nvSpPr>
            <p:cNvPr id="87139" name="Freeform 99"/>
            <p:cNvSpPr>
              <a:spLocks noChangeArrowheads="1"/>
            </p:cNvSpPr>
            <p:nvPr/>
          </p:nvSpPr>
          <p:spPr bwMode="auto">
            <a:xfrm>
              <a:off x="3737" y="2391"/>
              <a:ext cx="156" cy="200"/>
            </a:xfrm>
            <a:custGeom>
              <a:avLst/>
              <a:gdLst>
                <a:gd name="G0" fmla="+- 20 0 0"/>
                <a:gd name="G1" fmla="+- 9 0 0"/>
                <a:gd name="G2" fmla="sin 0 G1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49170 0 0"/>
                <a:gd name="G18" fmla="+- 1 0 0"/>
                <a:gd name="G19" fmla="+- 1 0 0"/>
                <a:gd name="G20" fmla="+- 1 0 0"/>
                <a:gd name="G21" fmla="+- 1 0 0"/>
                <a:gd name="G22" fmla="+- 32768 0 0"/>
                <a:gd name="G23" fmla="+- 1 0 0"/>
                <a:gd name="G24" fmla="+- 1 0 0"/>
                <a:gd name="G25" fmla="+- 1 0 0"/>
                <a:gd name="G26" fmla="+- 1 0 0"/>
                <a:gd name="G27" fmla="+- 1 0 0"/>
                <a:gd name="G28" fmla="+- 1 0 0"/>
                <a:gd name="G29" fmla="+- 1 0 0"/>
                <a:gd name="G30" fmla="+- 1 0 0"/>
                <a:gd name="G31" fmla="+- 1 0 0"/>
                <a:gd name="G32" fmla="+- 1 0 0"/>
                <a:gd name="T0" fmla="*/ 0 w 80"/>
                <a:gd name="T1" fmla="*/ 2147483646 h 69"/>
                <a:gd name="T2" fmla="*/ 2147483646 w 80"/>
                <a:gd name="T3" fmla="*/ 0 h 69"/>
                <a:gd name="T4" fmla="*/ 2147483646 w 80"/>
                <a:gd name="T5" fmla="*/ 2147483646 h 69"/>
                <a:gd name="T6" fmla="*/ 2147483646 w 80"/>
                <a:gd name="T7" fmla="*/ 0 h 69"/>
                <a:gd name="T8" fmla="*/ 2147483646 w 80"/>
                <a:gd name="T9" fmla="*/ 2147483646 h 69"/>
                <a:gd name="T10" fmla="*/ 2147483646 w 80"/>
                <a:gd name="T11" fmla="*/ 0 h 69"/>
                <a:gd name="T12" fmla="*/ 2147483646 w 80"/>
                <a:gd name="T13" fmla="*/ 2147483646 h 69"/>
                <a:gd name="T14" fmla="*/ 2147483646 w 80"/>
                <a:gd name="T15" fmla="*/ 0 h 69"/>
                <a:gd name="T16" fmla="*/ 2147483646 w 80"/>
                <a:gd name="T17" fmla="*/ 2147483646 h 69"/>
                <a:gd name="T18" fmla="*/ 2147483646 w 80"/>
                <a:gd name="T19" fmla="*/ 2147483646 h 69"/>
                <a:gd name="T20" fmla="*/ 2147483646 w 80"/>
                <a:gd name="T21" fmla="*/ 2147483646 h 69"/>
                <a:gd name="T22" fmla="*/ 0 w 80"/>
                <a:gd name="T23" fmla="*/ 2147483646 h 69"/>
                <a:gd name="T24" fmla="*/ 0 w 80"/>
                <a:gd name="T25" fmla="*/ 0 h 69"/>
                <a:gd name="T26" fmla="*/ 80 w 80"/>
                <a:gd name="T27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80" h="69">
                  <a:moveTo>
                    <a:pt x="0" y="1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8" y="69"/>
                    <a:pt x="80" y="69"/>
                    <a:pt x="80" y="69"/>
                  </a:cubicBezTo>
                  <a:cubicBezTo>
                    <a:pt x="1" y="69"/>
                    <a:pt x="1" y="69"/>
                    <a:pt x="1" y="69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140" name="Freeform 100"/>
            <p:cNvSpPr>
              <a:spLocks noChangeArrowheads="1"/>
            </p:cNvSpPr>
            <p:nvPr/>
          </p:nvSpPr>
          <p:spPr bwMode="auto">
            <a:xfrm>
              <a:off x="2426" y="2401"/>
              <a:ext cx="736" cy="184"/>
            </a:xfrm>
            <a:custGeom>
              <a:avLst/>
              <a:gdLst>
                <a:gd name="G0" fmla="+- 216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20 0 0"/>
                <a:gd name="G21" fmla="+- 82 0 0"/>
                <a:gd name="T0" fmla="*/ 0 w 740"/>
                <a:gd name="T1" fmla="*/ 2 h 236"/>
                <a:gd name="T2" fmla="*/ 0 w 740"/>
                <a:gd name="T3" fmla="*/ 2 h 236"/>
                <a:gd name="T4" fmla="*/ 40 w 740"/>
                <a:gd name="T5" fmla="*/ 0 h 236"/>
                <a:gd name="T6" fmla="*/ 82 w 740"/>
                <a:gd name="T7" fmla="*/ 2 h 236"/>
                <a:gd name="T8" fmla="*/ 124 w 740"/>
                <a:gd name="T9" fmla="*/ 0 h 236"/>
                <a:gd name="T10" fmla="*/ 168 w 740"/>
                <a:gd name="T11" fmla="*/ 2 h 236"/>
                <a:gd name="T12" fmla="*/ 212 w 740"/>
                <a:gd name="T13" fmla="*/ 0 h 236"/>
                <a:gd name="T14" fmla="*/ 250 w 740"/>
                <a:gd name="T15" fmla="*/ 2 h 236"/>
                <a:gd name="T16" fmla="*/ 288 w 740"/>
                <a:gd name="T17" fmla="*/ 0 h 236"/>
                <a:gd name="T18" fmla="*/ 326 w 740"/>
                <a:gd name="T19" fmla="*/ 2 h 236"/>
                <a:gd name="T20" fmla="*/ 368 w 740"/>
                <a:gd name="T21" fmla="*/ 0 h 236"/>
                <a:gd name="T22" fmla="*/ 412 w 740"/>
                <a:gd name="T23" fmla="*/ 2 h 236"/>
                <a:gd name="T24" fmla="*/ 450 w 740"/>
                <a:gd name="T25" fmla="*/ 2 h 236"/>
                <a:gd name="T26" fmla="*/ 494 w 740"/>
                <a:gd name="T27" fmla="*/ 2 h 236"/>
                <a:gd name="T28" fmla="*/ 532 w 740"/>
                <a:gd name="T29" fmla="*/ 0 h 236"/>
                <a:gd name="T30" fmla="*/ 574 w 740"/>
                <a:gd name="T31" fmla="*/ 2 h 236"/>
                <a:gd name="T32" fmla="*/ 616 w 740"/>
                <a:gd name="T33" fmla="*/ 0 h 236"/>
                <a:gd name="T34" fmla="*/ 656 w 740"/>
                <a:gd name="T35" fmla="*/ 2 h 236"/>
                <a:gd name="T36" fmla="*/ 698 w 740"/>
                <a:gd name="T37" fmla="*/ 0 h 236"/>
                <a:gd name="T38" fmla="*/ 740 w 740"/>
                <a:gd name="T39" fmla="*/ 2 h 236"/>
                <a:gd name="T40" fmla="*/ 740 w 740"/>
                <a:gd name="T41" fmla="*/ 2 h 236"/>
                <a:gd name="T42" fmla="*/ 0 w 740"/>
                <a:gd name="T43" fmla="*/ 2 h 236"/>
                <a:gd name="T44" fmla="*/ 0 w 740"/>
                <a:gd name="T45" fmla="*/ 0 h 236"/>
                <a:gd name="T46" fmla="*/ 740 w 740"/>
                <a:gd name="T4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40" h="236">
                  <a:moveTo>
                    <a:pt x="0" y="236"/>
                  </a:moveTo>
                  <a:lnTo>
                    <a:pt x="0" y="20"/>
                  </a:lnTo>
                  <a:lnTo>
                    <a:pt x="40" y="0"/>
                  </a:lnTo>
                  <a:lnTo>
                    <a:pt x="82" y="20"/>
                  </a:lnTo>
                  <a:lnTo>
                    <a:pt x="124" y="0"/>
                  </a:lnTo>
                  <a:lnTo>
                    <a:pt x="168" y="20"/>
                  </a:lnTo>
                  <a:lnTo>
                    <a:pt x="212" y="0"/>
                  </a:lnTo>
                  <a:lnTo>
                    <a:pt x="250" y="20"/>
                  </a:lnTo>
                  <a:lnTo>
                    <a:pt x="288" y="0"/>
                  </a:lnTo>
                  <a:lnTo>
                    <a:pt x="326" y="20"/>
                  </a:lnTo>
                  <a:lnTo>
                    <a:pt x="368" y="0"/>
                  </a:lnTo>
                  <a:lnTo>
                    <a:pt x="412" y="18"/>
                  </a:lnTo>
                  <a:lnTo>
                    <a:pt x="450" y="4"/>
                  </a:lnTo>
                  <a:lnTo>
                    <a:pt x="494" y="18"/>
                  </a:lnTo>
                  <a:lnTo>
                    <a:pt x="532" y="0"/>
                  </a:lnTo>
                  <a:lnTo>
                    <a:pt x="574" y="22"/>
                  </a:lnTo>
                  <a:lnTo>
                    <a:pt x="616" y="0"/>
                  </a:lnTo>
                  <a:lnTo>
                    <a:pt x="656" y="18"/>
                  </a:lnTo>
                  <a:lnTo>
                    <a:pt x="698" y="0"/>
                  </a:lnTo>
                  <a:lnTo>
                    <a:pt x="740" y="18"/>
                  </a:lnTo>
                  <a:lnTo>
                    <a:pt x="740" y="236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33CC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7141" name="Rectangle 101"/>
          <p:cNvSpPr>
            <a:spLocks noChangeArrowheads="1"/>
          </p:cNvSpPr>
          <p:nvPr/>
        </p:nvSpPr>
        <p:spPr bwMode="auto">
          <a:xfrm>
            <a:off x="3841750" y="3729038"/>
            <a:ext cx="1174750" cy="390525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42" name="Freeform 102"/>
          <p:cNvSpPr>
            <a:spLocks noChangeArrowheads="1"/>
          </p:cNvSpPr>
          <p:nvPr/>
        </p:nvSpPr>
        <p:spPr bwMode="auto">
          <a:xfrm>
            <a:off x="3502025" y="3465513"/>
            <a:ext cx="473075" cy="654050"/>
          </a:xfrm>
          <a:custGeom>
            <a:avLst/>
            <a:gdLst>
              <a:gd name="G0" fmla="*/ 1 60525 51712"/>
              <a:gd name="G1" fmla="+- 1 0 0"/>
              <a:gd name="G2" fmla="+- 1 0 0"/>
              <a:gd name="G3" fmla="+- 1 0 0"/>
              <a:gd name="G4" fmla="+- 206 0 0"/>
              <a:gd name="G5" fmla="cos 54942 G4"/>
              <a:gd name="G6" fmla="+- 206 0 0"/>
              <a:gd name="G7" fmla="sin 54872 G6"/>
              <a:gd name="G8" fmla="+- G5 G7 0"/>
              <a:gd name="G9" fmla="+- G8 1080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1 0 0"/>
              <a:gd name="G16" fmla="+- 1 0 0"/>
              <a:gd name="G17" fmla="+- 1 0 0"/>
              <a:gd name="G18" fmla="+- 1 0 0"/>
              <a:gd name="G19" fmla="+- 1 0 0"/>
              <a:gd name="G20" fmla="+- 6 0 0"/>
              <a:gd name="G21" fmla="*/ 1 12727 45696"/>
              <a:gd name="G22" fmla="+- 1 0 0"/>
              <a:gd name="G23" fmla="+- 9 0 0"/>
              <a:gd name="G24" fmla="*/ 1 4773 54864"/>
              <a:gd name="G25" fmla="+- 1 0 0"/>
              <a:gd name="G26" fmla="+- 1 0 0"/>
              <a:gd name="G27" fmla="+- 1 0 0"/>
              <a:gd name="G28" fmla="+- 32768 0 0"/>
              <a:gd name="G29" fmla="*/ 1 43423 51712"/>
              <a:gd name="G30" fmla="+- 1 0 0"/>
              <a:gd name="G31" fmla="+- 1 0 0"/>
              <a:gd name="G32" fmla="+- 1 0 0"/>
              <a:gd name="G33" fmla="+- 1 0 0"/>
              <a:gd name="G34" fmla="+- 1 0 0"/>
              <a:gd name="G35" fmla="+- 1 0 0"/>
              <a:gd name="G36" fmla="+- 1 0 0"/>
              <a:gd name="G37" fmla="+- 1 0 0"/>
              <a:gd name="G38" fmla="+- 32768 0 0"/>
              <a:gd name="G39" fmla="+- 1 0 0"/>
              <a:gd name="G40" fmla="+- 1 0 0"/>
              <a:gd name="G41" fmla="+- 1 0 0"/>
              <a:gd name="G42" fmla="+- 1 0 0"/>
              <a:gd name="T0" fmla="*/ 2147483646 w 149"/>
              <a:gd name="T1" fmla="*/ 2147483646 h 206"/>
              <a:gd name="T2" fmla="*/ 2147483646 w 149"/>
              <a:gd name="T3" fmla="*/ 2147483646 h 206"/>
              <a:gd name="T4" fmla="*/ 2147483646 w 149"/>
              <a:gd name="T5" fmla="*/ 2147483646 h 206"/>
              <a:gd name="T6" fmla="*/ 2147483646 w 149"/>
              <a:gd name="T7" fmla="*/ 2147483646 h 206"/>
              <a:gd name="T8" fmla="*/ 2147483646 w 149"/>
              <a:gd name="T9" fmla="*/ 2147483646 h 206"/>
              <a:gd name="T10" fmla="*/ 2147483646 w 149"/>
              <a:gd name="T11" fmla="*/ 2147483646 h 206"/>
              <a:gd name="T12" fmla="*/ 2147483646 w 149"/>
              <a:gd name="T13" fmla="*/ 2147483646 h 206"/>
              <a:gd name="T14" fmla="*/ 2147483646 w 149"/>
              <a:gd name="T15" fmla="*/ 2147483646 h 206"/>
              <a:gd name="T16" fmla="*/ 2147483646 w 149"/>
              <a:gd name="T17" fmla="*/ 0 h 206"/>
              <a:gd name="T18" fmla="*/ 2147483646 w 149"/>
              <a:gd name="T19" fmla="*/ 0 h 206"/>
              <a:gd name="T20" fmla="*/ 0 w 149"/>
              <a:gd name="T21" fmla="*/ 2147483646 h 206"/>
              <a:gd name="T22" fmla="*/ 2147483646 w 149"/>
              <a:gd name="T23" fmla="*/ 2147483646 h 206"/>
              <a:gd name="T24" fmla="*/ 0 w 149"/>
              <a:gd name="T25" fmla="*/ 2147483646 h 206"/>
              <a:gd name="T26" fmla="*/ 2147483646 w 149"/>
              <a:gd name="T27" fmla="*/ 2147483646 h 206"/>
              <a:gd name="T28" fmla="*/ 0 w 149"/>
              <a:gd name="T29" fmla="*/ 0 h 206"/>
              <a:gd name="T30" fmla="*/ 149 w 149"/>
              <a:gd name="T31" fmla="*/ 20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149" h="206">
                <a:moveTo>
                  <a:pt x="13" y="26"/>
                </a:moveTo>
                <a:cubicBezTo>
                  <a:pt x="123" y="26"/>
                  <a:pt x="123" y="26"/>
                  <a:pt x="123" y="26"/>
                </a:cubicBezTo>
                <a:cubicBezTo>
                  <a:pt x="123" y="193"/>
                  <a:pt x="123" y="193"/>
                  <a:pt x="123" y="193"/>
                </a:cubicBezTo>
                <a:cubicBezTo>
                  <a:pt x="123" y="201"/>
                  <a:pt x="129" y="206"/>
                  <a:pt x="136" y="206"/>
                </a:cubicBezTo>
                <a:cubicBezTo>
                  <a:pt x="136" y="206"/>
                  <a:pt x="136" y="206"/>
                  <a:pt x="136" y="206"/>
                </a:cubicBezTo>
                <a:cubicBezTo>
                  <a:pt x="143" y="206"/>
                  <a:pt x="149" y="201"/>
                  <a:pt x="149" y="193"/>
                </a:cubicBezTo>
                <a:cubicBezTo>
                  <a:pt x="149" y="13"/>
                  <a:pt x="149" y="13"/>
                  <a:pt x="149" y="13"/>
                </a:cubicBezTo>
                <a:cubicBezTo>
                  <a:pt x="149" y="13"/>
                  <a:pt x="149" y="13"/>
                  <a:pt x="149" y="13"/>
                </a:cubicBezTo>
                <a:cubicBezTo>
                  <a:pt x="149" y="6"/>
                  <a:pt x="145" y="0"/>
                  <a:pt x="140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6"/>
                  <a:pt x="0" y="6"/>
                  <a:pt x="0" y="6"/>
                </a:cubicBezTo>
                <a:cubicBezTo>
                  <a:pt x="13" y="13"/>
                  <a:pt x="13" y="13"/>
                  <a:pt x="13" y="13"/>
                </a:cubicBezTo>
                <a:cubicBezTo>
                  <a:pt x="0" y="22"/>
                  <a:pt x="0" y="22"/>
                  <a:pt x="0" y="22"/>
                </a:cubicBezTo>
                <a:lnTo>
                  <a:pt x="13" y="26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43" name="Rectangle 103"/>
          <p:cNvSpPr>
            <a:spLocks noChangeArrowheads="1"/>
          </p:cNvSpPr>
          <p:nvPr/>
        </p:nvSpPr>
        <p:spPr bwMode="auto">
          <a:xfrm>
            <a:off x="5930900" y="3729038"/>
            <a:ext cx="260350" cy="393700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44" name="Freeform 104"/>
          <p:cNvSpPr>
            <a:spLocks noChangeArrowheads="1"/>
          </p:cNvSpPr>
          <p:nvPr/>
        </p:nvSpPr>
        <p:spPr bwMode="auto">
          <a:xfrm>
            <a:off x="4949825" y="3989388"/>
            <a:ext cx="1044575" cy="13017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65524 0 0"/>
              <a:gd name="G8" fmla="+- 1 0 0"/>
              <a:gd name="G9" fmla="+- 65525 0 0"/>
              <a:gd name="G10" fmla="+- 21 0 0"/>
              <a:gd name="G11" fmla="cos 41 G10"/>
              <a:gd name="G12" fmla="+- 1 0 0"/>
              <a:gd name="G13" fmla="*/ 1 24577 2"/>
              <a:gd name="G14" fmla="+- 1 0 0"/>
              <a:gd name="G15" fmla="+- 1 0 0"/>
              <a:gd name="G16" fmla="+- 8 0 0"/>
              <a:gd name="G17" fmla="sin 12 G16"/>
              <a:gd name="G18" fmla="+- 1 0 0"/>
              <a:gd name="G19" fmla="+- 1 0 0"/>
              <a:gd name="G20" fmla="+- 1 0 0"/>
              <a:gd name="G21" fmla="+- 1 0 0"/>
              <a:gd name="G22" fmla="+- 1 0 0"/>
              <a:gd name="G23" fmla="+- 32765 0 0"/>
              <a:gd name="G24" fmla="+- 32767 0 0"/>
              <a:gd name="T0" fmla="*/ 2147483646 w 329"/>
              <a:gd name="T1" fmla="*/ 2147483646 h 41"/>
              <a:gd name="T2" fmla="*/ 2147483646 w 329"/>
              <a:gd name="T3" fmla="*/ 2147483646 h 41"/>
              <a:gd name="T4" fmla="*/ 2147483646 w 329"/>
              <a:gd name="T5" fmla="*/ 2147483646 h 41"/>
              <a:gd name="T6" fmla="*/ 2147483646 w 329"/>
              <a:gd name="T7" fmla="*/ 0 h 41"/>
              <a:gd name="T8" fmla="*/ 2147483646 w 329"/>
              <a:gd name="T9" fmla="*/ 0 h 41"/>
              <a:gd name="T10" fmla="*/ 0 w 329"/>
              <a:gd name="T11" fmla="*/ 2147483646 h 41"/>
              <a:gd name="T12" fmla="*/ 0 w 329"/>
              <a:gd name="T13" fmla="*/ 2147483646 h 41"/>
              <a:gd name="T14" fmla="*/ 2147483646 w 329"/>
              <a:gd name="T15" fmla="*/ 2147483646 h 41"/>
              <a:gd name="T16" fmla="*/ 2147483646 w 329"/>
              <a:gd name="T17" fmla="*/ 2147483646 h 41"/>
              <a:gd name="T18" fmla="*/ 0 w 329"/>
              <a:gd name="T19" fmla="*/ 0 h 41"/>
              <a:gd name="T20" fmla="*/ 329 w 329"/>
              <a:gd name="T2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329" h="41">
                <a:moveTo>
                  <a:pt x="308" y="41"/>
                </a:moveTo>
                <a:cubicBezTo>
                  <a:pt x="320" y="41"/>
                  <a:pt x="329" y="32"/>
                  <a:pt x="329" y="21"/>
                </a:cubicBezTo>
                <a:cubicBezTo>
                  <a:pt x="329" y="21"/>
                  <a:pt x="329" y="21"/>
                  <a:pt x="329" y="21"/>
                </a:cubicBezTo>
                <a:cubicBezTo>
                  <a:pt x="329" y="9"/>
                  <a:pt x="320" y="0"/>
                  <a:pt x="308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0" y="0"/>
                  <a:pt x="0" y="9"/>
                  <a:pt x="0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32"/>
                  <a:pt x="10" y="41"/>
                  <a:pt x="21" y="41"/>
                </a:cubicBezTo>
                <a:lnTo>
                  <a:pt x="308" y="41"/>
                </a:lnTo>
                <a:close/>
              </a:path>
            </a:pathLst>
          </a:custGeom>
          <a:solidFill>
            <a:srgbClr val="33CCCC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grpSp>
        <p:nvGrpSpPr>
          <p:cNvPr id="87145" name="Group 105"/>
          <p:cNvGrpSpPr>
            <a:grpSpLocks/>
          </p:cNvGrpSpPr>
          <p:nvPr/>
        </p:nvGrpSpPr>
        <p:grpSpPr bwMode="auto">
          <a:xfrm>
            <a:off x="3843338" y="5184775"/>
            <a:ext cx="2328862" cy="276225"/>
            <a:chOff x="2421" y="3266"/>
            <a:chExt cx="1467" cy="174"/>
          </a:xfrm>
        </p:grpSpPr>
        <p:sp>
          <p:nvSpPr>
            <p:cNvPr id="87146" name="Freeform 106"/>
            <p:cNvSpPr>
              <a:spLocks noChangeArrowheads="1"/>
            </p:cNvSpPr>
            <p:nvPr/>
          </p:nvSpPr>
          <p:spPr bwMode="auto">
            <a:xfrm>
              <a:off x="3732" y="3266"/>
              <a:ext cx="156" cy="171"/>
            </a:xfrm>
            <a:custGeom>
              <a:avLst/>
              <a:gdLst>
                <a:gd name="G0" fmla="+- 38 0 0"/>
                <a:gd name="G1" fmla="+- 1 0 0"/>
                <a:gd name="G2" fmla="+- 1 0 0"/>
                <a:gd name="G3" fmla="+- 1 0 0"/>
                <a:gd name="G4" fmla="+- 1 0 0"/>
                <a:gd name="G5" fmla="+- 116 0 0"/>
                <a:gd name="G6" fmla="+- 49170 0 0"/>
                <a:gd name="G7" fmla="+- 1 0 0"/>
                <a:gd name="G8" fmla="+- 1 0 0"/>
                <a:gd name="G9" fmla="*/ 1 26185 51712"/>
                <a:gd name="G10" fmla="+- 1 0 0"/>
                <a:gd name="G11" fmla="+- 58055 0 0"/>
                <a:gd name="T0" fmla="*/ 0 w 160"/>
                <a:gd name="T1" fmla="*/ 778962 h 136"/>
                <a:gd name="T2" fmla="*/ 18 w 160"/>
                <a:gd name="T3" fmla="*/ 0 h 136"/>
                <a:gd name="T4" fmla="*/ 44 w 160"/>
                <a:gd name="T5" fmla="*/ 448157 h 136"/>
                <a:gd name="T6" fmla="*/ 62 w 160"/>
                <a:gd name="T7" fmla="*/ 0 h 136"/>
                <a:gd name="T8" fmla="*/ 80 w 160"/>
                <a:gd name="T9" fmla="*/ 448157 h 136"/>
                <a:gd name="T10" fmla="*/ 100 w 160"/>
                <a:gd name="T11" fmla="*/ 0 h 136"/>
                <a:gd name="T12" fmla="*/ 126 w 160"/>
                <a:gd name="T13" fmla="*/ 718838 h 136"/>
                <a:gd name="T14" fmla="*/ 140 w 160"/>
                <a:gd name="T15" fmla="*/ 0 h 136"/>
                <a:gd name="T16" fmla="*/ 160 w 160"/>
                <a:gd name="T17" fmla="*/ 718838 h 136"/>
                <a:gd name="T18" fmla="*/ 160 w 160"/>
                <a:gd name="T19" fmla="*/ 5402864 h 136"/>
                <a:gd name="T20" fmla="*/ 0 w 160"/>
                <a:gd name="T21" fmla="*/ 5402864 h 136"/>
                <a:gd name="T22" fmla="*/ 0 w 160"/>
                <a:gd name="T23" fmla="*/ 778962 h 136"/>
                <a:gd name="T24" fmla="*/ 0 w 160"/>
                <a:gd name="T25" fmla="*/ 0 h 136"/>
                <a:gd name="T26" fmla="*/ 160 w 160"/>
                <a:gd name="T2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160" h="136">
                  <a:moveTo>
                    <a:pt x="0" y="20"/>
                  </a:moveTo>
                  <a:lnTo>
                    <a:pt x="18" y="0"/>
                  </a:lnTo>
                  <a:lnTo>
                    <a:pt x="44" y="12"/>
                  </a:lnTo>
                  <a:lnTo>
                    <a:pt x="62" y="0"/>
                  </a:lnTo>
                  <a:lnTo>
                    <a:pt x="80" y="12"/>
                  </a:lnTo>
                  <a:lnTo>
                    <a:pt x="100" y="0"/>
                  </a:lnTo>
                  <a:lnTo>
                    <a:pt x="126" y="18"/>
                  </a:lnTo>
                  <a:lnTo>
                    <a:pt x="140" y="0"/>
                  </a:lnTo>
                  <a:lnTo>
                    <a:pt x="160" y="18"/>
                  </a:lnTo>
                  <a:lnTo>
                    <a:pt x="160" y="136"/>
                  </a:lnTo>
                  <a:lnTo>
                    <a:pt x="0" y="13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147" name="Freeform 107"/>
            <p:cNvSpPr>
              <a:spLocks noChangeArrowheads="1"/>
            </p:cNvSpPr>
            <p:nvPr/>
          </p:nvSpPr>
          <p:spPr bwMode="auto">
            <a:xfrm>
              <a:off x="2421" y="3294"/>
              <a:ext cx="728" cy="146"/>
            </a:xfrm>
            <a:custGeom>
              <a:avLst/>
              <a:gdLst>
                <a:gd name="G0" fmla="+- 128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1 0 0"/>
                <a:gd name="G21" fmla="+- 1 0 0"/>
                <a:gd name="T0" fmla="*/ 0 w 732"/>
                <a:gd name="T1" fmla="*/ 3 h 172"/>
                <a:gd name="T2" fmla="*/ 0 w 732"/>
                <a:gd name="T3" fmla="*/ 3 h 172"/>
                <a:gd name="T4" fmla="*/ 40 w 732"/>
                <a:gd name="T5" fmla="*/ 3 h 172"/>
                <a:gd name="T6" fmla="*/ 82 w 732"/>
                <a:gd name="T7" fmla="*/ 3 h 172"/>
                <a:gd name="T8" fmla="*/ 124 w 732"/>
                <a:gd name="T9" fmla="*/ 3 h 172"/>
                <a:gd name="T10" fmla="*/ 168 w 732"/>
                <a:gd name="T11" fmla="*/ 3 h 172"/>
                <a:gd name="T12" fmla="*/ 214 w 732"/>
                <a:gd name="T13" fmla="*/ 3 h 172"/>
                <a:gd name="T14" fmla="*/ 252 w 732"/>
                <a:gd name="T15" fmla="*/ 3 h 172"/>
                <a:gd name="T16" fmla="*/ 290 w 732"/>
                <a:gd name="T17" fmla="*/ 3 h 172"/>
                <a:gd name="T18" fmla="*/ 326 w 732"/>
                <a:gd name="T19" fmla="*/ 3 h 172"/>
                <a:gd name="T20" fmla="*/ 368 w 732"/>
                <a:gd name="T21" fmla="*/ 3 h 172"/>
                <a:gd name="T22" fmla="*/ 408 w 732"/>
                <a:gd name="T23" fmla="*/ 3 h 172"/>
                <a:gd name="T24" fmla="*/ 450 w 732"/>
                <a:gd name="T25" fmla="*/ 3 h 172"/>
                <a:gd name="T26" fmla="*/ 494 w 732"/>
                <a:gd name="T27" fmla="*/ 3 h 172"/>
                <a:gd name="T28" fmla="*/ 532 w 732"/>
                <a:gd name="T29" fmla="*/ 3 h 172"/>
                <a:gd name="T30" fmla="*/ 572 w 732"/>
                <a:gd name="T31" fmla="*/ 3 h 172"/>
                <a:gd name="T32" fmla="*/ 616 w 732"/>
                <a:gd name="T33" fmla="*/ 3 h 172"/>
                <a:gd name="T34" fmla="*/ 656 w 732"/>
                <a:gd name="T35" fmla="*/ 3 h 172"/>
                <a:gd name="T36" fmla="*/ 700 w 732"/>
                <a:gd name="T37" fmla="*/ 0 h 172"/>
                <a:gd name="T38" fmla="*/ 732 w 732"/>
                <a:gd name="T39" fmla="*/ 3 h 172"/>
                <a:gd name="T40" fmla="*/ 732 w 732"/>
                <a:gd name="T41" fmla="*/ 3 h 172"/>
                <a:gd name="T42" fmla="*/ 0 w 732"/>
                <a:gd name="T43" fmla="*/ 3 h 172"/>
                <a:gd name="T44" fmla="*/ 0 w 732"/>
                <a:gd name="T45" fmla="*/ 0 h 172"/>
                <a:gd name="T46" fmla="*/ 732 w 732"/>
                <a:gd name="T4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32" h="172">
                  <a:moveTo>
                    <a:pt x="0" y="172"/>
                  </a:moveTo>
                  <a:lnTo>
                    <a:pt x="0" y="44"/>
                  </a:lnTo>
                  <a:lnTo>
                    <a:pt x="40" y="6"/>
                  </a:lnTo>
                  <a:lnTo>
                    <a:pt x="82" y="28"/>
                  </a:lnTo>
                  <a:lnTo>
                    <a:pt x="124" y="6"/>
                  </a:lnTo>
                  <a:lnTo>
                    <a:pt x="168" y="28"/>
                  </a:lnTo>
                  <a:lnTo>
                    <a:pt x="214" y="4"/>
                  </a:lnTo>
                  <a:lnTo>
                    <a:pt x="252" y="26"/>
                  </a:lnTo>
                  <a:lnTo>
                    <a:pt x="290" y="4"/>
                  </a:lnTo>
                  <a:lnTo>
                    <a:pt x="326" y="28"/>
                  </a:lnTo>
                  <a:lnTo>
                    <a:pt x="368" y="6"/>
                  </a:lnTo>
                  <a:lnTo>
                    <a:pt x="408" y="28"/>
                  </a:lnTo>
                  <a:lnTo>
                    <a:pt x="450" y="12"/>
                  </a:lnTo>
                  <a:lnTo>
                    <a:pt x="494" y="24"/>
                  </a:lnTo>
                  <a:lnTo>
                    <a:pt x="532" y="6"/>
                  </a:lnTo>
                  <a:lnTo>
                    <a:pt x="572" y="30"/>
                  </a:lnTo>
                  <a:lnTo>
                    <a:pt x="616" y="6"/>
                  </a:lnTo>
                  <a:lnTo>
                    <a:pt x="656" y="24"/>
                  </a:lnTo>
                  <a:lnTo>
                    <a:pt x="700" y="0"/>
                  </a:lnTo>
                  <a:lnTo>
                    <a:pt x="732" y="24"/>
                  </a:lnTo>
                  <a:lnTo>
                    <a:pt x="732" y="168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33CC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7148" name="Freeform 108"/>
          <p:cNvSpPr>
            <a:spLocks noChangeArrowheads="1"/>
          </p:cNvSpPr>
          <p:nvPr/>
        </p:nvSpPr>
        <p:spPr bwMode="auto">
          <a:xfrm>
            <a:off x="5213350" y="3925888"/>
            <a:ext cx="520700" cy="260350"/>
          </a:xfrm>
          <a:custGeom>
            <a:avLst/>
            <a:gdLst>
              <a:gd name="G0" fmla="+- 164 0 0"/>
              <a:gd name="G1" fmla="+- 1 0 0"/>
              <a:gd name="G2" fmla="+- 65535 0 0"/>
              <a:gd name="G3" fmla="*/ 1 16385 2"/>
              <a:gd name="G4" fmla="*/ 1 35517 25856"/>
              <a:gd name="T0" fmla="*/ 0 w 328"/>
              <a:gd name="T1" fmla="*/ 0 h 164"/>
              <a:gd name="T2" fmla="*/ 2147483646 w 328"/>
              <a:gd name="T3" fmla="*/ 2147483646 h 164"/>
              <a:gd name="T4" fmla="*/ 2147483646 w 328"/>
              <a:gd name="T5" fmla="*/ 0 h 164"/>
              <a:gd name="T6" fmla="*/ 0 w 328"/>
              <a:gd name="T7" fmla="*/ 2147483646 h 164"/>
              <a:gd name="T8" fmla="*/ 0 w 328"/>
              <a:gd name="T9" fmla="*/ 0 h 164"/>
              <a:gd name="T10" fmla="*/ 0 w 328"/>
              <a:gd name="T11" fmla="*/ 0 h 164"/>
              <a:gd name="T12" fmla="*/ 328 w 328"/>
              <a:gd name="T1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328" h="164">
                <a:moveTo>
                  <a:pt x="0" y="0"/>
                </a:moveTo>
                <a:lnTo>
                  <a:pt x="328" y="164"/>
                </a:lnTo>
                <a:lnTo>
                  <a:pt x="328" y="0"/>
                </a:lnTo>
                <a:lnTo>
                  <a:pt x="0" y="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grpSp>
        <p:nvGrpSpPr>
          <p:cNvPr id="87149" name="Group 109"/>
          <p:cNvGrpSpPr>
            <a:grpSpLocks/>
          </p:cNvGrpSpPr>
          <p:nvPr/>
        </p:nvGrpSpPr>
        <p:grpSpPr bwMode="auto">
          <a:xfrm>
            <a:off x="6604000" y="5248275"/>
            <a:ext cx="2336800" cy="196850"/>
            <a:chOff x="4160" y="3306"/>
            <a:chExt cx="1472" cy="124"/>
          </a:xfrm>
        </p:grpSpPr>
        <p:sp>
          <p:nvSpPr>
            <p:cNvPr id="87150" name="Freeform 110"/>
            <p:cNvSpPr>
              <a:spLocks noChangeArrowheads="1"/>
            </p:cNvSpPr>
            <p:nvPr/>
          </p:nvSpPr>
          <p:spPr bwMode="auto">
            <a:xfrm>
              <a:off x="4160" y="3306"/>
              <a:ext cx="736" cy="113"/>
            </a:xfrm>
            <a:custGeom>
              <a:avLst/>
              <a:gdLst>
                <a:gd name="G0" fmla="+- 68 0 0"/>
                <a:gd name="G1" fmla="+- 1 0 0"/>
                <a:gd name="G2" fmla="*/ 1 44685 3392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1 0 0"/>
                <a:gd name="G21" fmla="+- 1 0 0"/>
                <a:gd name="T0" fmla="*/ 0 w 740"/>
                <a:gd name="T1" fmla="*/ 389383 h 96"/>
                <a:gd name="T2" fmla="*/ 0 w 740"/>
                <a:gd name="T3" fmla="*/ 111874 h 96"/>
                <a:gd name="T4" fmla="*/ 44 w 740"/>
                <a:gd name="T5" fmla="*/ 16237 h 96"/>
                <a:gd name="T6" fmla="*/ 86 w 740"/>
                <a:gd name="T7" fmla="*/ 96328 h 96"/>
                <a:gd name="T8" fmla="*/ 128 w 740"/>
                <a:gd name="T9" fmla="*/ 16237 h 96"/>
                <a:gd name="T10" fmla="*/ 172 w 740"/>
                <a:gd name="T11" fmla="*/ 96328 h 96"/>
                <a:gd name="T12" fmla="*/ 218 w 740"/>
                <a:gd name="T13" fmla="*/ 2 h 96"/>
                <a:gd name="T14" fmla="*/ 254 w 740"/>
                <a:gd name="T15" fmla="*/ 79038 h 96"/>
                <a:gd name="T16" fmla="*/ 294 w 740"/>
                <a:gd name="T17" fmla="*/ 0 h 96"/>
                <a:gd name="T18" fmla="*/ 330 w 740"/>
                <a:gd name="T19" fmla="*/ 96328 h 96"/>
                <a:gd name="T20" fmla="*/ 372 w 740"/>
                <a:gd name="T21" fmla="*/ 16237 h 96"/>
                <a:gd name="T22" fmla="*/ 412 w 740"/>
                <a:gd name="T23" fmla="*/ 96328 h 96"/>
                <a:gd name="T24" fmla="*/ 454 w 740"/>
                <a:gd name="T25" fmla="*/ 33680 h 96"/>
                <a:gd name="T26" fmla="*/ 498 w 740"/>
                <a:gd name="T27" fmla="*/ 90562 h 96"/>
                <a:gd name="T28" fmla="*/ 536 w 740"/>
                <a:gd name="T29" fmla="*/ 16237 h 96"/>
                <a:gd name="T30" fmla="*/ 578 w 740"/>
                <a:gd name="T31" fmla="*/ 107235 h 96"/>
                <a:gd name="T32" fmla="*/ 620 w 740"/>
                <a:gd name="T33" fmla="*/ 16237 h 96"/>
                <a:gd name="T34" fmla="*/ 656 w 740"/>
                <a:gd name="T35" fmla="*/ 107235 h 96"/>
                <a:gd name="T36" fmla="*/ 702 w 740"/>
                <a:gd name="T37" fmla="*/ 16237 h 96"/>
                <a:gd name="T38" fmla="*/ 738 w 740"/>
                <a:gd name="T39" fmla="*/ 111874 h 96"/>
                <a:gd name="T40" fmla="*/ 740 w 740"/>
                <a:gd name="T41" fmla="*/ 381596 h 96"/>
                <a:gd name="T42" fmla="*/ 0 w 740"/>
                <a:gd name="T43" fmla="*/ 389383 h 96"/>
                <a:gd name="T44" fmla="*/ 0 w 740"/>
                <a:gd name="T45" fmla="*/ 0 h 96"/>
                <a:gd name="T46" fmla="*/ 740 w 740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40" h="96">
                  <a:moveTo>
                    <a:pt x="0" y="96"/>
                  </a:moveTo>
                  <a:lnTo>
                    <a:pt x="0" y="28"/>
                  </a:lnTo>
                  <a:lnTo>
                    <a:pt x="44" y="4"/>
                  </a:lnTo>
                  <a:lnTo>
                    <a:pt x="86" y="24"/>
                  </a:lnTo>
                  <a:lnTo>
                    <a:pt x="128" y="4"/>
                  </a:lnTo>
                  <a:lnTo>
                    <a:pt x="172" y="24"/>
                  </a:lnTo>
                  <a:lnTo>
                    <a:pt x="218" y="2"/>
                  </a:lnTo>
                  <a:lnTo>
                    <a:pt x="254" y="20"/>
                  </a:lnTo>
                  <a:lnTo>
                    <a:pt x="294" y="0"/>
                  </a:lnTo>
                  <a:lnTo>
                    <a:pt x="330" y="24"/>
                  </a:lnTo>
                  <a:lnTo>
                    <a:pt x="372" y="4"/>
                  </a:lnTo>
                  <a:lnTo>
                    <a:pt x="412" y="24"/>
                  </a:lnTo>
                  <a:lnTo>
                    <a:pt x="454" y="8"/>
                  </a:lnTo>
                  <a:lnTo>
                    <a:pt x="498" y="22"/>
                  </a:lnTo>
                  <a:lnTo>
                    <a:pt x="536" y="4"/>
                  </a:lnTo>
                  <a:lnTo>
                    <a:pt x="578" y="26"/>
                  </a:lnTo>
                  <a:lnTo>
                    <a:pt x="620" y="4"/>
                  </a:lnTo>
                  <a:lnTo>
                    <a:pt x="656" y="26"/>
                  </a:lnTo>
                  <a:lnTo>
                    <a:pt x="702" y="4"/>
                  </a:lnTo>
                  <a:lnTo>
                    <a:pt x="738" y="28"/>
                  </a:lnTo>
                  <a:lnTo>
                    <a:pt x="740" y="94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CCCC"/>
            </a:solidFill>
            <a:ln w="9360" cap="flat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151" name="Freeform 111"/>
            <p:cNvSpPr>
              <a:spLocks noChangeArrowheads="1"/>
            </p:cNvSpPr>
            <p:nvPr/>
          </p:nvSpPr>
          <p:spPr bwMode="auto">
            <a:xfrm>
              <a:off x="5476" y="3370"/>
              <a:ext cx="156" cy="60"/>
            </a:xfrm>
            <a:custGeom>
              <a:avLst/>
              <a:gdLst>
                <a:gd name="G0" fmla="+- 38 0 0"/>
                <a:gd name="G1" fmla="+- 1 0 0"/>
                <a:gd name="G2" fmla="+- 1 0 0"/>
                <a:gd name="G3" fmla="+- 1 0 0"/>
                <a:gd name="G4" fmla="+- 1 0 0"/>
                <a:gd name="G5" fmla="+- 116 0 0"/>
                <a:gd name="G6" fmla="+- 49170 0 0"/>
                <a:gd name="G7" fmla="+- 1 0 0"/>
                <a:gd name="G8" fmla="+- 1 0 0"/>
                <a:gd name="G9" fmla="*/ 1 26185 51712"/>
                <a:gd name="G10" fmla="+- 1 0 0"/>
                <a:gd name="G11" fmla="+- 1 0 0"/>
                <a:gd name="T0" fmla="*/ 0 w 160"/>
                <a:gd name="T1" fmla="*/ 0 h 136"/>
                <a:gd name="T2" fmla="*/ 18 w 160"/>
                <a:gd name="T3" fmla="*/ 0 h 136"/>
                <a:gd name="T4" fmla="*/ 44 w 160"/>
                <a:gd name="T5" fmla="*/ 0 h 136"/>
                <a:gd name="T6" fmla="*/ 62 w 160"/>
                <a:gd name="T7" fmla="*/ 0 h 136"/>
                <a:gd name="T8" fmla="*/ 80 w 160"/>
                <a:gd name="T9" fmla="*/ 0 h 136"/>
                <a:gd name="T10" fmla="*/ 100 w 160"/>
                <a:gd name="T11" fmla="*/ 0 h 136"/>
                <a:gd name="T12" fmla="*/ 126 w 160"/>
                <a:gd name="T13" fmla="*/ 0 h 136"/>
                <a:gd name="T14" fmla="*/ 140 w 160"/>
                <a:gd name="T15" fmla="*/ 0 h 136"/>
                <a:gd name="T16" fmla="*/ 160 w 160"/>
                <a:gd name="T17" fmla="*/ 0 h 136"/>
                <a:gd name="T18" fmla="*/ 160 w 160"/>
                <a:gd name="T19" fmla="*/ 0 h 136"/>
                <a:gd name="T20" fmla="*/ 0 w 160"/>
                <a:gd name="T21" fmla="*/ 0 h 136"/>
                <a:gd name="T22" fmla="*/ 0 w 160"/>
                <a:gd name="T23" fmla="*/ 0 h 136"/>
                <a:gd name="T24" fmla="*/ 0 w 160"/>
                <a:gd name="T25" fmla="*/ 0 h 136"/>
                <a:gd name="T26" fmla="*/ 160 w 160"/>
                <a:gd name="T2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160" h="136">
                  <a:moveTo>
                    <a:pt x="0" y="20"/>
                  </a:moveTo>
                  <a:lnTo>
                    <a:pt x="18" y="0"/>
                  </a:lnTo>
                  <a:lnTo>
                    <a:pt x="44" y="12"/>
                  </a:lnTo>
                  <a:lnTo>
                    <a:pt x="62" y="0"/>
                  </a:lnTo>
                  <a:lnTo>
                    <a:pt x="80" y="12"/>
                  </a:lnTo>
                  <a:lnTo>
                    <a:pt x="100" y="0"/>
                  </a:lnTo>
                  <a:lnTo>
                    <a:pt x="126" y="18"/>
                  </a:lnTo>
                  <a:lnTo>
                    <a:pt x="140" y="0"/>
                  </a:lnTo>
                  <a:lnTo>
                    <a:pt x="160" y="18"/>
                  </a:lnTo>
                  <a:lnTo>
                    <a:pt x="160" y="136"/>
                  </a:lnTo>
                  <a:lnTo>
                    <a:pt x="0" y="13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7152" name="Group 112"/>
          <p:cNvGrpSpPr>
            <a:grpSpLocks/>
          </p:cNvGrpSpPr>
          <p:nvPr/>
        </p:nvGrpSpPr>
        <p:grpSpPr bwMode="auto">
          <a:xfrm>
            <a:off x="3852863" y="5211763"/>
            <a:ext cx="2322512" cy="258762"/>
            <a:chOff x="2427" y="3283"/>
            <a:chExt cx="1463" cy="163"/>
          </a:xfrm>
        </p:grpSpPr>
        <p:sp>
          <p:nvSpPr>
            <p:cNvPr id="87153" name="Freeform 113"/>
            <p:cNvSpPr>
              <a:spLocks noChangeArrowheads="1"/>
            </p:cNvSpPr>
            <p:nvPr/>
          </p:nvSpPr>
          <p:spPr bwMode="auto">
            <a:xfrm>
              <a:off x="2427" y="3283"/>
              <a:ext cx="728" cy="163"/>
            </a:xfrm>
            <a:custGeom>
              <a:avLst/>
              <a:gdLst>
                <a:gd name="G0" fmla="+- 128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1 0 0"/>
                <a:gd name="G21" fmla="+- 1 0 0"/>
                <a:gd name="T0" fmla="*/ 0 w 732"/>
                <a:gd name="T1" fmla="*/ 49 h 172"/>
                <a:gd name="T2" fmla="*/ 0 w 732"/>
                <a:gd name="T3" fmla="*/ 17 h 172"/>
                <a:gd name="T4" fmla="*/ 40 w 732"/>
                <a:gd name="T5" fmla="*/ 6 h 172"/>
                <a:gd name="T6" fmla="*/ 82 w 732"/>
                <a:gd name="T7" fmla="*/ 17 h 172"/>
                <a:gd name="T8" fmla="*/ 124 w 732"/>
                <a:gd name="T9" fmla="*/ 6 h 172"/>
                <a:gd name="T10" fmla="*/ 168 w 732"/>
                <a:gd name="T11" fmla="*/ 17 h 172"/>
                <a:gd name="T12" fmla="*/ 214 w 732"/>
                <a:gd name="T13" fmla="*/ 4 h 172"/>
                <a:gd name="T14" fmla="*/ 252 w 732"/>
                <a:gd name="T15" fmla="*/ 17 h 172"/>
                <a:gd name="T16" fmla="*/ 290 w 732"/>
                <a:gd name="T17" fmla="*/ 4 h 172"/>
                <a:gd name="T18" fmla="*/ 326 w 732"/>
                <a:gd name="T19" fmla="*/ 17 h 172"/>
                <a:gd name="T20" fmla="*/ 368 w 732"/>
                <a:gd name="T21" fmla="*/ 6 h 172"/>
                <a:gd name="T22" fmla="*/ 408 w 732"/>
                <a:gd name="T23" fmla="*/ 17 h 172"/>
                <a:gd name="T24" fmla="*/ 450 w 732"/>
                <a:gd name="T25" fmla="*/ 12 h 172"/>
                <a:gd name="T26" fmla="*/ 494 w 732"/>
                <a:gd name="T27" fmla="*/ 17 h 172"/>
                <a:gd name="T28" fmla="*/ 532 w 732"/>
                <a:gd name="T29" fmla="*/ 6 h 172"/>
                <a:gd name="T30" fmla="*/ 572 w 732"/>
                <a:gd name="T31" fmla="*/ 17 h 172"/>
                <a:gd name="T32" fmla="*/ 616 w 732"/>
                <a:gd name="T33" fmla="*/ 6 h 172"/>
                <a:gd name="T34" fmla="*/ 656 w 732"/>
                <a:gd name="T35" fmla="*/ 17 h 172"/>
                <a:gd name="T36" fmla="*/ 700 w 732"/>
                <a:gd name="T37" fmla="*/ 0 h 172"/>
                <a:gd name="T38" fmla="*/ 732 w 732"/>
                <a:gd name="T39" fmla="*/ 17 h 172"/>
                <a:gd name="T40" fmla="*/ 732 w 732"/>
                <a:gd name="T41" fmla="*/ 48 h 172"/>
                <a:gd name="T42" fmla="*/ 0 w 732"/>
                <a:gd name="T43" fmla="*/ 49 h 172"/>
                <a:gd name="T44" fmla="*/ 0 w 732"/>
                <a:gd name="T45" fmla="*/ 0 h 172"/>
                <a:gd name="T46" fmla="*/ 732 w 732"/>
                <a:gd name="T4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32" h="172">
                  <a:moveTo>
                    <a:pt x="0" y="172"/>
                  </a:moveTo>
                  <a:lnTo>
                    <a:pt x="0" y="44"/>
                  </a:lnTo>
                  <a:lnTo>
                    <a:pt x="40" y="6"/>
                  </a:lnTo>
                  <a:lnTo>
                    <a:pt x="82" y="28"/>
                  </a:lnTo>
                  <a:lnTo>
                    <a:pt x="124" y="6"/>
                  </a:lnTo>
                  <a:lnTo>
                    <a:pt x="168" y="28"/>
                  </a:lnTo>
                  <a:lnTo>
                    <a:pt x="214" y="4"/>
                  </a:lnTo>
                  <a:lnTo>
                    <a:pt x="252" y="26"/>
                  </a:lnTo>
                  <a:lnTo>
                    <a:pt x="290" y="4"/>
                  </a:lnTo>
                  <a:lnTo>
                    <a:pt x="326" y="28"/>
                  </a:lnTo>
                  <a:lnTo>
                    <a:pt x="368" y="6"/>
                  </a:lnTo>
                  <a:lnTo>
                    <a:pt x="408" y="28"/>
                  </a:lnTo>
                  <a:lnTo>
                    <a:pt x="450" y="12"/>
                  </a:lnTo>
                  <a:lnTo>
                    <a:pt x="494" y="24"/>
                  </a:lnTo>
                  <a:lnTo>
                    <a:pt x="532" y="6"/>
                  </a:lnTo>
                  <a:lnTo>
                    <a:pt x="572" y="30"/>
                  </a:lnTo>
                  <a:lnTo>
                    <a:pt x="616" y="6"/>
                  </a:lnTo>
                  <a:lnTo>
                    <a:pt x="656" y="24"/>
                  </a:lnTo>
                  <a:lnTo>
                    <a:pt x="700" y="0"/>
                  </a:lnTo>
                  <a:lnTo>
                    <a:pt x="732" y="24"/>
                  </a:lnTo>
                  <a:lnTo>
                    <a:pt x="732" y="168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33CCCC"/>
            </a:solidFill>
            <a:ln w="9525" cap="flat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154" name="Freeform 114"/>
            <p:cNvSpPr>
              <a:spLocks noChangeArrowheads="1"/>
            </p:cNvSpPr>
            <p:nvPr/>
          </p:nvSpPr>
          <p:spPr bwMode="auto">
            <a:xfrm>
              <a:off x="3734" y="3285"/>
              <a:ext cx="156" cy="147"/>
            </a:xfrm>
            <a:custGeom>
              <a:avLst/>
              <a:gdLst>
                <a:gd name="G0" fmla="+- 38 0 0"/>
                <a:gd name="G1" fmla="+- 1 0 0"/>
                <a:gd name="G2" fmla="+- 1 0 0"/>
                <a:gd name="G3" fmla="+- 1 0 0"/>
                <a:gd name="G4" fmla="+- 1 0 0"/>
                <a:gd name="G5" fmla="+- 116 0 0"/>
                <a:gd name="G6" fmla="+- 49170 0 0"/>
                <a:gd name="G7" fmla="+- 1 0 0"/>
                <a:gd name="G8" fmla="+- 1 0 0"/>
                <a:gd name="G9" fmla="*/ 1 26185 51712"/>
                <a:gd name="G10" fmla="+- 1 0 0"/>
                <a:gd name="G11" fmla="+- 1634 0 0"/>
                <a:gd name="T0" fmla="*/ 0 w 160"/>
                <a:gd name="T1" fmla="*/ 1634 h 136"/>
                <a:gd name="T2" fmla="*/ 18 w 160"/>
                <a:gd name="T3" fmla="*/ 0 h 136"/>
                <a:gd name="T4" fmla="*/ 44 w 160"/>
                <a:gd name="T5" fmla="*/ 968 h 136"/>
                <a:gd name="T6" fmla="*/ 62 w 160"/>
                <a:gd name="T7" fmla="*/ 0 h 136"/>
                <a:gd name="T8" fmla="*/ 80 w 160"/>
                <a:gd name="T9" fmla="*/ 968 h 136"/>
                <a:gd name="T10" fmla="*/ 100 w 160"/>
                <a:gd name="T11" fmla="*/ 0 h 136"/>
                <a:gd name="T12" fmla="*/ 126 w 160"/>
                <a:gd name="T13" fmla="*/ 1472 h 136"/>
                <a:gd name="T14" fmla="*/ 140 w 160"/>
                <a:gd name="T15" fmla="*/ 0 h 136"/>
                <a:gd name="T16" fmla="*/ 160 w 160"/>
                <a:gd name="T17" fmla="*/ 1472 h 136"/>
                <a:gd name="T18" fmla="*/ 160 w 160"/>
                <a:gd name="T19" fmla="*/ 11069 h 136"/>
                <a:gd name="T20" fmla="*/ 0 w 160"/>
                <a:gd name="T21" fmla="*/ 11069 h 136"/>
                <a:gd name="T22" fmla="*/ 0 w 160"/>
                <a:gd name="T23" fmla="*/ 1634 h 136"/>
                <a:gd name="T24" fmla="*/ 0 w 160"/>
                <a:gd name="T25" fmla="*/ 0 h 136"/>
                <a:gd name="T26" fmla="*/ 160 w 160"/>
                <a:gd name="T2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160" h="136">
                  <a:moveTo>
                    <a:pt x="0" y="20"/>
                  </a:moveTo>
                  <a:lnTo>
                    <a:pt x="18" y="0"/>
                  </a:lnTo>
                  <a:lnTo>
                    <a:pt x="44" y="12"/>
                  </a:lnTo>
                  <a:lnTo>
                    <a:pt x="62" y="0"/>
                  </a:lnTo>
                  <a:lnTo>
                    <a:pt x="80" y="12"/>
                  </a:lnTo>
                  <a:lnTo>
                    <a:pt x="100" y="0"/>
                  </a:lnTo>
                  <a:lnTo>
                    <a:pt x="126" y="18"/>
                  </a:lnTo>
                  <a:lnTo>
                    <a:pt x="140" y="0"/>
                  </a:lnTo>
                  <a:lnTo>
                    <a:pt x="160" y="18"/>
                  </a:lnTo>
                  <a:lnTo>
                    <a:pt x="160" y="136"/>
                  </a:lnTo>
                  <a:lnTo>
                    <a:pt x="0" y="13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7155" name="Freeform 115"/>
          <p:cNvSpPr>
            <a:spLocks noChangeArrowheads="1"/>
          </p:cNvSpPr>
          <p:nvPr/>
        </p:nvSpPr>
        <p:spPr bwMode="auto">
          <a:xfrm>
            <a:off x="5927725" y="5072063"/>
            <a:ext cx="260350" cy="393700"/>
          </a:xfrm>
          <a:custGeom>
            <a:avLst/>
            <a:gdLst>
              <a:gd name="G0" fmla="+- 1 0 0"/>
              <a:gd name="G1" fmla="+- 246 0 0"/>
              <a:gd name="G2" fmla="+- 1 0 0"/>
              <a:gd name="G3" fmla="*/ 1 16385 2"/>
              <a:gd name="G4" fmla="*/ 1 35517 25856"/>
              <a:gd name="T0" fmla="*/ 2147483646 w 164"/>
              <a:gd name="T1" fmla="*/ 0 h 248"/>
              <a:gd name="T2" fmla="*/ 2147483646 w 164"/>
              <a:gd name="T3" fmla="*/ 2147483646 h 248"/>
              <a:gd name="T4" fmla="*/ 0 w 164"/>
              <a:gd name="T5" fmla="*/ 2147483646 h 248"/>
              <a:gd name="T6" fmla="*/ 0 w 164"/>
              <a:gd name="T7" fmla="*/ 2147483646 h 248"/>
              <a:gd name="T8" fmla="*/ 2147483646 w 164"/>
              <a:gd name="T9" fmla="*/ 0 h 248"/>
              <a:gd name="T10" fmla="*/ 0 w 164"/>
              <a:gd name="T11" fmla="*/ 0 h 248"/>
              <a:gd name="T12" fmla="*/ 164 w 164"/>
              <a:gd name="T13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64" h="248">
                <a:moveTo>
                  <a:pt x="164" y="0"/>
                </a:moveTo>
                <a:lnTo>
                  <a:pt x="164" y="248"/>
                </a:lnTo>
                <a:lnTo>
                  <a:pt x="0" y="248"/>
                </a:lnTo>
                <a:lnTo>
                  <a:pt x="0" y="2"/>
                </a:lnTo>
                <a:lnTo>
                  <a:pt x="164" y="0"/>
                </a:lnTo>
                <a:close/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56" name="Rectangle 116"/>
          <p:cNvSpPr>
            <a:spLocks noChangeArrowheads="1"/>
          </p:cNvSpPr>
          <p:nvPr/>
        </p:nvSpPr>
        <p:spPr bwMode="auto">
          <a:xfrm>
            <a:off x="3844925" y="5075238"/>
            <a:ext cx="1174750" cy="390525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57" name="Freeform 117"/>
          <p:cNvSpPr>
            <a:spLocks noChangeArrowheads="1"/>
          </p:cNvSpPr>
          <p:nvPr/>
        </p:nvSpPr>
        <p:spPr bwMode="auto">
          <a:xfrm>
            <a:off x="4953000" y="5335588"/>
            <a:ext cx="1044575" cy="13017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65525 0 0"/>
              <a:gd name="G8" fmla="+- 1 0 0"/>
              <a:gd name="G9" fmla="+- 65524 0 0"/>
              <a:gd name="G10" fmla="+- 21 0 0"/>
              <a:gd name="G11" fmla="sin 41 G10"/>
              <a:gd name="G12" fmla="+- 1 0 0"/>
              <a:gd name="G13" fmla="*/ 1 24577 2"/>
              <a:gd name="G14" fmla="+- 1 0 0"/>
              <a:gd name="G15" fmla="+- 1 0 0"/>
              <a:gd name="G16" fmla="+- 8 0 0"/>
              <a:gd name="G17" fmla="sin 12 G16"/>
              <a:gd name="G18" fmla="+- 1 0 0"/>
              <a:gd name="G19" fmla="+- 1 0 0"/>
              <a:gd name="G20" fmla="+- 1 0 0"/>
              <a:gd name="G21" fmla="+- 1 0 0"/>
              <a:gd name="G22" fmla="+- 1 0 0"/>
              <a:gd name="G23" fmla="+- 32765 0 0"/>
              <a:gd name="G24" fmla="+- 32767 0 0"/>
              <a:gd name="T0" fmla="*/ 2147483646 w 329"/>
              <a:gd name="T1" fmla="*/ 2147483646 h 41"/>
              <a:gd name="T2" fmla="*/ 2147483646 w 329"/>
              <a:gd name="T3" fmla="*/ 2147483646 h 41"/>
              <a:gd name="T4" fmla="*/ 2147483646 w 329"/>
              <a:gd name="T5" fmla="*/ 2147483646 h 41"/>
              <a:gd name="T6" fmla="*/ 2147483646 w 329"/>
              <a:gd name="T7" fmla="*/ 0 h 41"/>
              <a:gd name="T8" fmla="*/ 2147483646 w 329"/>
              <a:gd name="T9" fmla="*/ 0 h 41"/>
              <a:gd name="T10" fmla="*/ 0 w 329"/>
              <a:gd name="T11" fmla="*/ 2147483646 h 41"/>
              <a:gd name="T12" fmla="*/ 0 w 329"/>
              <a:gd name="T13" fmla="*/ 2147483646 h 41"/>
              <a:gd name="T14" fmla="*/ 2147483646 w 329"/>
              <a:gd name="T15" fmla="*/ 2147483646 h 41"/>
              <a:gd name="T16" fmla="*/ 2147483646 w 329"/>
              <a:gd name="T17" fmla="*/ 2147483646 h 41"/>
              <a:gd name="T18" fmla="*/ 0 w 329"/>
              <a:gd name="T19" fmla="*/ 0 h 41"/>
              <a:gd name="T20" fmla="*/ 329 w 329"/>
              <a:gd name="T2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329" h="41">
                <a:moveTo>
                  <a:pt x="308" y="41"/>
                </a:moveTo>
                <a:cubicBezTo>
                  <a:pt x="319" y="41"/>
                  <a:pt x="329" y="32"/>
                  <a:pt x="329" y="20"/>
                </a:cubicBezTo>
                <a:cubicBezTo>
                  <a:pt x="329" y="20"/>
                  <a:pt x="329" y="20"/>
                  <a:pt x="329" y="20"/>
                </a:cubicBezTo>
                <a:cubicBezTo>
                  <a:pt x="329" y="9"/>
                  <a:pt x="319" y="0"/>
                  <a:pt x="308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32"/>
                  <a:pt x="9" y="41"/>
                  <a:pt x="21" y="41"/>
                </a:cubicBezTo>
                <a:lnTo>
                  <a:pt x="308" y="41"/>
                </a:lnTo>
                <a:close/>
              </a:path>
            </a:pathLst>
          </a:custGeom>
          <a:solidFill>
            <a:srgbClr val="33CCCC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58" name="Freeform 118"/>
          <p:cNvSpPr>
            <a:spLocks noChangeArrowheads="1"/>
          </p:cNvSpPr>
          <p:nvPr/>
        </p:nvSpPr>
        <p:spPr bwMode="auto">
          <a:xfrm>
            <a:off x="5213350" y="5268913"/>
            <a:ext cx="520700" cy="260350"/>
          </a:xfrm>
          <a:custGeom>
            <a:avLst/>
            <a:gdLst>
              <a:gd name="G0" fmla="+- 164 0 0"/>
              <a:gd name="G1" fmla="+- 1 0 0"/>
              <a:gd name="G2" fmla="+- 65535 0 0"/>
              <a:gd name="G3" fmla="*/ 1 16385 2"/>
              <a:gd name="G4" fmla="*/ 1 35517 25856"/>
              <a:gd name="T0" fmla="*/ 0 w 328"/>
              <a:gd name="T1" fmla="*/ 0 h 164"/>
              <a:gd name="T2" fmla="*/ 2147483646 w 328"/>
              <a:gd name="T3" fmla="*/ 2147483646 h 164"/>
              <a:gd name="T4" fmla="*/ 2147483646 w 328"/>
              <a:gd name="T5" fmla="*/ 0 h 164"/>
              <a:gd name="T6" fmla="*/ 0 w 328"/>
              <a:gd name="T7" fmla="*/ 2147483646 h 164"/>
              <a:gd name="T8" fmla="*/ 0 w 328"/>
              <a:gd name="T9" fmla="*/ 0 h 164"/>
              <a:gd name="T10" fmla="*/ 0 w 328"/>
              <a:gd name="T11" fmla="*/ 0 h 164"/>
              <a:gd name="T12" fmla="*/ 328 w 328"/>
              <a:gd name="T1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328" h="164">
                <a:moveTo>
                  <a:pt x="0" y="0"/>
                </a:moveTo>
                <a:lnTo>
                  <a:pt x="328" y="164"/>
                </a:lnTo>
                <a:lnTo>
                  <a:pt x="328" y="0"/>
                </a:lnTo>
                <a:lnTo>
                  <a:pt x="0" y="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59" name="Freeform 119"/>
          <p:cNvSpPr>
            <a:spLocks noChangeArrowheads="1"/>
          </p:cNvSpPr>
          <p:nvPr/>
        </p:nvSpPr>
        <p:spPr bwMode="auto">
          <a:xfrm>
            <a:off x="3505200" y="4808538"/>
            <a:ext cx="469900" cy="657225"/>
          </a:xfrm>
          <a:custGeom>
            <a:avLst/>
            <a:gdLst>
              <a:gd name="G0" fmla="*/ 1 60525 51712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5 0 0"/>
              <a:gd name="G16" fmla="*/ 1 47757 45696"/>
              <a:gd name="G17" fmla="+- 1 0 0"/>
              <a:gd name="G18" fmla="+- 9 0 0"/>
              <a:gd name="G19" fmla="*/ 1 4773 54864"/>
              <a:gd name="G20" fmla="+- 1 0 0"/>
              <a:gd name="G21" fmla="+- 1 0 0"/>
              <a:gd name="G22" fmla="+- 1 0 0"/>
              <a:gd name="G23" fmla="+- 32768 0 0"/>
              <a:gd name="G24" fmla="*/ 1 43423 51712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32768 0 0"/>
              <a:gd name="G34" fmla="+- 1 0 0"/>
              <a:gd name="G35" fmla="+- 1 0 0"/>
              <a:gd name="G36" fmla="+- 1 0 0"/>
              <a:gd name="G37" fmla="+- 1 0 0"/>
              <a:gd name="T0" fmla="*/ 2147483646 w 148"/>
              <a:gd name="T1" fmla="*/ 2147483646 h 207"/>
              <a:gd name="T2" fmla="*/ 2147483646 w 148"/>
              <a:gd name="T3" fmla="*/ 2147483646 h 207"/>
              <a:gd name="T4" fmla="*/ 2147483646 w 148"/>
              <a:gd name="T5" fmla="*/ 2147483646 h 207"/>
              <a:gd name="T6" fmla="*/ 2147483646 w 148"/>
              <a:gd name="T7" fmla="*/ 2147483646 h 207"/>
              <a:gd name="T8" fmla="*/ 2147483646 w 148"/>
              <a:gd name="T9" fmla="*/ 2147483646 h 207"/>
              <a:gd name="T10" fmla="*/ 2147483646 w 148"/>
              <a:gd name="T11" fmla="*/ 2147483646 h 207"/>
              <a:gd name="T12" fmla="*/ 2147483646 w 148"/>
              <a:gd name="T13" fmla="*/ 2147483646 h 207"/>
              <a:gd name="T14" fmla="*/ 2147483646 w 148"/>
              <a:gd name="T15" fmla="*/ 2147483646 h 207"/>
              <a:gd name="T16" fmla="*/ 2147483646 w 148"/>
              <a:gd name="T17" fmla="*/ 0 h 207"/>
              <a:gd name="T18" fmla="*/ 2147483646 w 148"/>
              <a:gd name="T19" fmla="*/ 0 h 207"/>
              <a:gd name="T20" fmla="*/ 0 w 148"/>
              <a:gd name="T21" fmla="*/ 2147483646 h 207"/>
              <a:gd name="T22" fmla="*/ 2147483646 w 148"/>
              <a:gd name="T23" fmla="*/ 2147483646 h 207"/>
              <a:gd name="T24" fmla="*/ 0 w 148"/>
              <a:gd name="T25" fmla="*/ 2147483646 h 207"/>
              <a:gd name="T26" fmla="*/ 2147483646 w 148"/>
              <a:gd name="T27" fmla="*/ 2147483646 h 207"/>
              <a:gd name="T28" fmla="*/ 0 w 148"/>
              <a:gd name="T29" fmla="*/ 0 h 207"/>
              <a:gd name="T30" fmla="*/ 148 w 148"/>
              <a:gd name="T31" fmla="*/ 20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148" h="207">
                <a:moveTo>
                  <a:pt x="13" y="26"/>
                </a:moveTo>
                <a:cubicBezTo>
                  <a:pt x="122" y="26"/>
                  <a:pt x="122" y="26"/>
                  <a:pt x="122" y="26"/>
                </a:cubicBezTo>
                <a:cubicBezTo>
                  <a:pt x="122" y="194"/>
                  <a:pt x="122" y="194"/>
                  <a:pt x="122" y="194"/>
                </a:cubicBezTo>
                <a:cubicBezTo>
                  <a:pt x="122" y="201"/>
                  <a:pt x="128" y="207"/>
                  <a:pt x="135" y="207"/>
                </a:cubicBezTo>
                <a:cubicBezTo>
                  <a:pt x="135" y="207"/>
                  <a:pt x="135" y="207"/>
                  <a:pt x="135" y="207"/>
                </a:cubicBezTo>
                <a:cubicBezTo>
                  <a:pt x="143" y="207"/>
                  <a:pt x="148" y="201"/>
                  <a:pt x="148" y="194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13"/>
                  <a:pt x="148" y="13"/>
                  <a:pt x="148" y="13"/>
                </a:cubicBezTo>
                <a:cubicBezTo>
                  <a:pt x="148" y="6"/>
                  <a:pt x="144" y="0"/>
                  <a:pt x="139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6"/>
                  <a:pt x="0" y="6"/>
                  <a:pt x="0" y="6"/>
                </a:cubicBezTo>
                <a:cubicBezTo>
                  <a:pt x="13" y="14"/>
                  <a:pt x="13" y="14"/>
                  <a:pt x="13" y="14"/>
                </a:cubicBezTo>
                <a:cubicBezTo>
                  <a:pt x="0" y="22"/>
                  <a:pt x="0" y="22"/>
                  <a:pt x="0" y="22"/>
                </a:cubicBezTo>
                <a:lnTo>
                  <a:pt x="13" y="26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grpSp>
        <p:nvGrpSpPr>
          <p:cNvPr id="87160" name="Group 120"/>
          <p:cNvGrpSpPr>
            <a:grpSpLocks/>
          </p:cNvGrpSpPr>
          <p:nvPr/>
        </p:nvGrpSpPr>
        <p:grpSpPr bwMode="auto">
          <a:xfrm>
            <a:off x="6608763" y="5273675"/>
            <a:ext cx="2328862" cy="166688"/>
            <a:chOff x="4163" y="3322"/>
            <a:chExt cx="1467" cy="105"/>
          </a:xfrm>
        </p:grpSpPr>
        <p:sp>
          <p:nvSpPr>
            <p:cNvPr id="87161" name="Freeform 121"/>
            <p:cNvSpPr>
              <a:spLocks noChangeArrowheads="1"/>
            </p:cNvSpPr>
            <p:nvPr/>
          </p:nvSpPr>
          <p:spPr bwMode="auto">
            <a:xfrm>
              <a:off x="4163" y="3322"/>
              <a:ext cx="736" cy="101"/>
            </a:xfrm>
            <a:custGeom>
              <a:avLst/>
              <a:gdLst>
                <a:gd name="G0" fmla="+- 68 0 0"/>
                <a:gd name="G1" fmla="+- 1 0 0"/>
                <a:gd name="G2" fmla="*/ 1 44685 3392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+- 1 0 0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*/ 1 20853 10"/>
                <a:gd name="G18" fmla="+- 1 0 0"/>
                <a:gd name="G19" fmla="+- 1 0 0"/>
                <a:gd name="G20" fmla="+- 1 0 0"/>
                <a:gd name="G21" fmla="+- 1 0 0"/>
                <a:gd name="T0" fmla="*/ 0 w 740"/>
                <a:gd name="T1" fmla="*/ 4139 h 96"/>
                <a:gd name="T2" fmla="*/ 0 w 740"/>
                <a:gd name="T3" fmla="*/ 1206 h 96"/>
                <a:gd name="T4" fmla="*/ 44 w 740"/>
                <a:gd name="T5" fmla="*/ 4 h 96"/>
                <a:gd name="T6" fmla="*/ 86 w 740"/>
                <a:gd name="T7" fmla="*/ 1008 h 96"/>
                <a:gd name="T8" fmla="*/ 128 w 740"/>
                <a:gd name="T9" fmla="*/ 4 h 96"/>
                <a:gd name="T10" fmla="*/ 172 w 740"/>
                <a:gd name="T11" fmla="*/ 1008 h 96"/>
                <a:gd name="T12" fmla="*/ 218 w 740"/>
                <a:gd name="T13" fmla="*/ 2 h 96"/>
                <a:gd name="T14" fmla="*/ 254 w 740"/>
                <a:gd name="T15" fmla="*/ 843 h 96"/>
                <a:gd name="T16" fmla="*/ 294 w 740"/>
                <a:gd name="T17" fmla="*/ 0 h 96"/>
                <a:gd name="T18" fmla="*/ 330 w 740"/>
                <a:gd name="T19" fmla="*/ 1008 h 96"/>
                <a:gd name="T20" fmla="*/ 372 w 740"/>
                <a:gd name="T21" fmla="*/ 4 h 96"/>
                <a:gd name="T22" fmla="*/ 412 w 740"/>
                <a:gd name="T23" fmla="*/ 1008 h 96"/>
                <a:gd name="T24" fmla="*/ 454 w 740"/>
                <a:gd name="T25" fmla="*/ 345 h 96"/>
                <a:gd name="T26" fmla="*/ 498 w 740"/>
                <a:gd name="T27" fmla="*/ 922 h 96"/>
                <a:gd name="T28" fmla="*/ 536 w 740"/>
                <a:gd name="T29" fmla="*/ 4 h 96"/>
                <a:gd name="T30" fmla="*/ 578 w 740"/>
                <a:gd name="T31" fmla="*/ 1103 h 96"/>
                <a:gd name="T32" fmla="*/ 620 w 740"/>
                <a:gd name="T33" fmla="*/ 4 h 96"/>
                <a:gd name="T34" fmla="*/ 656 w 740"/>
                <a:gd name="T35" fmla="*/ 1103 h 96"/>
                <a:gd name="T36" fmla="*/ 702 w 740"/>
                <a:gd name="T37" fmla="*/ 4 h 96"/>
                <a:gd name="T38" fmla="*/ 738 w 740"/>
                <a:gd name="T39" fmla="*/ 1206 h 96"/>
                <a:gd name="T40" fmla="*/ 740 w 740"/>
                <a:gd name="T41" fmla="*/ 4107 h 96"/>
                <a:gd name="T42" fmla="*/ 0 w 740"/>
                <a:gd name="T43" fmla="*/ 4139 h 96"/>
                <a:gd name="T44" fmla="*/ 0 w 740"/>
                <a:gd name="T45" fmla="*/ 0 h 96"/>
                <a:gd name="T46" fmla="*/ 740 w 740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T44" t="T45" r="T46" b="T47"/>
              <a:pathLst>
                <a:path w="740" h="96">
                  <a:moveTo>
                    <a:pt x="0" y="96"/>
                  </a:moveTo>
                  <a:lnTo>
                    <a:pt x="0" y="28"/>
                  </a:lnTo>
                  <a:lnTo>
                    <a:pt x="44" y="4"/>
                  </a:lnTo>
                  <a:lnTo>
                    <a:pt x="86" y="24"/>
                  </a:lnTo>
                  <a:lnTo>
                    <a:pt x="128" y="4"/>
                  </a:lnTo>
                  <a:lnTo>
                    <a:pt x="172" y="24"/>
                  </a:lnTo>
                  <a:lnTo>
                    <a:pt x="218" y="2"/>
                  </a:lnTo>
                  <a:lnTo>
                    <a:pt x="254" y="20"/>
                  </a:lnTo>
                  <a:lnTo>
                    <a:pt x="294" y="0"/>
                  </a:lnTo>
                  <a:lnTo>
                    <a:pt x="330" y="24"/>
                  </a:lnTo>
                  <a:lnTo>
                    <a:pt x="372" y="4"/>
                  </a:lnTo>
                  <a:lnTo>
                    <a:pt x="412" y="24"/>
                  </a:lnTo>
                  <a:lnTo>
                    <a:pt x="454" y="8"/>
                  </a:lnTo>
                  <a:lnTo>
                    <a:pt x="498" y="22"/>
                  </a:lnTo>
                  <a:lnTo>
                    <a:pt x="536" y="4"/>
                  </a:lnTo>
                  <a:lnTo>
                    <a:pt x="578" y="26"/>
                  </a:lnTo>
                  <a:lnTo>
                    <a:pt x="620" y="4"/>
                  </a:lnTo>
                  <a:lnTo>
                    <a:pt x="656" y="26"/>
                  </a:lnTo>
                  <a:lnTo>
                    <a:pt x="702" y="4"/>
                  </a:lnTo>
                  <a:lnTo>
                    <a:pt x="738" y="28"/>
                  </a:lnTo>
                  <a:lnTo>
                    <a:pt x="740" y="94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33CCCC"/>
            </a:solidFill>
            <a:ln w="9360" cap="flat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87162" name="Freeform 122"/>
            <p:cNvSpPr>
              <a:spLocks noChangeArrowheads="1"/>
            </p:cNvSpPr>
            <p:nvPr/>
          </p:nvSpPr>
          <p:spPr bwMode="auto">
            <a:xfrm>
              <a:off x="5474" y="3322"/>
              <a:ext cx="156" cy="105"/>
            </a:xfrm>
            <a:custGeom>
              <a:avLst/>
              <a:gdLst>
                <a:gd name="G0" fmla="+- 38 0 0"/>
                <a:gd name="G1" fmla="+- 1 0 0"/>
                <a:gd name="G2" fmla="+- 1 0 0"/>
                <a:gd name="G3" fmla="+- 1 0 0"/>
                <a:gd name="G4" fmla="+- 1 0 0"/>
                <a:gd name="G5" fmla="+- 116 0 0"/>
                <a:gd name="G6" fmla="+- 49170 0 0"/>
                <a:gd name="G7" fmla="+- 1 0 0"/>
                <a:gd name="G8" fmla="+- 1 0 0"/>
                <a:gd name="G9" fmla="*/ 1 26185 51712"/>
                <a:gd name="G10" fmla="+- 1 0 0"/>
                <a:gd name="G11" fmla="+- 2 0 0"/>
                <a:gd name="T0" fmla="*/ 0 w 160"/>
                <a:gd name="T1" fmla="*/ 2 h 136"/>
                <a:gd name="T2" fmla="*/ 18 w 160"/>
                <a:gd name="T3" fmla="*/ 0 h 136"/>
                <a:gd name="T4" fmla="*/ 44 w 160"/>
                <a:gd name="T5" fmla="*/ 2 h 136"/>
                <a:gd name="T6" fmla="*/ 62 w 160"/>
                <a:gd name="T7" fmla="*/ 0 h 136"/>
                <a:gd name="T8" fmla="*/ 80 w 160"/>
                <a:gd name="T9" fmla="*/ 2 h 136"/>
                <a:gd name="T10" fmla="*/ 100 w 160"/>
                <a:gd name="T11" fmla="*/ 0 h 136"/>
                <a:gd name="T12" fmla="*/ 126 w 160"/>
                <a:gd name="T13" fmla="*/ 2 h 136"/>
                <a:gd name="T14" fmla="*/ 140 w 160"/>
                <a:gd name="T15" fmla="*/ 0 h 136"/>
                <a:gd name="T16" fmla="*/ 160 w 160"/>
                <a:gd name="T17" fmla="*/ 2 h 136"/>
                <a:gd name="T18" fmla="*/ 160 w 160"/>
                <a:gd name="T19" fmla="*/ 2 h 136"/>
                <a:gd name="T20" fmla="*/ 0 w 160"/>
                <a:gd name="T21" fmla="*/ 2 h 136"/>
                <a:gd name="T22" fmla="*/ 0 w 160"/>
                <a:gd name="T23" fmla="*/ 2 h 136"/>
                <a:gd name="T24" fmla="*/ 0 w 160"/>
                <a:gd name="T25" fmla="*/ 0 h 136"/>
                <a:gd name="T26" fmla="*/ 160 w 160"/>
                <a:gd name="T2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T24" t="T25" r="T26" b="T27"/>
              <a:pathLst>
                <a:path w="160" h="136">
                  <a:moveTo>
                    <a:pt x="0" y="20"/>
                  </a:moveTo>
                  <a:lnTo>
                    <a:pt x="18" y="0"/>
                  </a:lnTo>
                  <a:lnTo>
                    <a:pt x="44" y="12"/>
                  </a:lnTo>
                  <a:lnTo>
                    <a:pt x="62" y="0"/>
                  </a:lnTo>
                  <a:lnTo>
                    <a:pt x="80" y="12"/>
                  </a:lnTo>
                  <a:lnTo>
                    <a:pt x="100" y="0"/>
                  </a:lnTo>
                  <a:lnTo>
                    <a:pt x="126" y="18"/>
                  </a:lnTo>
                  <a:lnTo>
                    <a:pt x="140" y="0"/>
                  </a:lnTo>
                  <a:lnTo>
                    <a:pt x="160" y="18"/>
                  </a:lnTo>
                  <a:lnTo>
                    <a:pt x="160" y="136"/>
                  </a:lnTo>
                  <a:lnTo>
                    <a:pt x="0" y="13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33CCCC"/>
            </a:solidFill>
            <a:ln w="12600" cap="flat">
              <a:solidFill>
                <a:srgbClr val="33CC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7163" name="Freeform 123"/>
          <p:cNvSpPr>
            <a:spLocks noChangeArrowheads="1"/>
          </p:cNvSpPr>
          <p:nvPr/>
        </p:nvSpPr>
        <p:spPr bwMode="auto">
          <a:xfrm>
            <a:off x="8686800" y="5059363"/>
            <a:ext cx="260350" cy="393700"/>
          </a:xfrm>
          <a:custGeom>
            <a:avLst/>
            <a:gdLst>
              <a:gd name="G0" fmla="+- 1 0 0"/>
              <a:gd name="G1" fmla="+- 248 0 0"/>
              <a:gd name="G2" fmla="+- 1 0 0"/>
              <a:gd name="G3" fmla="*/ 1 16385 2"/>
              <a:gd name="G4" fmla="*/ 1 35517 25856"/>
              <a:gd name="T0" fmla="*/ 2147483646 w 164"/>
              <a:gd name="T1" fmla="*/ 0 h 248"/>
              <a:gd name="T2" fmla="*/ 2147483646 w 164"/>
              <a:gd name="T3" fmla="*/ 2147483646 h 248"/>
              <a:gd name="T4" fmla="*/ 0 w 164"/>
              <a:gd name="T5" fmla="*/ 2147483646 h 248"/>
              <a:gd name="T6" fmla="*/ 0 w 164"/>
              <a:gd name="T7" fmla="*/ 0 h 248"/>
              <a:gd name="T8" fmla="*/ 2147483646 w 164"/>
              <a:gd name="T9" fmla="*/ 0 h 248"/>
              <a:gd name="T10" fmla="*/ 0 w 164"/>
              <a:gd name="T11" fmla="*/ 0 h 248"/>
              <a:gd name="T12" fmla="*/ 164 w 164"/>
              <a:gd name="T13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64" h="248">
                <a:moveTo>
                  <a:pt x="164" y="0"/>
                </a:moveTo>
                <a:lnTo>
                  <a:pt x="164" y="246"/>
                </a:lnTo>
                <a:lnTo>
                  <a:pt x="0" y="248"/>
                </a:lnTo>
                <a:lnTo>
                  <a:pt x="0" y="0"/>
                </a:lnTo>
                <a:lnTo>
                  <a:pt x="164" y="0"/>
                </a:lnTo>
                <a:close/>
              </a:path>
            </a:pathLst>
          </a:cu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64" name="Rectangle 124"/>
          <p:cNvSpPr>
            <a:spLocks noChangeArrowheads="1"/>
          </p:cNvSpPr>
          <p:nvPr/>
        </p:nvSpPr>
        <p:spPr bwMode="auto">
          <a:xfrm>
            <a:off x="6604000" y="5059363"/>
            <a:ext cx="1174750" cy="381000"/>
          </a:xfrm>
          <a:prstGeom prst="rect">
            <a:avLst/>
          </a:prstGeom>
          <a:noFill/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65" name="Freeform 125"/>
          <p:cNvSpPr>
            <a:spLocks noChangeArrowheads="1"/>
          </p:cNvSpPr>
          <p:nvPr/>
        </p:nvSpPr>
        <p:spPr bwMode="auto">
          <a:xfrm>
            <a:off x="7712075" y="5319713"/>
            <a:ext cx="1044575" cy="130175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65525 0 0"/>
              <a:gd name="G8" fmla="+- 1 0 0"/>
              <a:gd name="G9" fmla="+- 65524 0 0"/>
              <a:gd name="G10" fmla="+- 21 0 0"/>
              <a:gd name="G11" fmla="sin 41 G10"/>
              <a:gd name="G12" fmla="+- 1 0 0"/>
              <a:gd name="G13" fmla="*/ 1 24577 2"/>
              <a:gd name="G14" fmla="+- 1 0 0"/>
              <a:gd name="G15" fmla="+- 1 0 0"/>
              <a:gd name="G16" fmla="+- 8 0 0"/>
              <a:gd name="G17" fmla="sin 12 G16"/>
              <a:gd name="G18" fmla="+- 1 0 0"/>
              <a:gd name="G19" fmla="+- 1 0 0"/>
              <a:gd name="G20" fmla="+- 1 0 0"/>
              <a:gd name="G21" fmla="+- 1 0 0"/>
              <a:gd name="G22" fmla="+- 1 0 0"/>
              <a:gd name="G23" fmla="+- 32765 0 0"/>
              <a:gd name="G24" fmla="+- 32767 0 0"/>
              <a:gd name="T0" fmla="*/ 2147483646 w 329"/>
              <a:gd name="T1" fmla="*/ 2147483646 h 41"/>
              <a:gd name="T2" fmla="*/ 2147483646 w 329"/>
              <a:gd name="T3" fmla="*/ 2147483646 h 41"/>
              <a:gd name="T4" fmla="*/ 2147483646 w 329"/>
              <a:gd name="T5" fmla="*/ 2147483646 h 41"/>
              <a:gd name="T6" fmla="*/ 2147483646 w 329"/>
              <a:gd name="T7" fmla="*/ 0 h 41"/>
              <a:gd name="T8" fmla="*/ 2147483646 w 329"/>
              <a:gd name="T9" fmla="*/ 0 h 41"/>
              <a:gd name="T10" fmla="*/ 0 w 329"/>
              <a:gd name="T11" fmla="*/ 2147483646 h 41"/>
              <a:gd name="T12" fmla="*/ 0 w 329"/>
              <a:gd name="T13" fmla="*/ 2147483646 h 41"/>
              <a:gd name="T14" fmla="*/ 2147483646 w 329"/>
              <a:gd name="T15" fmla="*/ 2147483646 h 41"/>
              <a:gd name="T16" fmla="*/ 2147483646 w 329"/>
              <a:gd name="T17" fmla="*/ 2147483646 h 41"/>
              <a:gd name="T18" fmla="*/ 0 w 329"/>
              <a:gd name="T19" fmla="*/ 0 h 41"/>
              <a:gd name="T20" fmla="*/ 329 w 329"/>
              <a:gd name="T21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T18" t="T19" r="T20" b="T21"/>
            <a:pathLst>
              <a:path w="329" h="41">
                <a:moveTo>
                  <a:pt x="308" y="41"/>
                </a:moveTo>
                <a:cubicBezTo>
                  <a:pt x="319" y="41"/>
                  <a:pt x="329" y="32"/>
                  <a:pt x="329" y="20"/>
                </a:cubicBezTo>
                <a:cubicBezTo>
                  <a:pt x="329" y="20"/>
                  <a:pt x="329" y="20"/>
                  <a:pt x="329" y="20"/>
                </a:cubicBezTo>
                <a:cubicBezTo>
                  <a:pt x="329" y="9"/>
                  <a:pt x="319" y="0"/>
                  <a:pt x="308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32"/>
                  <a:pt x="9" y="41"/>
                  <a:pt x="21" y="41"/>
                </a:cubicBezTo>
                <a:lnTo>
                  <a:pt x="308" y="41"/>
                </a:lnTo>
                <a:close/>
              </a:path>
            </a:pathLst>
          </a:custGeom>
          <a:solidFill>
            <a:srgbClr val="33CCCC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66" name="Freeform 126"/>
          <p:cNvSpPr>
            <a:spLocks noChangeArrowheads="1"/>
          </p:cNvSpPr>
          <p:nvPr/>
        </p:nvSpPr>
        <p:spPr bwMode="auto">
          <a:xfrm>
            <a:off x="6264275" y="4783138"/>
            <a:ext cx="473075" cy="657225"/>
          </a:xfrm>
          <a:custGeom>
            <a:avLst/>
            <a:gdLst>
              <a:gd name="G0" fmla="*/ 1 60525 51712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G10" fmla="+- 1 0 0"/>
              <a:gd name="G11" fmla="+- 1 0 0"/>
              <a:gd name="G12" fmla="+- 1 0 0"/>
              <a:gd name="G13" fmla="+- 1 0 0"/>
              <a:gd name="G14" fmla="+- 1 0 0"/>
              <a:gd name="G15" fmla="+- 6 0 0"/>
              <a:gd name="G16" fmla="*/ 1 12727 45696"/>
              <a:gd name="G17" fmla="+- 1 0 0"/>
              <a:gd name="G18" fmla="+- 9 0 0"/>
              <a:gd name="G19" fmla="*/ 1 4773 54864"/>
              <a:gd name="G20" fmla="+- 1 0 0"/>
              <a:gd name="G21" fmla="+- 1 0 0"/>
              <a:gd name="G22" fmla="+- 1 0 0"/>
              <a:gd name="G23" fmla="+- 32768 0 0"/>
              <a:gd name="G24" fmla="*/ 1 43423 51712"/>
              <a:gd name="G25" fmla="+- 1 0 0"/>
              <a:gd name="G26" fmla="+- 1 0 0"/>
              <a:gd name="G27" fmla="+- 1 0 0"/>
              <a:gd name="G28" fmla="+- 1 0 0"/>
              <a:gd name="G29" fmla="+- 1 0 0"/>
              <a:gd name="G30" fmla="+- 1 0 0"/>
              <a:gd name="G31" fmla="+- 1 0 0"/>
              <a:gd name="G32" fmla="+- 1 0 0"/>
              <a:gd name="G33" fmla="+- 32768 0 0"/>
              <a:gd name="G34" fmla="+- 1 0 0"/>
              <a:gd name="G35" fmla="+- 1 0 0"/>
              <a:gd name="G36" fmla="+- 1 0 0"/>
              <a:gd name="G37" fmla="+- 1 0 0"/>
              <a:gd name="T0" fmla="*/ 2147483646 w 149"/>
              <a:gd name="T1" fmla="*/ 2147483646 h 207"/>
              <a:gd name="T2" fmla="*/ 2147483646 w 149"/>
              <a:gd name="T3" fmla="*/ 2147483646 h 207"/>
              <a:gd name="T4" fmla="*/ 2147483646 w 149"/>
              <a:gd name="T5" fmla="*/ 2147483646 h 207"/>
              <a:gd name="T6" fmla="*/ 2147483646 w 149"/>
              <a:gd name="T7" fmla="*/ 2147483646 h 207"/>
              <a:gd name="T8" fmla="*/ 2147483646 w 149"/>
              <a:gd name="T9" fmla="*/ 2147483646 h 207"/>
              <a:gd name="T10" fmla="*/ 2147483646 w 149"/>
              <a:gd name="T11" fmla="*/ 2147483646 h 207"/>
              <a:gd name="T12" fmla="*/ 2147483646 w 149"/>
              <a:gd name="T13" fmla="*/ 2147483646 h 207"/>
              <a:gd name="T14" fmla="*/ 2147483646 w 149"/>
              <a:gd name="T15" fmla="*/ 2147483646 h 207"/>
              <a:gd name="T16" fmla="*/ 2147483646 w 149"/>
              <a:gd name="T17" fmla="*/ 0 h 207"/>
              <a:gd name="T18" fmla="*/ 2147483646 w 149"/>
              <a:gd name="T19" fmla="*/ 0 h 207"/>
              <a:gd name="T20" fmla="*/ 0 w 149"/>
              <a:gd name="T21" fmla="*/ 2147483646 h 207"/>
              <a:gd name="T22" fmla="*/ 2147483646 w 149"/>
              <a:gd name="T23" fmla="*/ 2147483646 h 207"/>
              <a:gd name="T24" fmla="*/ 0 w 149"/>
              <a:gd name="T25" fmla="*/ 2147483646 h 207"/>
              <a:gd name="T26" fmla="*/ 2147483646 w 149"/>
              <a:gd name="T27" fmla="*/ 2147483646 h 207"/>
              <a:gd name="T28" fmla="*/ 0 w 149"/>
              <a:gd name="T29" fmla="*/ 0 h 207"/>
              <a:gd name="T30" fmla="*/ 149 w 149"/>
              <a:gd name="T31" fmla="*/ 20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149" h="207">
                <a:moveTo>
                  <a:pt x="13" y="26"/>
                </a:moveTo>
                <a:cubicBezTo>
                  <a:pt x="122" y="26"/>
                  <a:pt x="122" y="26"/>
                  <a:pt x="122" y="26"/>
                </a:cubicBezTo>
                <a:cubicBezTo>
                  <a:pt x="122" y="194"/>
                  <a:pt x="122" y="194"/>
                  <a:pt x="122" y="194"/>
                </a:cubicBezTo>
                <a:cubicBezTo>
                  <a:pt x="122" y="201"/>
                  <a:pt x="128" y="207"/>
                  <a:pt x="135" y="207"/>
                </a:cubicBezTo>
                <a:cubicBezTo>
                  <a:pt x="135" y="207"/>
                  <a:pt x="135" y="207"/>
                  <a:pt x="135" y="207"/>
                </a:cubicBezTo>
                <a:cubicBezTo>
                  <a:pt x="143" y="207"/>
                  <a:pt x="148" y="201"/>
                  <a:pt x="148" y="194"/>
                </a:cubicBezTo>
                <a:cubicBezTo>
                  <a:pt x="149" y="13"/>
                  <a:pt x="149" y="13"/>
                  <a:pt x="149" y="13"/>
                </a:cubicBezTo>
                <a:cubicBezTo>
                  <a:pt x="149" y="13"/>
                  <a:pt x="149" y="13"/>
                  <a:pt x="149" y="13"/>
                </a:cubicBezTo>
                <a:cubicBezTo>
                  <a:pt x="149" y="6"/>
                  <a:pt x="144" y="0"/>
                  <a:pt x="140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6"/>
                  <a:pt x="0" y="6"/>
                  <a:pt x="0" y="6"/>
                </a:cubicBezTo>
                <a:cubicBezTo>
                  <a:pt x="13" y="13"/>
                  <a:pt x="13" y="13"/>
                  <a:pt x="13" y="13"/>
                </a:cubicBezTo>
                <a:cubicBezTo>
                  <a:pt x="0" y="22"/>
                  <a:pt x="0" y="22"/>
                  <a:pt x="0" y="22"/>
                </a:cubicBezTo>
                <a:lnTo>
                  <a:pt x="13" y="26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7167" name="Freeform 127"/>
          <p:cNvSpPr>
            <a:spLocks noChangeArrowheads="1"/>
          </p:cNvSpPr>
          <p:nvPr/>
        </p:nvSpPr>
        <p:spPr bwMode="auto">
          <a:xfrm>
            <a:off x="7972425" y="5253038"/>
            <a:ext cx="523875" cy="260350"/>
          </a:xfrm>
          <a:custGeom>
            <a:avLst/>
            <a:gdLst>
              <a:gd name="G0" fmla="+- 166 0 0"/>
              <a:gd name="G1" fmla="+- 1 0 0"/>
              <a:gd name="G2" fmla="+- 65535 0 0"/>
              <a:gd name="G3" fmla="*/ 1 16385 2"/>
              <a:gd name="G4" fmla="*/ 1 35517 25856"/>
              <a:gd name="T0" fmla="*/ 0 w 330"/>
              <a:gd name="T1" fmla="*/ 0 h 164"/>
              <a:gd name="T2" fmla="*/ 2147483646 w 330"/>
              <a:gd name="T3" fmla="*/ 2147483646 h 164"/>
              <a:gd name="T4" fmla="*/ 2147483646 w 330"/>
              <a:gd name="T5" fmla="*/ 0 h 164"/>
              <a:gd name="T6" fmla="*/ 0 w 330"/>
              <a:gd name="T7" fmla="*/ 2147483646 h 164"/>
              <a:gd name="T8" fmla="*/ 0 w 330"/>
              <a:gd name="T9" fmla="*/ 0 h 164"/>
              <a:gd name="T10" fmla="*/ 0 w 330"/>
              <a:gd name="T11" fmla="*/ 0 h 164"/>
              <a:gd name="T12" fmla="*/ 330 w 330"/>
              <a:gd name="T1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330" h="164">
                <a:moveTo>
                  <a:pt x="0" y="0"/>
                </a:moveTo>
                <a:lnTo>
                  <a:pt x="330" y="164"/>
                </a:lnTo>
                <a:lnTo>
                  <a:pt x="330" y="0"/>
                </a:lnTo>
                <a:lnTo>
                  <a:pt x="0" y="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6" dur="1" fill="hold" masterRel="sameClick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10" dur="1" fill="hold" masterRel="sameClick"/>
                                        <p:tgtEl>
                                          <p:spTgt spid="870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Effect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18" dur="1" fill="hold" masterRel="sameClick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22" dur="1" fill="hold" masterRel="sameClick"/>
                                        <p:tgtEl>
                                          <p:spTgt spid="870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Effect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30" dur="1" fill="hold" masterRel="sameClick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34" dur="1" fill="hold" masterRel="sameClick"/>
                                        <p:tgtEl>
                                          <p:spTgt spid="871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Effect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Effect">
                      <p:stCondLst>
                        <p:cond delay="indefinite"/>
                      </p:stCondLst>
                      <p:childTnLst>
                        <p:par>
                          <p:cTn id="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42" dur="1" fill="hold" masterRel="sameClick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46" dur="1" fill="hold" masterRel="sameClick"/>
                                        <p:tgtEl>
                                          <p:spTgt spid="871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 additive="repl"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Effect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ext Box 1"/>
          <p:cNvSpPr txBox="1">
            <a:spLocks noChangeArrowheads="1"/>
          </p:cNvSpPr>
          <p:nvPr/>
        </p:nvSpPr>
        <p:spPr bwMode="auto">
          <a:xfrm>
            <a:off x="8458200" y="6392863"/>
            <a:ext cx="685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93E056DC-8104-4592-8D0E-FF84B74F154B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25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0166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000" b="1">
                <a:solidFill>
                  <a:srgbClr val="0070C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DRAM Characteristics (Why Slow!)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304800" y="1066800"/>
            <a:ext cx="7772400" cy="5105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6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 b="1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Destructive Read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5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When cell read, charge removed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5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Charge must be </a:t>
            </a:r>
            <a:r>
              <a:rPr lang="en-US" sz="2100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restored</a:t>
            </a: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after a read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6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 b="1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Refresh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5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Capacitors are not perfect! there’s steady leakage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5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Charge must be </a:t>
            </a:r>
            <a:r>
              <a:rPr lang="en-US" sz="2100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restored</a:t>
            </a: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periodically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625"/>
              </a:spcBef>
              <a:buClr>
                <a:srgbClr val="006666"/>
              </a:buClr>
              <a:buSzPct val="70000"/>
              <a:buFont typeface="Courier New" pitchFamily="49" charset="0"/>
              <a:buChar char="o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DRAM </a:t>
            </a:r>
            <a:r>
              <a:rPr lang="en-US" sz="2500" b="1" i="1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are dense</a:t>
            </a: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(lots of cells) so there are </a:t>
            </a:r>
            <a:r>
              <a:rPr lang="en-US" sz="2500" b="1" i="1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many address lines</a:t>
            </a:r>
            <a:r>
              <a:rPr lang="en-US" sz="25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.</a:t>
            </a:r>
          </a:p>
          <a:p>
            <a:pPr marL="736600" lvl="1" indent="-279400" eaLnBrk="1" hangingPunct="1">
              <a:lnSpc>
                <a:spcPct val="90000"/>
              </a:lnSpc>
              <a:spcBef>
                <a:spcPts val="525"/>
              </a:spcBef>
              <a:buClr>
                <a:srgbClr val="99CCCC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To reduce the physical size of DRAM we can reduce the number of pins by </a:t>
            </a:r>
            <a:r>
              <a:rPr lang="en-US" sz="2100" u="sng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applying the address lines serially in two parts:</a:t>
            </a:r>
            <a:r>
              <a:rPr lang="en-US" sz="2100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 </a:t>
            </a:r>
          </a:p>
          <a:p>
            <a:pPr lvl="2" eaLnBrk="1" hangingPunct="1">
              <a:lnSpc>
                <a:spcPct val="90000"/>
              </a:lnSpc>
              <a:spcBef>
                <a:spcPts val="450"/>
              </a:spcBef>
              <a:buClr>
                <a:srgbClr val="006666"/>
              </a:buClr>
              <a:buSzPct val="65000"/>
              <a:buFont typeface="Arial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Row Address, and then </a:t>
            </a:r>
          </a:p>
          <a:p>
            <a:pPr lvl="2" eaLnBrk="1" hangingPunct="1">
              <a:lnSpc>
                <a:spcPct val="90000"/>
              </a:lnSpc>
              <a:spcBef>
                <a:spcPts val="450"/>
              </a:spcBef>
              <a:buClr>
                <a:srgbClr val="006666"/>
              </a:buClr>
              <a:buSzPct val="65000"/>
              <a:buFont typeface="Arial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latin typeface="DIN Pro" pitchFamily="32" charset="0"/>
                <a:ea typeface="Noto Sans CJK SC" charset="0"/>
                <a:cs typeface="Noto Sans CJK SC" charset="0"/>
              </a:rPr>
              <a:t>Column Address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ext Box 1"/>
          <p:cNvSpPr txBox="1">
            <a:spLocks noChangeArrowheads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 eaLnBrk="1" hangingPunct="1"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fld id="{C3D3F828-50E5-42E7-A422-883B329F1B88}" type="slidenum">
              <a:rPr lang="en-US" sz="1200">
                <a:solidFill>
                  <a:srgbClr val="000000"/>
                </a:solidFill>
                <a:ea typeface="Noto Sans CJK SC" charset="0"/>
                <a:cs typeface="Noto Sans CJK SC" charset="0"/>
              </a:rPr>
              <a:pPr algn="r" eaLnBrk="1" hangingPunct="1">
                <a:buClrTx/>
                <a:buSzPct val="70000"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328275" algn="l"/>
                  <a:tab pos="10777538" algn="l"/>
                  <a:tab pos="10779125" algn="l"/>
                  <a:tab pos="10780713" algn="l"/>
                </a:tabLst>
              </a:pPr>
              <a:t>26</a:t>
            </a:fld>
            <a:endParaRPr lang="en-US" sz="1200">
              <a:solidFill>
                <a:srgbClr val="000000"/>
              </a:solidFill>
              <a:ea typeface="Noto Sans CJK SC" charset="0"/>
              <a:cs typeface="Noto Sans CJK SC" charset="0"/>
            </a:endParaRPr>
          </a:p>
        </p:txBody>
      </p:sp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0" y="-19050"/>
            <a:ext cx="9144000" cy="609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 sz="4400" b="1">
                <a:solidFill>
                  <a:srgbClr val="0070C0"/>
                </a:solidFill>
                <a:latin typeface="DIN Pro" pitchFamily="32" charset="0"/>
                <a:ea typeface="SimSun" charset="-122"/>
              </a:rPr>
              <a:t>How DRAM Works</a:t>
            </a:r>
          </a:p>
        </p:txBody>
      </p:sp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2625" y="1295400"/>
            <a:ext cx="4727575" cy="55626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52400" y="1447800"/>
            <a:ext cx="4752975" cy="5410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4495800" y="914400"/>
            <a:ext cx="1981200" cy="860425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125"/>
              </a:spcBef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7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6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5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4</a:t>
            </a:r>
          </a:p>
          <a:p>
            <a:pPr>
              <a:spcBef>
                <a:spcPts val="1125"/>
              </a:spcBef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3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2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1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0</a:t>
            </a:r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381000" y="990600"/>
            <a:ext cx="2286000" cy="4064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125"/>
              </a:spcBef>
              <a:buClrTx/>
              <a:buSzPct val="7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8275" algn="l"/>
                <a:tab pos="10777538" algn="l"/>
                <a:tab pos="10779125" algn="l"/>
                <a:tab pos="10780713" algn="l"/>
              </a:tabLst>
            </a:pP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7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6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5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4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3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2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1</a:t>
            </a:r>
            <a:r>
              <a:rPr lang="en-US">
                <a:solidFill>
                  <a:srgbClr val="000000"/>
                </a:solidFill>
                <a:ea typeface="Noto Sans CJK SC" charset="0"/>
                <a:cs typeface="Noto Sans CJK SC" charset="0"/>
              </a:rPr>
              <a:t>A</a:t>
            </a:r>
            <a:r>
              <a:rPr lang="en-US" baseline="-25000">
                <a:solidFill>
                  <a:srgbClr val="000000"/>
                </a:solidFill>
                <a:ea typeface="Noto Sans CJK SC" charset="0"/>
                <a:cs typeface="Noto Sans CJK SC" charset="0"/>
              </a:rPr>
              <a:t>0</a:t>
            </a:r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 flipH="1">
            <a:off x="2813050" y="1143000"/>
            <a:ext cx="1689100" cy="1588"/>
          </a:xfrm>
          <a:prstGeom prst="line">
            <a:avLst/>
          </a:prstGeom>
          <a:noFill/>
          <a:ln w="38160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9096" name="Line 8"/>
          <p:cNvSpPr>
            <a:spLocks noChangeShapeType="1"/>
          </p:cNvSpPr>
          <p:nvPr/>
        </p:nvSpPr>
        <p:spPr bwMode="auto">
          <a:xfrm>
            <a:off x="2819400" y="1143000"/>
            <a:ext cx="1588" cy="304800"/>
          </a:xfrm>
          <a:prstGeom prst="line">
            <a:avLst/>
          </a:prstGeom>
          <a:noFill/>
          <a:ln w="38160" cap="sq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9097" name="Line 9"/>
          <p:cNvSpPr>
            <a:spLocks noChangeShapeType="1"/>
          </p:cNvSpPr>
          <p:nvPr/>
        </p:nvSpPr>
        <p:spPr bwMode="auto">
          <a:xfrm>
            <a:off x="5715000" y="1524000"/>
            <a:ext cx="1066800" cy="1588"/>
          </a:xfrm>
          <a:prstGeom prst="line">
            <a:avLst/>
          </a:prstGeom>
          <a:noFill/>
          <a:ln w="38160" cap="sq">
            <a:solidFill>
              <a:srgbClr val="0000FF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89098" name="AutoShape 10"/>
          <p:cNvSpPr>
            <a:spLocks noChangeArrowheads="1"/>
          </p:cNvSpPr>
          <p:nvPr/>
        </p:nvSpPr>
        <p:spPr bwMode="auto">
          <a:xfrm>
            <a:off x="0" y="4800600"/>
            <a:ext cx="3810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9099" name="AutoShape 11"/>
          <p:cNvSpPr>
            <a:spLocks noChangeArrowheads="1"/>
          </p:cNvSpPr>
          <p:nvPr/>
        </p:nvSpPr>
        <p:spPr bwMode="auto">
          <a:xfrm>
            <a:off x="7848600" y="2133600"/>
            <a:ext cx="3810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000"/>
          </a:solidFill>
          <a:ln w="126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cxnSp>
        <p:nvCxnSpPr>
          <p:cNvPr id="89100" name="AutoShape 12"/>
          <p:cNvCxnSpPr>
            <a:cxnSpLocks noChangeShapeType="1"/>
          </p:cNvCxnSpPr>
          <p:nvPr/>
        </p:nvCxnSpPr>
        <p:spPr bwMode="auto">
          <a:xfrm>
            <a:off x="2514600" y="2209800"/>
            <a:ext cx="1588" cy="612775"/>
          </a:xfrm>
          <a:prstGeom prst="straightConnector1">
            <a:avLst/>
          </a:prstGeom>
          <a:noFill/>
          <a:ln w="22320" cap="sq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89101" name="AutoShape 13"/>
          <p:cNvCxnSpPr>
            <a:cxnSpLocks noChangeShapeType="1"/>
          </p:cNvCxnSpPr>
          <p:nvPr/>
        </p:nvCxnSpPr>
        <p:spPr bwMode="auto">
          <a:xfrm flipH="1">
            <a:off x="762000" y="2819400"/>
            <a:ext cx="1752600" cy="1588"/>
          </a:xfrm>
          <a:prstGeom prst="straightConnector1">
            <a:avLst/>
          </a:prstGeom>
          <a:noFill/>
          <a:ln w="22320" cap="sq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89102" name="AutoShape 14"/>
          <p:cNvCxnSpPr>
            <a:cxnSpLocks noChangeShapeType="1"/>
          </p:cNvCxnSpPr>
          <p:nvPr/>
        </p:nvCxnSpPr>
        <p:spPr bwMode="auto">
          <a:xfrm>
            <a:off x="762000" y="2819400"/>
            <a:ext cx="1588" cy="1676400"/>
          </a:xfrm>
          <a:prstGeom prst="straightConnector1">
            <a:avLst/>
          </a:prstGeom>
          <a:noFill/>
          <a:ln w="22320" cap="sq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89103" name="Oval 15"/>
          <p:cNvSpPr>
            <a:spLocks noChangeArrowheads="1"/>
          </p:cNvSpPr>
          <p:nvPr/>
        </p:nvSpPr>
        <p:spPr bwMode="auto">
          <a:xfrm>
            <a:off x="762000" y="4800600"/>
            <a:ext cx="609600" cy="762000"/>
          </a:xfrm>
          <a:prstGeom prst="ellipse">
            <a:avLst/>
          </a:prstGeom>
          <a:noFill/>
          <a:ln w="31680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89104" name="Oval 16"/>
          <p:cNvSpPr>
            <a:spLocks noChangeArrowheads="1"/>
          </p:cNvSpPr>
          <p:nvPr/>
        </p:nvSpPr>
        <p:spPr bwMode="auto">
          <a:xfrm>
            <a:off x="6705600" y="3276600"/>
            <a:ext cx="1549400" cy="533400"/>
          </a:xfrm>
          <a:prstGeom prst="ellipse">
            <a:avLst/>
          </a:prstGeom>
          <a:noFill/>
          <a:ln w="31680" cap="sq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0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Effect">
                      <p:stCondLst>
                        <p:cond delay="indefinite"/>
                      </p:stCondLst>
                      <p:childTnLst>
                        <p:par>
                          <p:cTn id="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Effect">
                      <p:stCondLst>
                        <p:cond delay="indefinite"/>
                      </p:stCondLst>
                      <p:childTnLst>
                        <p:par>
                          <p:cTn id="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Effect">
                      <p:stCondLst>
                        <p:cond delay="indefinite"/>
                      </p:stCondLst>
                      <p:childTnLst>
                        <p:par>
                          <p:cTn id="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4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46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Effect">
                      <p:stCondLst>
                        <p:cond delay="indefinite"/>
                      </p:stCondLst>
                      <p:childTnLst>
                        <p:par>
                          <p:cTn id="5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Effect">
                      <p:stCondLst>
                        <p:cond delay="indefinite"/>
                      </p:stCondLst>
                      <p:childTnLst>
                        <p:par>
                          <p:cTn id="6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Effect">
                      <p:stCondLst>
                        <p:cond delay="indefinite"/>
                      </p:stCondLst>
                      <p:childTnLst>
                        <p:par>
                          <p:cTn id="6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5" grpId="0" animBg="1"/>
      <p:bldP spid="89096" grpId="0" animBg="1"/>
      <p:bldP spid="89097" grpId="0" animBg="1"/>
      <p:bldP spid="89098" grpId="0" animBg="1"/>
      <p:bldP spid="89098" grpId="1" animBg="1"/>
      <p:bldP spid="89099" grpId="0" animBg="1"/>
      <p:bldP spid="89103" grpId="0" animBg="1"/>
      <p:bldP spid="89103" grpId="1" animBg="1"/>
      <p:bldP spid="89104" grpId="0" animBg="1"/>
    </p:bldLst>
  </p:timing>
</p:sld>
</file>

<file path=ppt/theme/theme1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Comic Sans MS"/>
        <a:ea typeface="Noto Sans CJK SC"/>
        <a:cs typeface="Noto Sans CJK SC"/>
      </a:majorFont>
      <a:minorFont>
        <a:latin typeface="Comic Sans MS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Comic Sans MS"/>
        <a:ea typeface="Noto Sans CJK SC"/>
        <a:cs typeface="Noto Sans CJK SC"/>
      </a:majorFont>
      <a:minorFont>
        <a:latin typeface="Comic Sans MS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Arial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3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4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5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6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7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8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9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0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1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2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3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4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5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6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7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8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9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0.xml><?xml version="1.0" encoding="utf-8"?>
<a:theme xmlns:a="http://schemas.openxmlformats.org/drawingml/2006/main" name="Ofis Teması">
  <a:themeElements>
    <a:clrScheme name="Ofis Temas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 Teması">
      <a:majorFont>
        <a:latin typeface="Arial"/>
        <a:ea typeface="Noto Sans CJK SC"/>
        <a:cs typeface="Noto Sans CJK SC"/>
      </a:majorFont>
      <a:minorFont>
        <a:latin typeface="Verdana"/>
        <a:ea typeface="Noto Sans CJK SC"/>
        <a:cs typeface="Noto Sans CJK SC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is Temas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is Temas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is Temas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1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0B8917-8711-4F11-88E1-B8E445591E3A}"/>
</file>

<file path=customXml/itemProps2.xml><?xml version="1.0" encoding="utf-8"?>
<ds:datastoreItem xmlns:ds="http://schemas.openxmlformats.org/officeDocument/2006/customXml" ds:itemID="{CD734B23-FC7E-4EE6-BEC2-6422B483A29E}"/>
</file>

<file path=customXml/itemProps3.xml><?xml version="1.0" encoding="utf-8"?>
<ds:datastoreItem xmlns:ds="http://schemas.openxmlformats.org/officeDocument/2006/customXml" ds:itemID="{FE6FF31C-FB97-40B0-9217-C46F94282CB6}"/>
</file>

<file path=docProps/app.xml><?xml version="1.0" encoding="utf-8"?>
<Properties xmlns="http://schemas.openxmlformats.org/officeDocument/2006/extended-properties" xmlns:vt="http://schemas.openxmlformats.org/officeDocument/2006/docPropsVTypes">
  <TotalTime>6566</TotalTime>
  <Words>1019</Words>
  <Application>Microsoft Office PowerPoint</Application>
  <PresentationFormat>Ekran Gösterisi (4:3)</PresentationFormat>
  <Paragraphs>231</Paragraphs>
  <Slides>26</Slides>
  <Notes>26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13</vt:i4>
      </vt:variant>
      <vt:variant>
        <vt:lpstr>Tema</vt:lpstr>
      </vt:variant>
      <vt:variant>
        <vt:i4>60</vt:i4>
      </vt:variant>
      <vt:variant>
        <vt:lpstr>Katıştırılmış OLE Hizmet Programları</vt:lpstr>
      </vt:variant>
      <vt:variant>
        <vt:i4>0</vt:i4>
      </vt:variant>
      <vt:variant>
        <vt:lpstr>Slayt Başlıkları</vt:lpstr>
      </vt:variant>
      <vt:variant>
        <vt:i4>26</vt:i4>
      </vt:variant>
    </vt:vector>
  </HeadingPairs>
  <TitlesOfParts>
    <vt:vector size="99" baseType="lpstr">
      <vt:lpstr>Times New Roman</vt:lpstr>
      <vt:lpstr>Arial</vt:lpstr>
      <vt:lpstr>Noto Sans CJK SC</vt:lpstr>
      <vt:lpstr>Verdana</vt:lpstr>
      <vt:lpstr>Comic Sans MS</vt:lpstr>
      <vt:lpstr>DejaVu Sans</vt:lpstr>
      <vt:lpstr>Arial Black</vt:lpstr>
      <vt:lpstr>Bradley Hand ITC</vt:lpstr>
      <vt:lpstr>DIN Pro</vt:lpstr>
      <vt:lpstr>Cambria Math</vt:lpstr>
      <vt:lpstr>Courier New</vt:lpstr>
      <vt:lpstr>Wingdings</vt:lpstr>
      <vt:lpstr>SimSun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Ofis Teması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  <vt:lpstr>Slayt 12</vt:lpstr>
      <vt:lpstr>Slayt 13</vt:lpstr>
      <vt:lpstr>Slayt 14</vt:lpstr>
      <vt:lpstr>Slayt 15</vt:lpstr>
      <vt:lpstr>Slayt 16</vt:lpstr>
      <vt:lpstr>Slayt 17</vt:lpstr>
      <vt:lpstr>Slayt 18</vt:lpstr>
      <vt:lpstr>Slayt 19</vt:lpstr>
      <vt:lpstr>Slayt 20</vt:lpstr>
      <vt:lpstr>Slayt 21</vt:lpstr>
      <vt:lpstr>Slayt 22</vt:lpstr>
      <vt:lpstr>Slayt 23</vt:lpstr>
      <vt:lpstr>Slayt 24</vt:lpstr>
      <vt:lpstr>Slayt 25</vt:lpstr>
      <vt:lpstr>Slayt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ENGG2410 Digital Design</dc:title>
  <dc:creator>Shawki Areibi</dc:creator>
  <cp:lastModifiedBy>Fatih Akay</cp:lastModifiedBy>
  <cp:revision>555</cp:revision>
  <cp:lastPrinted>2016-11-24T16:36:04Z</cp:lastPrinted>
  <dcterms:created xsi:type="dcterms:W3CDTF">2002-12-09T15:09:50Z</dcterms:created>
  <dcterms:modified xsi:type="dcterms:W3CDTF">2020-10-20T05:57:52Z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