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8" r:id="rId4"/>
    <p:sldId id="258" r:id="rId5"/>
    <p:sldId id="262" r:id="rId6"/>
    <p:sldId id="260" r:id="rId7"/>
    <p:sldId id="263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-654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320471B6-2C2F-46B5-8BE1-99305CB939A7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E280249D-DCA0-4031-928D-090E64A78D6B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10853506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471B6-2C2F-46B5-8BE1-99305CB939A7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0249D-DCA0-4031-928D-090E64A78D6B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3376081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471B6-2C2F-46B5-8BE1-99305CB939A7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0249D-DCA0-4031-928D-090E64A78D6B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1326621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471B6-2C2F-46B5-8BE1-99305CB939A7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0249D-DCA0-4031-928D-090E64A78D6B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2521738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471B6-2C2F-46B5-8BE1-99305CB939A7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0249D-DCA0-4031-928D-090E64A78D6B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967223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471B6-2C2F-46B5-8BE1-99305CB939A7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0249D-DCA0-4031-928D-090E64A78D6B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4219743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471B6-2C2F-46B5-8BE1-99305CB939A7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0249D-DCA0-4031-928D-090E64A78D6B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2690991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471B6-2C2F-46B5-8BE1-99305CB939A7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0249D-DCA0-4031-928D-090E64A78D6B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2184676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471B6-2C2F-46B5-8BE1-99305CB939A7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0249D-DCA0-4031-928D-090E64A78D6B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3169170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471B6-2C2F-46B5-8BE1-99305CB939A7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0249D-DCA0-4031-928D-090E64A78D6B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438921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471B6-2C2F-46B5-8BE1-99305CB939A7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0249D-DCA0-4031-928D-090E64A78D6B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765366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471B6-2C2F-46B5-8BE1-99305CB939A7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0249D-DCA0-4031-928D-090E64A78D6B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4107056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471B6-2C2F-46B5-8BE1-99305CB939A7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0249D-DCA0-4031-928D-090E64A78D6B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35763453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471B6-2C2F-46B5-8BE1-99305CB939A7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0249D-DCA0-4031-928D-090E64A78D6B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39591331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471B6-2C2F-46B5-8BE1-99305CB939A7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0249D-DCA0-4031-928D-090E64A78D6B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5744280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471B6-2C2F-46B5-8BE1-99305CB939A7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0249D-DCA0-4031-928D-090E64A78D6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626374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471B6-2C2F-46B5-8BE1-99305CB939A7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0249D-DCA0-4031-928D-090E64A78D6B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1256602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20471B6-2C2F-46B5-8BE1-99305CB939A7}" type="datetimeFigureOut">
              <a:rPr lang="tr-TR" smtClean="0"/>
              <a:pPr/>
              <a:t>27.10.2020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280249D-DCA0-4031-928D-090E64A78D6B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3700603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8FA9E595-2795-4EC5-8CD0-56537C4851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MAGNETIC DISK</a:t>
            </a: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xmlns="" id="{2DE1E52C-CC3E-4995-845D-4810E2D780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Mustafa BOLEKEN</a:t>
            </a:r>
          </a:p>
          <a:p>
            <a:r>
              <a:rPr lang="en-US" dirty="0"/>
              <a:t>2016556012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xmlns="" val="430864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F4857CDF-1A13-4A7B-9A23-030C05F92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MAGNETIC DISK?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xmlns="" id="{D8C85496-FDEB-40F2-B285-CA8485EC8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061" y="609600"/>
            <a:ext cx="10131425" cy="3649133"/>
          </a:xfrm>
        </p:spPr>
        <p:txBody>
          <a:bodyPr/>
          <a:lstStyle/>
          <a:p>
            <a:r>
              <a:rPr lang="en-US" dirty="0"/>
              <a:t>A magnetic disk is a storage device that uses a magnetization process to write, rewrite and access data.</a:t>
            </a:r>
          </a:p>
          <a:p>
            <a:r>
              <a:rPr lang="en-US" dirty="0"/>
              <a:t>It is a primary computer storage device.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xmlns="" id="{4FDA868F-B1AF-413D-9FD4-4C652A9B9D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743893" y="2901182"/>
            <a:ext cx="4704214" cy="3548554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xmlns="" id="{886AA5E5-E0BA-4F71-817C-BA4ACE7F1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Primary computer storage device.</a:t>
            </a:r>
            <a:r>
              <a:rPr kumimoji="0" lang="tr-TR" altLang="tr-TR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tr-TR" alt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51939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24D4367F-5DBC-48E5-80D8-945123046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IT WORKS?</a:t>
            </a:r>
            <a:endParaRPr lang="tr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A9663FB9-FB9B-4C72-A95E-B34E4254AF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105561"/>
            <a:ext cx="7103227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kumimoji="0" lang="tr-TR" altLang="tr-TR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WRITE MECHANISM</a:t>
            </a:r>
            <a:endParaRPr kumimoji="0" lang="tr-TR" altLang="tr-TR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-&gt;  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Writes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binary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magnetizing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areas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zones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disk.</a:t>
            </a:r>
            <a:endParaRPr kumimoji="0" lang="tr-TR" altLang="tr-T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-&gt;  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coil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produces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magnetic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field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tr-TR" altLang="tr-T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-&gt;  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Corresponding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magnetic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recorded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surface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tr-TR" altLang="tr-T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    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kumimoji="0" lang="tr-TR" altLang="tr-TR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 MECHANISM</a:t>
            </a:r>
            <a:r>
              <a:rPr kumimoji="0" lang="tr-TR" altLang="tr-T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   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-&gt;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detecting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pulses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induced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a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coil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tr-TR" altLang="tr-T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-&gt;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could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a time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pulse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pulse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 (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15621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3225BC15-9223-47B6-AF38-71CE74D3B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MAIN</a:t>
            </a:r>
            <a:r>
              <a:rPr lang="en-US" dirty="0"/>
              <a:t> components of a magnetic disk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xmlns="" id="{B16A6581-233B-4B18-A3F8-E873E6213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466" y="179043"/>
            <a:ext cx="10131425" cy="3649133"/>
          </a:xfrm>
        </p:spPr>
        <p:txBody>
          <a:bodyPr/>
          <a:lstStyle/>
          <a:p>
            <a:r>
              <a:rPr lang="tr-TR" dirty="0" err="1"/>
              <a:t>Magnetic</a:t>
            </a:r>
            <a:r>
              <a:rPr lang="en-US" dirty="0"/>
              <a:t> Disk has four key components inside its casing: Platters, The Spindle, The Read/Write Arm and Actuator.</a:t>
            </a:r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xmlns="" id="{B208FE2C-F2B7-4C58-B55C-5E9DAC1EA1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070720" y="2676525"/>
            <a:ext cx="571500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80853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FBB9684E-6CC0-4C19-BFFA-45987BD30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MAIN</a:t>
            </a:r>
            <a:r>
              <a:rPr lang="en-US" dirty="0"/>
              <a:t> components of a magnetic disk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xmlns="" id="{0BF3989F-15A9-41A4-92D0-A5D6CA041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803" y="1252893"/>
            <a:ext cx="10131425" cy="364913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Platters</a:t>
            </a:r>
          </a:p>
          <a:p>
            <a:r>
              <a:rPr lang="en-US" dirty="0"/>
              <a:t>The platters are the circular discs inside the hard drive where the 1s and 0s that make up your files are stored. </a:t>
            </a:r>
          </a:p>
          <a:p>
            <a:pPr marL="0" indent="0">
              <a:buNone/>
            </a:pPr>
            <a:r>
              <a:rPr lang="en-US" sz="2400" b="1" dirty="0"/>
              <a:t>The Spindle</a:t>
            </a:r>
          </a:p>
          <a:p>
            <a:r>
              <a:rPr lang="en-US" dirty="0"/>
              <a:t>The spindle keeps the platters in position and rotates them as required. </a:t>
            </a: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xmlns="" id="{111AA6D4-C700-4DF8-8C1E-697AE69423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967992" y="3909271"/>
            <a:ext cx="3903827" cy="257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01865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077050E8-2B3B-4C26-88D5-A57B07442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MAIN</a:t>
            </a:r>
            <a:r>
              <a:rPr lang="en-US" dirty="0"/>
              <a:t> components of a magnetic disk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xmlns="" id="{CDD22A31-FAE9-4766-8B21-A0F6BD42B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630" y="1143001"/>
            <a:ext cx="10131425" cy="364913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The Read/Write Arm</a:t>
            </a:r>
          </a:p>
          <a:p>
            <a:r>
              <a:rPr lang="en-US" dirty="0"/>
              <a:t>The read/write arm controls the movement of the read/write heads, which do the actual reading and writing on the disk platters by converting the magnetic surface into an electric current. </a:t>
            </a:r>
          </a:p>
          <a:p>
            <a:pPr marL="0" indent="0">
              <a:buNone/>
            </a:pPr>
            <a:r>
              <a:rPr lang="en-US" sz="2400" b="1" dirty="0"/>
              <a:t>Actuator</a:t>
            </a:r>
          </a:p>
          <a:p>
            <a:r>
              <a:rPr lang="en-US" dirty="0"/>
              <a:t>The actuator or head actuator is a small motor that takes instructions from the drive's circuit board to control the movement of the read/write arm and supervise the transfer of data to and from the platters. It's responsible for ensuring the read/write heads are in exactly the right place at all times.</a:t>
            </a:r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xmlns="" id="{A13002A8-CF78-438B-9D32-C6486562B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22128" y="4218868"/>
            <a:ext cx="3564566" cy="239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29745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24577B38-9C7B-4FF1-8D50-14621321C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xmlns="" id="{DB1218DD-D59B-4916-9F48-5B50561DB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Fixed-head Disk</a:t>
            </a:r>
          </a:p>
          <a:p>
            <a:r>
              <a:rPr lang="en-US" dirty="0"/>
              <a:t>One read-write per track.</a:t>
            </a:r>
          </a:p>
          <a:p>
            <a:r>
              <a:rPr lang="en-US" dirty="0"/>
              <a:t>Heads are mounted on a fixed ringed arm that extends across all tracs.</a:t>
            </a:r>
          </a:p>
          <a:p>
            <a:pPr marL="0" indent="0">
              <a:buNone/>
            </a:pPr>
            <a:r>
              <a:rPr lang="en-US" sz="2400" b="1" dirty="0"/>
              <a:t>Movable-head Disk</a:t>
            </a:r>
          </a:p>
          <a:p>
            <a:r>
              <a:rPr lang="en-US" dirty="0"/>
              <a:t>One read-write head.</a:t>
            </a:r>
          </a:p>
          <a:p>
            <a:r>
              <a:rPr lang="en-US" dirty="0"/>
              <a:t>Head is mounted on an arm.</a:t>
            </a:r>
          </a:p>
          <a:p>
            <a:r>
              <a:rPr lang="en-US" dirty="0"/>
              <a:t>The arm can be extended or retracted.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xmlns="" val="1448373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765A6166-9260-4B61-832E-770269AAF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xmlns="" id="{3A902B4D-F63A-4634-83DA-F70F880B2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89" y="1210889"/>
            <a:ext cx="10131425" cy="364913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Non-removable Disk</a:t>
            </a:r>
          </a:p>
          <a:p>
            <a:r>
              <a:rPr lang="en-US" dirty="0"/>
              <a:t>Permanently mounted in the disk drive.</a:t>
            </a:r>
          </a:p>
          <a:p>
            <a:pPr marL="0" indent="0">
              <a:buNone/>
            </a:pPr>
            <a:r>
              <a:rPr lang="en-US" sz="2400" b="1" dirty="0"/>
              <a:t>Removable Disk</a:t>
            </a:r>
          </a:p>
          <a:p>
            <a:r>
              <a:rPr lang="en-US" dirty="0"/>
              <a:t>Can be removed and replaced with another disk.</a:t>
            </a:r>
          </a:p>
          <a:p>
            <a:r>
              <a:rPr lang="en-US" dirty="0"/>
              <a:t>Floppy disks are example of removable disks.</a:t>
            </a:r>
            <a:endParaRPr lang="tr-TR" dirty="0"/>
          </a:p>
          <a:p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xmlns="" id="{A4E969CD-BA64-4680-B793-2910BED398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758268" y="3996033"/>
            <a:ext cx="3624044" cy="271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3416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0AA388BC-EF9A-4076-8CC0-1FE4B616B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Disk </a:t>
            </a:r>
            <a:r>
              <a:rPr lang="tr-TR" dirty="0" err="1"/>
              <a:t>Performance</a:t>
            </a:r>
            <a:r>
              <a:rPr lang="tr-TR" dirty="0"/>
              <a:t> </a:t>
            </a:r>
            <a:r>
              <a:rPr lang="tr-TR" dirty="0" err="1"/>
              <a:t>Parameters</a:t>
            </a:r>
            <a:endParaRPr lang="tr-TR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xmlns="" id="{8518A870-5916-4C24-A5FB-6F5F5841B3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89250" y="2332831"/>
            <a:ext cx="5724525" cy="3267075"/>
          </a:xfrm>
        </p:spPr>
      </p:pic>
    </p:spTree>
    <p:extLst>
      <p:ext uri="{BB962C8B-B14F-4D97-AF65-F5344CB8AC3E}">
        <p14:creationId xmlns:p14="http://schemas.microsoft.com/office/powerpoint/2010/main" xmlns="" val="773131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11D83FE0-AB9D-46F3-87A7-259E0408E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6" y="2094956"/>
            <a:ext cx="10131425" cy="2668088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The end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Thanks for Listening me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xmlns="" val="3263631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ökyüzü">
  <a:themeElements>
    <a:clrScheme name="Gökyüzü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Gökyüzü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ökyüzü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elestial" id="{C4BB2A3D-0E93-4C5F-B0D2-9D3FCE089CC5}" vid="{42E5908D-19A2-46FD-89FA-638B126129E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22DDE17DC32DC54EB010413460834BFE" ma:contentTypeVersion="2" ma:contentTypeDescription="Yeni belge oluşturun." ma:contentTypeScope="" ma:versionID="f0e3d91972186a053038bdf45065f1ee">
  <xsd:schema xmlns:xsd="http://www.w3.org/2001/XMLSchema" xmlns:xs="http://www.w3.org/2001/XMLSchema" xmlns:p="http://schemas.microsoft.com/office/2006/metadata/properties" xmlns:ns2="ecabdfc0-4a02-4d75-8d22-fdc26463eb0a" targetNamespace="http://schemas.microsoft.com/office/2006/metadata/properties" ma:root="true" ma:fieldsID="b55a7095206caf5b532e4ae8c7c05c5c" ns2:_="">
    <xsd:import namespace="ecabdfc0-4a02-4d75-8d22-fdc26463eb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abdfc0-4a02-4d75-8d22-fdc26463eb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1EAF429-FD66-4EBC-84F2-FA78293D6B81}"/>
</file>

<file path=customXml/itemProps2.xml><?xml version="1.0" encoding="utf-8"?>
<ds:datastoreItem xmlns:ds="http://schemas.openxmlformats.org/officeDocument/2006/customXml" ds:itemID="{724633CD-242C-4D25-8775-C22D86C73E3C}"/>
</file>

<file path=customXml/itemProps3.xml><?xml version="1.0" encoding="utf-8"?>
<ds:datastoreItem xmlns:ds="http://schemas.openxmlformats.org/officeDocument/2006/customXml" ds:itemID="{55C2511C-80AB-49AC-9A34-96D81ECE0987}"/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TM03457452[[fn=Gökyüzü]]</Template>
  <TotalTime>85</TotalTime>
  <Words>294</Words>
  <Application>Microsoft Office PowerPoint</Application>
  <PresentationFormat>Özel</PresentationFormat>
  <Paragraphs>45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1" baseType="lpstr">
      <vt:lpstr>Gökyüzü</vt:lpstr>
      <vt:lpstr>MAGNETIC DISK</vt:lpstr>
      <vt:lpstr>WHAT IS MAGNETIC DISK?</vt:lpstr>
      <vt:lpstr>How IS IT WORKS?</vt:lpstr>
      <vt:lpstr>MAIN components of a magnetic disk</vt:lpstr>
      <vt:lpstr>MAIN components of a magnetic disk</vt:lpstr>
      <vt:lpstr>MAIN components of a magnetic disk</vt:lpstr>
      <vt:lpstr>Characteristics</vt:lpstr>
      <vt:lpstr>Characteristics</vt:lpstr>
      <vt:lpstr>Disk Performance Parameters</vt:lpstr>
      <vt:lpstr>The end  Thanks for Listening me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emirhan yavuz</dc:creator>
  <cp:lastModifiedBy>Fatih Akay</cp:lastModifiedBy>
  <cp:revision>20</cp:revision>
  <dcterms:created xsi:type="dcterms:W3CDTF">2020-10-26T15:33:43Z</dcterms:created>
  <dcterms:modified xsi:type="dcterms:W3CDTF">2020-10-27T05:55:10Z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0x01010022DDE17DC32DC54EB010413460834BFE</vt:lpwstr>
  </property>
</Properties>
</file>