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60" r:id="rId6"/>
    <p:sldId id="269" r:id="rId7"/>
    <p:sldId id="263" r:id="rId8"/>
    <p:sldId id="268" r:id="rId9"/>
    <p:sldId id="264" r:id="rId10"/>
    <p:sldId id="267" r:id="rId11"/>
    <p:sldId id="270" r:id="rId12"/>
    <p:sldId id="265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86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904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703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162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73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761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1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169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144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260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FB459F5-50F4-4475-9100-3DFB014B91C8}" type="datetimeFigureOut">
              <a:rPr lang="tr-TR" smtClean="0"/>
              <a:t>5.01.2021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07E90C-8AC0-4D60-9EF1-E40DA7C9CDA6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95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eknologya.com/author/ankbha41/" TargetMode="External"/><Relationship Id="rId2" Type="http://schemas.openxmlformats.org/officeDocument/2006/relationships/hyperlink" Target="http://www.3glteinfo.com/volte-history-timelin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ummanetworks.com/blog/what-is-volte" TargetMode="External"/><Relationship Id="rId5" Type="http://schemas.openxmlformats.org/officeDocument/2006/relationships/hyperlink" Target="https://www.gizbot.com/mobile/features/volte-benefits-and%20disadvantages/articlecontent-pf71893-039343.html" TargetMode="External"/><Relationship Id="rId4" Type="http://schemas.openxmlformats.org/officeDocument/2006/relationships/hyperlink" Target="https://teknologya.com/what-is-volte-technology-advantages-and-disadvantage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cket_switching" TargetMode="External"/><Relationship Id="rId7" Type="http://schemas.openxmlformats.org/officeDocument/2006/relationships/hyperlink" Target="https://activereach.net/support/knowledge-base/connectivity-networking/wifi-interference/" TargetMode="External"/><Relationship Id="rId2" Type="http://schemas.openxmlformats.org/officeDocument/2006/relationships/hyperlink" Target="https://en.wikipedia.org/wiki/Voice_over_I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4G" TargetMode="External"/><Relationship Id="rId5" Type="http://schemas.openxmlformats.org/officeDocument/2006/relationships/hyperlink" Target="https://www.pulsar360.com/blog.aspx?p=what-is-the-difference-between-voip-and-volte-180710" TargetMode="External"/><Relationship Id="rId4" Type="http://schemas.openxmlformats.org/officeDocument/2006/relationships/hyperlink" Target="https://getvoip.com/blog/2014/01/27/history-of-voip-and-internet-telepho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9144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69277" y="605896"/>
            <a:ext cx="2313633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  <a:effectLst/>
              </a:rPr>
              <a:t>Voice Over LTE</a:t>
            </a: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3556512" y="605896"/>
            <a:ext cx="4810247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Cah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İ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Barkın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Özer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2018556059</a:t>
            </a: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Rüveyda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Kılıç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2017556036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Berk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Eroğlu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2018556027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975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4C75-83B5-4861-80C9-2B29C9FB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78" y="0"/>
            <a:ext cx="7543800" cy="1450757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E49C-40E7-404B-9ADF-AFBF92B08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256" y="1844824"/>
            <a:ext cx="7421996" cy="43924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 Introduction                       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a. </a:t>
            </a:r>
            <a:r>
              <a:rPr lang="tr-TR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</a:t>
            </a:r>
            <a:r>
              <a:rPr lang="tr-TR" sz="1200" dirty="0">
                <a:latin typeface="Arial" panose="020B0604020202020204" pitchFamily="34" charset="0"/>
                <a:ea typeface="Arial" panose="020B0604020202020204" pitchFamily="34" charset="0"/>
              </a:rPr>
              <a:t>hat is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VoLTE</a:t>
            </a:r>
            <a:r>
              <a:rPr lang="tr-TR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?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b. History of VoLTE             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Analysis                                                                                              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a.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Advantages of VoLTE        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b. Disadvantages of VoLTE   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 </a:t>
            </a:r>
            <a:r>
              <a:rPr lang="en-US" sz="1200" b="1" dirty="0">
                <a:solidFill>
                  <a:srgbClr val="22222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Comparison with VoIP    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a. </a:t>
            </a: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Similarities between VoLTE and VoIP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200" spc="-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b. Differences between VoLTE and VoIP                                                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                 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References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413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15A5-6A30-4DAC-8833-1C74E935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is </a:t>
            </a:r>
            <a:r>
              <a:rPr lang="tr-TR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</a:t>
            </a:r>
            <a:r>
              <a:rPr lang="tr-TR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D24D7-DBBC-4FB5-8547-2BDC6FC53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737361"/>
            <a:ext cx="7543800" cy="4525963"/>
          </a:xfrm>
        </p:spPr>
        <p:txBody>
          <a:bodyPr/>
          <a:lstStyle/>
          <a:p>
            <a:endParaRPr lang="tr-TR" sz="18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Voice over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Long-term evolution (VoLTE) is an internet-based communication data transfer technology for</a:t>
            </a:r>
            <a:r>
              <a:rPr lang="tr-TR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phones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internet of things and wearable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devices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VoLTE is based on IP Multimedia Subsystem(IMS) .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method results in a voice service being provided as traffic flows inside the LTE data carrier, without dependency the circuit-switched voice network to be in the call route. 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 has a speech and network range up to three times that of older 3G UMTS and up to six times that of 2G GSM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packet headers are smaller than VoIP / LTE headers so they use less bandwidth. 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29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729A-C8B3-45D6-BC77-7B85A34E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b="1" dirty="0">
                <a:latin typeface="Arial" pitchFamily="34" charset="0"/>
                <a:cs typeface="Arial" pitchFamily="34" charset="0"/>
              </a:rPr>
              <a:t>History of VoLTE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6FB9-1BCC-4A8F-A423-FBFFDAE1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844824"/>
            <a:ext cx="7899216" cy="4023360"/>
          </a:xfrm>
        </p:spPr>
        <p:txBody>
          <a:bodyPr>
            <a:normAutofit fontScale="92500" lnSpcReduction="10000"/>
          </a:bodyPr>
          <a:lstStyle/>
          <a:p>
            <a:pPr marL="457200" algn="just" fontAlgn="base"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2009, 12 major telecommunication companies partnered and suggested a solution for the VoLTE network. </a:t>
            </a:r>
            <a:r>
              <a:rPr lang="tr-T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solution was IMS based and  project was called One Voice.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One Voice was the idea of using existing standards to produce a generic solution with the VoIP network. GSMA (Global System for Mobile Communication) started to work on the idea to make the solution official for general use in February 2010.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When GSMA's VoLTE solution was released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it was funded by 40 organizations worldwide</a:t>
            </a:r>
            <a:r>
              <a:rPr lang="tr-T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algn="just" fontAlgn="base">
              <a:lnSpc>
                <a:spcPct val="150000"/>
              </a:lnSpc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2012, worlds first commercial VoLTE service 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launched with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worlds first VoLTE phone LG Connect 4G  by MetroPCS in Texas USA.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By 2020 all brand new mobile phones support VoLTE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5429C-AC1B-4935-B5B0-D8DB0C628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404664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 of VoLTE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25FA-E57B-4B58-98C5-BF04E39A2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700808"/>
            <a:ext cx="7560840" cy="54726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Delivers clear and high definition voice:</a:t>
            </a:r>
            <a:br>
              <a:rPr lang="en-US" sz="16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major benefit of VoLTE is that the efficiency of the call is better than 3G or 2G when much more data can be transmitted over 4G </a:t>
            </a: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16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compression method used in general calls uses an 8 kbps codec, but with VoLTE the codec can use 13k</a:t>
            </a:r>
            <a:r>
              <a:rPr lang="tr-TR" sz="16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tr-TR" sz="1600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en-US" sz="16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 codec.</a:t>
            </a: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 frequency range also increased from 300-3400 Hz range to 50-7000 Hz range. This means higher quality of a call than a regular mobile call. The calls are delivered over the LTE networks so the latency (Delay) is much lower when compared to current networks.</a:t>
            </a:r>
            <a:endParaRPr lang="tr-TR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Faster connections:</a:t>
            </a:r>
            <a:br>
              <a:rPr lang="en-US" sz="16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VoLTE provides connection twice time quicker than the previous methods. Some  frequencies of 4G networks have much wider reach than 2G or 3G networks so it provides better indoor coverage. </a:t>
            </a:r>
            <a:endParaRPr lang="tr-TR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2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6DB6-E850-4FAC-910B-9BC8FDC2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b="1" dirty="0">
                <a:latin typeface="Arial" pitchFamily="34" charset="0"/>
                <a:cs typeface="Arial" pitchFamily="34" charset="0"/>
              </a:rPr>
              <a:t>Advantages continued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72DE5-E02B-411B-BE67-F40665BC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Provides a more efficient use of your network sources:</a:t>
            </a:r>
            <a:b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would enable a simpler network that is more cost-effective to maintain by allowing service providers to eventually handle only one network instead of providing voice services through an older 2G, 3G voice network.</a:t>
            </a:r>
            <a:br>
              <a:rPr lang="en-US" sz="3200" b="1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Rich Conversations</a:t>
            </a:r>
            <a:r>
              <a:rPr lang="en-US" sz="3200" b="1" i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Besides calling, operators can offer a range of services known as RCS (Rich Communication Services).</a:t>
            </a: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These services include features  such as video calls, data transfer and simultaneous translation during the call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4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0B38-CEF4-4084-A0CE-237165C8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400" b="1" dirty="0">
                <a:latin typeface="Arial" pitchFamily="34" charset="0"/>
                <a:cs typeface="Arial" pitchFamily="34" charset="0"/>
              </a:rPr>
              <a:t>Disadvantages of VoLTE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556DA-BFA8-4FDF-8EA0-E6B186C9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>
            <a:normAutofit fontScale="92500" lnSpcReduction="2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We emphasize that VoLTE is a new technology and as such it still needs to be improved for quality service. So far, we can list the disadvantages as follows.</a:t>
            </a:r>
            <a:endParaRPr lang="tr-TR" sz="1800" dirty="0">
              <a:solidFill>
                <a:srgbClr val="252525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Limited to certain devices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b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tr-T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nly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4G terminals will support VoLTE.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For example, Xiaomi</a:t>
            </a:r>
            <a:r>
              <a:rPr lang="tr-TR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Mi4 named cellphone does not support 4G VoLTE option in India.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Disconnection of the call:</a:t>
            </a:r>
            <a:b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is a new technology and 4G network uses antennas different from other technologies hence VoLTE still cannot guarantee a call without disconnections.</a:t>
            </a:r>
            <a:endParaRPr lang="tr-T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39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11AC-F419-4DF8-9DE6-565FE5A2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400" b="1" dirty="0">
                <a:latin typeface="Arial" pitchFamily="34" charset="0"/>
                <a:cs typeface="Arial" pitchFamily="34" charset="0"/>
              </a:rPr>
              <a:t>Disadvantages continued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6AFF-6A19-4D95-AD51-86F3A4C3E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tr-TR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Cannot </a:t>
            </a:r>
            <a:r>
              <a:rPr lang="en-US" sz="32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communicat</a:t>
            </a:r>
            <a:r>
              <a:rPr lang="tr-TR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</a:t>
            </a:r>
            <a: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between operators:</a:t>
            </a:r>
            <a:b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 principle it is only possible to call 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with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VoLTE between the customers of the same operator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tr-TR" sz="3200" dirty="0">
                <a:latin typeface="Arial" panose="020B0604020202020204" pitchFamily="34" charset="0"/>
                <a:ea typeface="Arial" panose="020B0604020202020204" pitchFamily="34" charset="0"/>
              </a:rPr>
              <a:t>F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or example calls between one operator and another cannot be made 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with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VoLTE.</a:t>
            </a:r>
            <a:endParaRPr lang="tr-TR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Price change:</a:t>
            </a:r>
            <a:b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Now that we are used to the flat rate for calls</a:t>
            </a:r>
            <a:r>
              <a:rPr lang="tr-TR" sz="32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VoLTE calls use the data network. </a:t>
            </a: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That is why the expense of VoLTE calls is reflected in our bill</a:t>
            </a:r>
            <a:r>
              <a:rPr lang="en-US" sz="3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But nowadays 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 calls are usually cost at similar rate as 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traditional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calls</a:t>
            </a:r>
            <a:r>
              <a:rPr lang="tr-TR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Battery life:</a:t>
            </a:r>
            <a:br>
              <a:rPr lang="en-US" sz="3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There is no general opinion</a:t>
            </a:r>
            <a:r>
              <a:rPr lang="tr-TR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</a:t>
            </a: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although some research </a:t>
            </a:r>
            <a:r>
              <a:rPr lang="tr-TR" sz="3200" dirty="0">
                <a:solidFill>
                  <a:srgbClr val="252525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showed</a:t>
            </a: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the VoLTE feature reduces the battery life of the device by half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One research says that VoLTE uses continuous stream of small packets with low data rate, so it maximizes the battery life</a:t>
            </a:r>
            <a:r>
              <a:rPr lang="en-US" sz="3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tr-TR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1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D4957-243C-4532-B419-67081D8C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779" y="476672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r>
              <a:rPr lang="tr-TR" sz="2400" b="1" dirty="0">
                <a:latin typeface="Arial" panose="020B0604020202020204" pitchFamily="34" charset="0"/>
                <a:ea typeface="Arial" panose="020B0604020202020204" pitchFamily="34" charset="0"/>
              </a:rPr>
              <a:t>Comparison of VoLTE Against</a:t>
            </a:r>
            <a:r>
              <a:rPr lang="en-US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VoIP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92857-328A-4C8B-9EE3-6AC256D8B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766087"/>
            <a:ext cx="7488832" cy="4471225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is VoIP (Voice Over IP)?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</a:pPr>
            <a:r>
              <a:rPr lang="en-US" sz="2800" dirty="0">
                <a:solidFill>
                  <a:srgbClr val="252525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Voice over Internet Protocol (VoIP) is a technology used to transmit communication data over Internet Protocol (IP) networks.</a:t>
            </a: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algn="just">
              <a:lnSpc>
                <a:spcPct val="170000"/>
              </a:lnSpc>
              <a:spcAft>
                <a:spcPts val="0"/>
              </a:spcAft>
              <a:buClr>
                <a:srgbClr val="000000"/>
              </a:buClr>
              <a:buNone/>
            </a:pPr>
            <a:r>
              <a:rPr lang="tr-TR" sz="2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US" sz="2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Similarities </a:t>
            </a:r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Between VoLTE and VoIP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They both us</a:t>
            </a:r>
            <a:r>
              <a:rPr lang="tr-TR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</a:t>
            </a: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Internet to transmit voice data.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They both us</a:t>
            </a:r>
            <a:r>
              <a:rPr lang="tr-TR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</a:t>
            </a: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“Packet Switching” technology means that they are transferring your voice data as binary 1’s and 0’s, rather than analogue method. 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7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They both us</a:t>
            </a:r>
            <a:r>
              <a:rPr lang="tr-TR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</a:t>
            </a:r>
            <a:r>
              <a:rPr lang="en-US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same technology, only difference  is VoLTE transfers voice data to clients over 4G cell towers.</a:t>
            </a:r>
            <a:endParaRPr lang="tr-TR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73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7804-C963-43EC-9654-F693BB10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6632"/>
            <a:ext cx="7543800" cy="1450757"/>
          </a:xfrm>
        </p:spPr>
        <p:txBody>
          <a:bodyPr>
            <a:normAutofit/>
          </a:bodyPr>
          <a:lstStyle/>
          <a:p>
            <a:r>
              <a:rPr lang="tr-TR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Differences of VoLTE and VoIP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7B100-D439-44AF-8421-D97EC51BA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103546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VoIP is an older technology than VoLTE</a:t>
            </a: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But that does not mean VoLTE is better than VoIP. </a:t>
            </a:r>
            <a:endParaRPr lang="tr-TR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</a:pPr>
            <a:r>
              <a:rPr lang="en-US" sz="2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 uses 4G technology</a:t>
            </a: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VoIP uses 2G, 3G, Ethernet and Wi-Fi. </a:t>
            </a:r>
            <a:endParaRPr lang="tr-TR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</a:pPr>
            <a:r>
              <a:rPr lang="en-US" sz="2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 provides more scalability: </a:t>
            </a:r>
            <a:r>
              <a:rPr lang="en-US" sz="2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VoIP is supported by the Web and by VoIP phones, but VoLTE is supported by all modern smartphones and devices. </a:t>
            </a:r>
            <a:endParaRPr lang="tr-TR" sz="2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3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E938-84E2-40B4-BAB6-4739F8B3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40" y="116632"/>
            <a:ext cx="7543800" cy="1450757"/>
          </a:xfrm>
        </p:spPr>
        <p:txBody>
          <a:bodyPr>
            <a:normAutofit/>
          </a:bodyPr>
          <a:lstStyle/>
          <a:p>
            <a:r>
              <a:rPr lang="tr-TR" sz="2400" b="1" dirty="0">
                <a:latin typeface="Arial" panose="020B0604020202020204" pitchFamily="34" charset="0"/>
                <a:cs typeface="Arial" panose="020B0604020202020204" pitchFamily="34" charset="0"/>
              </a:rPr>
              <a:t>Differences continued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3875A-0DC5-4DAF-8D14-51C7FF16A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VoLTE is more costly</a:t>
            </a:r>
            <a:r>
              <a:rPr lang="tr-TR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to implement</a:t>
            </a: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VoIP can use old copper cables known as ADSL to transmit voice data, but VoLTE needs 4G supported cell towers. That comes with costs for service provider and client.</a:t>
            </a:r>
            <a:endParaRPr lang="tr-TR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70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VoIP may provide less latency. 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Usually, VoIP transmit voice data over network</a:t>
            </a:r>
            <a:r>
              <a:rPr lang="tr-TR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</a:t>
            </a:r>
            <a:r>
              <a:rPr lang="en-US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ables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but VoLTE always must transmit voice data from cell towers. 4G is a wireless radio technology and radio waves can be affected by distance, weather, other radio waves and buildings . Those issues may increase latency of VoLTE, but VoIP usually uses cables that cannot</a:t>
            </a:r>
            <a:r>
              <a:rPr lang="tr-TR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affected 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by weather and radio waves. </a:t>
            </a:r>
            <a:endParaRPr lang="tr-TR" sz="3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81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4C6D-6F4D-4031-B37A-ECA0A695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476672"/>
            <a:ext cx="8229600" cy="1143000"/>
          </a:xfrm>
        </p:spPr>
        <p:txBody>
          <a:bodyPr>
            <a:normAutofit/>
          </a:bodyPr>
          <a:lstStyle/>
          <a:p>
            <a:r>
              <a:rPr lang="tr-TR" sz="2400" b="1" dirty="0">
                <a:latin typeface="Arial" pitchFamily="34" charset="0"/>
                <a:cs typeface="Arial" pitchFamily="34" charset="0"/>
              </a:rPr>
              <a:t>References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7AA6F-B09D-43CC-83F9-2B4B024B6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772816"/>
            <a:ext cx="7560840" cy="602128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1.Introduction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[1] Wikipedia contributors.(2020,November,25).Voice over LTE</a:t>
            </a:r>
            <a:r>
              <a:rPr lang="tr-TR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: </a:t>
            </a: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[https://en.wikipedia.org/wiki/Voice_over_LTE]</a:t>
            </a:r>
            <a:endParaRPr lang="tr-TR" sz="1200" dirty="0">
              <a:solidFill>
                <a:srgbClr val="0000F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[2] No name.(no date) </a:t>
            </a:r>
            <a:r>
              <a:rPr lang="en-US" sz="1200" b="0" kern="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is Voice over LTE, VoLTE</a:t>
            </a:r>
            <a:r>
              <a:rPr lang="tr-TR" sz="1200" b="0" kern="0" dirty="0">
                <a:solidFill>
                  <a:srgbClr val="333333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:</a:t>
            </a:r>
            <a:r>
              <a:rPr lang="tr-TR" sz="1200" b="1" kern="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[https://www.electronics-notes.com/articles/connectivity/4g-lte-long-term-evolution/volte-voice-over-lte.php]</a:t>
            </a:r>
            <a:endParaRPr lang="tr-TR" sz="1200" dirty="0">
              <a:solidFill>
                <a:srgbClr val="0000F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[3] Prashant</a:t>
            </a: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Panigrahi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. (?2016).VoLTE History and Timeline</a:t>
            </a:r>
            <a:r>
              <a:rPr lang="tr-TR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: </a:t>
            </a: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http://www.3glteinfo.com/volte-history-timeline/</a:t>
            </a: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1200" dirty="0">
              <a:solidFill>
                <a:srgbClr val="0000FF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Analysis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[4] </a:t>
            </a:r>
            <a:r>
              <a:rPr lang="en-US" sz="120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 tooltip="View all posts by Ankit Bhardwaj"/>
              </a:rPr>
              <a:t>Ankit Bhardwaj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(2018, July,1) What is VoLTE technology Advantages and Disadvantages:</a:t>
            </a:r>
            <a:r>
              <a:rPr lang="tr-TR" sz="1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200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https://teknologya.com/what-is-volte-technology-advantages-and-disadvantages/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[5] </a:t>
            </a:r>
            <a:r>
              <a:rPr lang="en-US" sz="12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Gizbot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Bureu</a:t>
            </a: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(2017, March,23) VoLTE benefits and disadvantages: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tr-TR" sz="1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5"/>
              </a:rPr>
              <a:t>https://www.gizbot.com/mobile/features/volte-benefits-and disadvantages/articlecontent-pf71893-039343.html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[6] No name (2019, April,11) What is VoLTE:</a:t>
            </a:r>
            <a:r>
              <a:rPr lang="tr-TR" sz="1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6"/>
              </a:rPr>
              <a:t>https://www.summanetworks.com/blog/what-is-volte</a:t>
            </a:r>
            <a:r>
              <a:rPr lang="en-US" sz="12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81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0AFB-0370-4C9C-BD8A-FE13EEB3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25" y="192429"/>
            <a:ext cx="7543800" cy="1450757"/>
          </a:xfrm>
        </p:spPr>
        <p:txBody>
          <a:bodyPr>
            <a:normAutofit/>
          </a:bodyPr>
          <a:lstStyle/>
          <a:p>
            <a:r>
              <a:rPr lang="tr-TR" sz="24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D038-9B03-47EF-8CB2-77A4C5148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357" y="1916832"/>
            <a:ext cx="7467168" cy="4023360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 Comparison with VoIP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[7] Wikipedia contributors. (2020,December,1). Voice over IP: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https://en.wikipedia.org/wiki/Voice_over_IP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[8] Wikipedia contributors. (2020, November,29). Packet switching: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https://en.wikipedia.org/wiki/Packet_switching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[9] Katherine Stone. (2020, August,29). The history of VoIP and internet telephony: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4"/>
              </a:rPr>
              <a:t>https://getvoip.com/blog/2014/01/27/history-of-voip-and-internet-telephones/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[10] Pulsar360. (2018. July, 10). What is the difference between VoIP and VoLTE: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5"/>
              </a:rPr>
              <a:t>https://www.pulsar360.com/blog.aspx?p=what-is-the-difference-between-voip-and-volte-180710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[11] Wikipedia contributors. (2020, November , 20). 4G: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6"/>
              </a:rPr>
              <a:t>https://en.wikipedia.org/wiki/4G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[12] No name. (No date). Causes of </a:t>
            </a:r>
            <a:r>
              <a:rPr lang="en-US" sz="20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Wifi</a:t>
            </a:r>
            <a:r>
              <a:rPr lang="en-US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interference:</a:t>
            </a:r>
            <a:r>
              <a:rPr lang="tr-TR" sz="20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7"/>
              </a:rPr>
              <a:t>https://activereach.net/support/knowledge-base/connectivity-networking/wifi-interference/</a:t>
            </a:r>
            <a:r>
              <a:rPr lang="en-US" sz="2000" u="sng" dirty="0">
                <a:solidFill>
                  <a:srgbClr val="4F81B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]</a:t>
            </a:r>
            <a:endParaRPr lang="tr-TR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6666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1464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Voice Over LTE</vt:lpstr>
      <vt:lpstr>Content</vt:lpstr>
      <vt:lpstr>What is VoLTE?</vt:lpstr>
      <vt:lpstr>History of VoLTE</vt:lpstr>
      <vt:lpstr>Advantages of VoLTE</vt:lpstr>
      <vt:lpstr>Advantages continued</vt:lpstr>
      <vt:lpstr>Disadvantages of VoLTE</vt:lpstr>
      <vt:lpstr>Disadvantages continued</vt:lpstr>
      <vt:lpstr> Comparison of VoLTE Against VoIP</vt:lpstr>
      <vt:lpstr>Differences of VoLTE and VoIP</vt:lpstr>
      <vt:lpstr>Differences continued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Over LTE</dc:title>
  <dc:creator>CAHİT BARKIN ÖZER</dc:creator>
  <cp:lastModifiedBy>CAHİT BARKIN ÖZER</cp:lastModifiedBy>
  <cp:revision>37</cp:revision>
  <dcterms:created xsi:type="dcterms:W3CDTF">2020-12-30T13:45:23Z</dcterms:created>
  <dcterms:modified xsi:type="dcterms:W3CDTF">2021-01-05T10:39:48Z</dcterms:modified>
</cp:coreProperties>
</file>