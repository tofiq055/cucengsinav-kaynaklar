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6" r:id="rId2"/>
    <p:sldId id="275" r:id="rId3"/>
    <p:sldId id="257" r:id="rId4"/>
    <p:sldId id="276" r:id="rId5"/>
    <p:sldId id="277" r:id="rId6"/>
    <p:sldId id="278" r:id="rId7"/>
    <p:sldId id="258" r:id="rId8"/>
    <p:sldId id="259" r:id="rId9"/>
    <p:sldId id="27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showPr>
  <p:clrMru>
    <a:srgbClr val="FC0128"/>
    <a:srgbClr val="618FFD"/>
    <a:srgbClr val="3365FB"/>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284" y="-96"/>
      </p:cViewPr>
      <p:guideLst>
        <p:guide orient="horz" pos="2160"/>
        <p:guide pos="2880"/>
      </p:guideLst>
    </p:cSldViewPr>
  </p:slideViewPr>
  <p:notesTextViewPr>
    <p:cViewPr>
      <p:scale>
        <a:sx n="100" d="100"/>
        <a:sy n="100" d="100"/>
      </p:scale>
      <p:origin x="0" y="0"/>
    </p:cViewPr>
  </p:notesTextViewPr>
  <p:notesViewPr>
    <p:cSldViewPr>
      <p:cViewPr>
        <p:scale>
          <a:sx n="75" d="100"/>
          <a:sy n="75" d="100"/>
        </p:scale>
        <p:origin x="-3132" y="-4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2813" y="4341813"/>
            <a:ext cx="5029200" cy="4114800"/>
          </a:xfrm>
          <a:prstGeom prst="rect">
            <a:avLst/>
          </a:prstGeom>
          <a:noFill/>
          <a:ln>
            <a:noFill/>
          </a:ln>
          <a:effectLst/>
          <a:extLst>
            <a:ext uri="{909E8E84-426E-40DD-AFC4-6F175D3DCCD1}"/>
            <a:ext uri="{91240B29-F687-4F45-9708-019B960494DF}"/>
            <a:ext uri="{AF507438-7753-43E0-B8FC-AC1667EBCBE1}"/>
          </a:extLst>
        </p:spPr>
        <p:txBody>
          <a:bodyPr vert="horz" wrap="square" lIns="90488" tIns="44450" rIns="90488" bIns="44450" numCol="1" anchor="t" anchorCtr="0" compatLnSpc="1">
            <a:prstTxWarp prst="textNoShape">
              <a:avLst/>
            </a:prstTxWarp>
          </a:bodyPr>
          <a:lstStyle/>
          <a:p>
            <a:pPr lvl="0"/>
            <a:r>
              <a:rPr lang="en-US" altLang="tr-TR" noProof="0" smtClean="0"/>
              <a:t>Click to edit Master notes styles</a:t>
            </a:r>
          </a:p>
          <a:p>
            <a:pPr lvl="1"/>
            <a:r>
              <a:rPr lang="en-US" altLang="tr-TR" noProof="0" smtClean="0"/>
              <a:t>Second Level</a:t>
            </a:r>
          </a:p>
          <a:p>
            <a:pPr lvl="2"/>
            <a:r>
              <a:rPr lang="en-US" altLang="tr-TR" noProof="0" smtClean="0"/>
              <a:t>Third Level</a:t>
            </a:r>
          </a:p>
          <a:p>
            <a:pPr lvl="3"/>
            <a:r>
              <a:rPr lang="en-US" altLang="tr-TR" noProof="0" smtClean="0"/>
              <a:t>Fourth Level</a:t>
            </a:r>
          </a:p>
          <a:p>
            <a:pPr lvl="4"/>
            <a:r>
              <a:rPr lang="en-US" altLang="tr-TR" noProof="0" smtClean="0"/>
              <a:t>Fifth Level</a:t>
            </a:r>
          </a:p>
        </p:txBody>
      </p:sp>
      <p:sp>
        <p:nvSpPr>
          <p:cNvPr id="14339" name="Rectangle 3"/>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p:spPr>
      </p:sp>
    </p:spTree>
  </p:cSld>
  <p:clrMap bg1="lt1" tx1="dk1" bg2="lt2" tx2="dk2" accent1="accent1" accent2="accent2" accent3="accent3" accent4="accent4" accent5="accent5" accent6="accent6" hlink="hlink" folHlink="folHlink"/>
  <p:notesStyle>
    <a:lvl1pPr algn="l" defTabSz="908050" rtl="0" eaLnBrk="0" fontAlgn="base" hangingPunct="0">
      <a:spcBef>
        <a:spcPct val="30000"/>
      </a:spcBef>
      <a:spcAft>
        <a:spcPct val="0"/>
      </a:spcAft>
      <a:defRPr sz="1200" kern="1200">
        <a:solidFill>
          <a:schemeClr val="tx1"/>
        </a:solidFill>
        <a:latin typeface="Book Antiqua" pitchFamily="18" charset="0"/>
        <a:ea typeface="+mn-ea"/>
        <a:cs typeface="+mn-cs"/>
      </a:defRPr>
    </a:lvl1pPr>
    <a:lvl2pPr marL="455613" algn="l" defTabSz="908050" rtl="0" eaLnBrk="0" fontAlgn="base" hangingPunct="0">
      <a:spcBef>
        <a:spcPct val="30000"/>
      </a:spcBef>
      <a:spcAft>
        <a:spcPct val="0"/>
      </a:spcAft>
      <a:defRPr sz="1200" kern="1200">
        <a:solidFill>
          <a:schemeClr val="tx1"/>
        </a:solidFill>
        <a:latin typeface="Book Antiqua" pitchFamily="18" charset="0"/>
        <a:ea typeface="+mn-ea"/>
        <a:cs typeface="+mn-cs"/>
      </a:defRPr>
    </a:lvl2pPr>
    <a:lvl3pPr marL="911225" algn="l" defTabSz="908050" rtl="0" eaLnBrk="0" fontAlgn="base" hangingPunct="0">
      <a:spcBef>
        <a:spcPct val="30000"/>
      </a:spcBef>
      <a:spcAft>
        <a:spcPct val="0"/>
      </a:spcAft>
      <a:defRPr sz="1200" kern="1200">
        <a:solidFill>
          <a:schemeClr val="tx1"/>
        </a:solidFill>
        <a:latin typeface="Book Antiqua" pitchFamily="18" charset="0"/>
        <a:ea typeface="+mn-ea"/>
        <a:cs typeface="+mn-cs"/>
      </a:defRPr>
    </a:lvl3pPr>
    <a:lvl4pPr marL="1366838" algn="l" defTabSz="908050" rtl="0" eaLnBrk="0" fontAlgn="base" hangingPunct="0">
      <a:spcBef>
        <a:spcPct val="30000"/>
      </a:spcBef>
      <a:spcAft>
        <a:spcPct val="0"/>
      </a:spcAft>
      <a:defRPr sz="1200" kern="1200">
        <a:solidFill>
          <a:schemeClr val="tx1"/>
        </a:solidFill>
        <a:latin typeface="Book Antiqua" pitchFamily="18" charset="0"/>
        <a:ea typeface="+mn-ea"/>
        <a:cs typeface="+mn-cs"/>
      </a:defRPr>
    </a:lvl4pPr>
    <a:lvl5pPr marL="1820863" algn="l" defTabSz="908050" rtl="0" eaLnBrk="0" fontAlgn="base" hangingPunct="0">
      <a:spcBef>
        <a:spcPct val="30000"/>
      </a:spcBef>
      <a:spcAft>
        <a:spcPct val="0"/>
      </a:spcAft>
      <a:defRPr sz="1200" kern="1200">
        <a:solidFill>
          <a:schemeClr val="tx1"/>
        </a:solidFill>
        <a:latin typeface="Book Antiqua"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17410"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1</a:t>
            </a:r>
          </a:p>
        </p:txBody>
      </p:sp>
      <p:sp>
        <p:nvSpPr>
          <p:cNvPr id="17411"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17412"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17413" name="Rectangle 6"/>
          <p:cNvSpPr>
            <a:spLocks noGrp="1" noRot="1" noChangeAspect="1" noChangeArrowheads="1" noTextEdit="1"/>
          </p:cNvSpPr>
          <p:nvPr>
            <p:ph type="sldImg"/>
          </p:nvPr>
        </p:nvSpPr>
        <p:spPr>
          <a:xfrm>
            <a:off x="1150938" y="692150"/>
            <a:ext cx="4556125" cy="3416300"/>
          </a:xfrm>
          <a:ln cap="flat"/>
        </p:spPr>
      </p:sp>
      <p:sp>
        <p:nvSpPr>
          <p:cNvPr id="17414" name="Rectangle 7"/>
          <p:cNvSpPr>
            <a:spLocks noGrp="1" noChangeArrowheads="1"/>
          </p:cNvSpPr>
          <p:nvPr>
            <p:ph type="body" idx="1"/>
          </p:nvPr>
        </p:nvSpPr>
        <p:spPr>
          <a:noFill/>
        </p:spPr>
        <p:txBody>
          <a:bodyPr/>
          <a:lstStyle/>
          <a:p>
            <a:r>
              <a:rPr lang="en-US" altLang="tr-TR" smtClean="0"/>
              <a:t>The slides for this text are organized into chapters. This lecture covers Chapter 11, and discusses hash-based indexing in depth. </a:t>
            </a:r>
          </a:p>
          <a:p>
            <a:endParaRPr lang="en-US" altLang="tr-TR" smtClean="0"/>
          </a:p>
          <a:p>
            <a:r>
              <a:rPr lang="en-US" altLang="tr-TR" smtClean="0"/>
              <a:t>It should be covered after Chapter 8, which provides an overview of storage and indexing.  At the instructor’s discretion, it can also be omitted without loss of continuity in other parts of the text.  (In particular, Chapter 20 can be covered without covering this chapter, though covering this chapter will certainly provide a stronger foundation.)</a:t>
            </a:r>
          </a:p>
          <a:p>
            <a:endParaRPr lang="en-US" altLang="tr-T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20482"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2</a:t>
            </a:r>
          </a:p>
        </p:txBody>
      </p:sp>
      <p:sp>
        <p:nvSpPr>
          <p:cNvPr id="20483"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20484"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20485" name="Rectangle 6"/>
          <p:cNvSpPr>
            <a:spLocks noGrp="1" noRot="1" noChangeAspect="1" noChangeArrowheads="1" noTextEdit="1"/>
          </p:cNvSpPr>
          <p:nvPr>
            <p:ph type="sldImg"/>
          </p:nvPr>
        </p:nvSpPr>
        <p:spPr>
          <a:xfrm>
            <a:off x="1150938" y="692150"/>
            <a:ext cx="4556125" cy="3416300"/>
          </a:xfrm>
          <a:ln cap="flat"/>
        </p:spPr>
      </p:sp>
      <p:sp>
        <p:nvSpPr>
          <p:cNvPr id="20486"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25602"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3</a:t>
            </a:r>
          </a:p>
        </p:txBody>
      </p:sp>
      <p:sp>
        <p:nvSpPr>
          <p:cNvPr id="25603"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25604"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25605" name="Rectangle 6"/>
          <p:cNvSpPr>
            <a:spLocks noGrp="1" noRot="1" noChangeAspect="1" noChangeArrowheads="1" noTextEdit="1"/>
          </p:cNvSpPr>
          <p:nvPr>
            <p:ph type="sldImg"/>
          </p:nvPr>
        </p:nvSpPr>
        <p:spPr>
          <a:xfrm>
            <a:off x="1150938" y="692150"/>
            <a:ext cx="4556125" cy="3416300"/>
          </a:xfrm>
          <a:ln cap="flat"/>
        </p:spPr>
      </p:sp>
      <p:sp>
        <p:nvSpPr>
          <p:cNvPr id="25606"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27650"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4</a:t>
            </a:r>
          </a:p>
        </p:txBody>
      </p:sp>
      <p:sp>
        <p:nvSpPr>
          <p:cNvPr id="27651"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27652"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27653" name="Rectangle 6"/>
          <p:cNvSpPr>
            <a:spLocks noGrp="1" noRot="1" noChangeAspect="1" noChangeArrowheads="1" noTextEdit="1"/>
          </p:cNvSpPr>
          <p:nvPr>
            <p:ph type="sldImg"/>
          </p:nvPr>
        </p:nvSpPr>
        <p:spPr>
          <a:xfrm>
            <a:off x="1150938" y="692150"/>
            <a:ext cx="4556125" cy="3416300"/>
          </a:xfrm>
          <a:ln cap="flat"/>
        </p:spPr>
      </p:sp>
      <p:sp>
        <p:nvSpPr>
          <p:cNvPr id="27654"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30722"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5</a:t>
            </a:r>
          </a:p>
        </p:txBody>
      </p:sp>
      <p:sp>
        <p:nvSpPr>
          <p:cNvPr id="30723"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30724"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30725" name="Rectangle 6"/>
          <p:cNvSpPr>
            <a:spLocks noGrp="1" noRot="1" noChangeAspect="1" noChangeArrowheads="1" noTextEdit="1"/>
          </p:cNvSpPr>
          <p:nvPr>
            <p:ph type="sldImg"/>
          </p:nvPr>
        </p:nvSpPr>
        <p:spPr>
          <a:xfrm>
            <a:off x="1150938" y="692150"/>
            <a:ext cx="4556125" cy="3416300"/>
          </a:xfrm>
          <a:ln cap="flat"/>
        </p:spPr>
      </p:sp>
      <p:sp>
        <p:nvSpPr>
          <p:cNvPr id="30726"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32770"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6</a:t>
            </a:r>
          </a:p>
        </p:txBody>
      </p:sp>
      <p:sp>
        <p:nvSpPr>
          <p:cNvPr id="32771"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32772"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32773" name="Rectangle 6"/>
          <p:cNvSpPr>
            <a:spLocks noGrp="1" noRot="1" noChangeAspect="1" noChangeArrowheads="1" noTextEdit="1"/>
          </p:cNvSpPr>
          <p:nvPr>
            <p:ph type="sldImg"/>
          </p:nvPr>
        </p:nvSpPr>
        <p:spPr>
          <a:xfrm>
            <a:off x="1150938" y="692150"/>
            <a:ext cx="4556125" cy="3416300"/>
          </a:xfrm>
          <a:ln cap="flat"/>
        </p:spPr>
      </p:sp>
      <p:sp>
        <p:nvSpPr>
          <p:cNvPr id="32774"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34818"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7</a:t>
            </a:r>
          </a:p>
        </p:txBody>
      </p:sp>
      <p:sp>
        <p:nvSpPr>
          <p:cNvPr id="34819"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34820"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34821" name="Rectangle 6"/>
          <p:cNvSpPr>
            <a:spLocks noGrp="1" noRot="1" noChangeAspect="1" noChangeArrowheads="1" noTextEdit="1"/>
          </p:cNvSpPr>
          <p:nvPr>
            <p:ph type="sldImg"/>
          </p:nvPr>
        </p:nvSpPr>
        <p:spPr>
          <a:xfrm>
            <a:off x="1150938" y="692150"/>
            <a:ext cx="4556125" cy="3416300"/>
          </a:xfrm>
          <a:ln cap="flat"/>
        </p:spPr>
      </p:sp>
      <p:sp>
        <p:nvSpPr>
          <p:cNvPr id="34822"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36866"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8</a:t>
            </a:r>
          </a:p>
        </p:txBody>
      </p:sp>
      <p:sp>
        <p:nvSpPr>
          <p:cNvPr id="36867"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36868"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36869" name="Rectangle 6"/>
          <p:cNvSpPr>
            <a:spLocks noGrp="1" noRot="1" noChangeAspect="1" noChangeArrowheads="1" noTextEdit="1"/>
          </p:cNvSpPr>
          <p:nvPr>
            <p:ph type="sldImg"/>
          </p:nvPr>
        </p:nvSpPr>
        <p:spPr>
          <a:xfrm>
            <a:off x="1150938" y="692150"/>
            <a:ext cx="4556125" cy="3416300"/>
          </a:xfrm>
          <a:ln cap="flat"/>
        </p:spPr>
      </p:sp>
      <p:sp>
        <p:nvSpPr>
          <p:cNvPr id="36870"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body" idx="1"/>
          </p:nvPr>
        </p:nvSpPr>
        <p:spPr>
          <a:noFill/>
        </p:spPr>
        <p:txBody>
          <a:bodyPr/>
          <a:lstStyle/>
          <a:p>
            <a:endParaRPr lang="tr-TR" altLang="tr-TR" smtClean="0"/>
          </a:p>
        </p:txBody>
      </p:sp>
      <p:sp>
        <p:nvSpPr>
          <p:cNvPr id="38914" name="Rectangle 3"/>
          <p:cNvSpPr>
            <a:spLocks noGrp="1" noRot="1" noChangeAspect="1" noChangeArrowheads="1" noTextEdit="1"/>
          </p:cNvSpPr>
          <p:nvPr>
            <p:ph type="sldImg"/>
          </p:nvPr>
        </p:nvSpPr>
        <p:spPr>
          <a:xfrm>
            <a:off x="1150938" y="692150"/>
            <a:ext cx="4556125" cy="3416300"/>
          </a:xfrm>
          <a:ln cap="fla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40962"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9</a:t>
            </a:r>
          </a:p>
        </p:txBody>
      </p:sp>
      <p:sp>
        <p:nvSpPr>
          <p:cNvPr id="40963"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40964"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40965" name="Rectangle 6"/>
          <p:cNvSpPr>
            <a:spLocks noGrp="1" noRot="1" noChangeAspect="1" noChangeArrowheads="1" noTextEdit="1"/>
          </p:cNvSpPr>
          <p:nvPr>
            <p:ph type="sldImg"/>
          </p:nvPr>
        </p:nvSpPr>
        <p:spPr>
          <a:xfrm>
            <a:off x="1150938" y="692150"/>
            <a:ext cx="4556125" cy="3416300"/>
          </a:xfrm>
          <a:ln cap="flat"/>
        </p:spPr>
      </p:sp>
      <p:sp>
        <p:nvSpPr>
          <p:cNvPr id="40966"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43010"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10</a:t>
            </a:r>
          </a:p>
        </p:txBody>
      </p:sp>
      <p:sp>
        <p:nvSpPr>
          <p:cNvPr id="43011"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43012"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43013" name="Rectangle 6"/>
          <p:cNvSpPr>
            <a:spLocks noGrp="1" noRot="1" noChangeAspect="1" noChangeArrowheads="1" noTextEdit="1"/>
          </p:cNvSpPr>
          <p:nvPr>
            <p:ph type="sldImg"/>
          </p:nvPr>
        </p:nvSpPr>
        <p:spPr>
          <a:xfrm>
            <a:off x="1150938" y="692150"/>
            <a:ext cx="4556125" cy="3416300"/>
          </a:xfrm>
          <a:ln cap="flat"/>
        </p:spPr>
      </p:sp>
      <p:sp>
        <p:nvSpPr>
          <p:cNvPr id="43014"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45058"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11</a:t>
            </a:r>
          </a:p>
        </p:txBody>
      </p:sp>
      <p:sp>
        <p:nvSpPr>
          <p:cNvPr id="45059"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45060"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45061" name="Rectangle 6"/>
          <p:cNvSpPr>
            <a:spLocks noGrp="1" noRot="1" noChangeAspect="1" noChangeArrowheads="1" noTextEdit="1"/>
          </p:cNvSpPr>
          <p:nvPr>
            <p:ph type="sldImg"/>
          </p:nvPr>
        </p:nvSpPr>
        <p:spPr>
          <a:xfrm>
            <a:off x="1150938" y="692150"/>
            <a:ext cx="4556125" cy="3416300"/>
          </a:xfrm>
          <a:ln cap="flat"/>
        </p:spPr>
      </p:sp>
      <p:sp>
        <p:nvSpPr>
          <p:cNvPr id="45062"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47106"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11</a:t>
            </a:r>
          </a:p>
        </p:txBody>
      </p:sp>
      <p:sp>
        <p:nvSpPr>
          <p:cNvPr id="47107"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47108"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47109" name="Rectangle 6"/>
          <p:cNvSpPr>
            <a:spLocks noGrp="1" noRot="1" noChangeAspect="1" noChangeArrowheads="1" noTextEdit="1"/>
          </p:cNvSpPr>
          <p:nvPr>
            <p:ph type="sldImg"/>
          </p:nvPr>
        </p:nvSpPr>
        <p:spPr>
          <a:xfrm>
            <a:off x="1150938" y="692150"/>
            <a:ext cx="4556125" cy="3416300"/>
          </a:xfrm>
          <a:ln cap="flat"/>
        </p:spPr>
      </p:sp>
      <p:sp>
        <p:nvSpPr>
          <p:cNvPr id="47110"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49154"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12</a:t>
            </a:r>
          </a:p>
        </p:txBody>
      </p:sp>
      <p:sp>
        <p:nvSpPr>
          <p:cNvPr id="49155"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49156"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49157" name="Rectangle 6"/>
          <p:cNvSpPr>
            <a:spLocks noGrp="1" noRot="1" noChangeAspect="1" noChangeArrowheads="1" noTextEdit="1"/>
          </p:cNvSpPr>
          <p:nvPr>
            <p:ph type="sldImg"/>
          </p:nvPr>
        </p:nvSpPr>
        <p:spPr>
          <a:xfrm>
            <a:off x="1150938" y="692150"/>
            <a:ext cx="4556125" cy="3416300"/>
          </a:xfrm>
          <a:ln cap="flat"/>
        </p:spPr>
      </p:sp>
      <p:sp>
        <p:nvSpPr>
          <p:cNvPr id="49158"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51202"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13</a:t>
            </a:r>
          </a:p>
        </p:txBody>
      </p:sp>
      <p:sp>
        <p:nvSpPr>
          <p:cNvPr id="51203"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51204"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51205" name="Rectangle 6"/>
          <p:cNvSpPr>
            <a:spLocks noGrp="1" noRot="1" noChangeAspect="1" noChangeArrowheads="1" noTextEdit="1"/>
          </p:cNvSpPr>
          <p:nvPr>
            <p:ph type="sldImg"/>
          </p:nvPr>
        </p:nvSpPr>
        <p:spPr>
          <a:xfrm>
            <a:off x="1150938" y="692150"/>
            <a:ext cx="4556125" cy="3416300"/>
          </a:xfrm>
          <a:ln cap="flat"/>
        </p:spPr>
      </p:sp>
      <p:sp>
        <p:nvSpPr>
          <p:cNvPr id="51206"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53250"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14</a:t>
            </a:r>
          </a:p>
        </p:txBody>
      </p:sp>
      <p:sp>
        <p:nvSpPr>
          <p:cNvPr id="53251"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53252"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53253" name="Rectangle 6"/>
          <p:cNvSpPr>
            <a:spLocks noGrp="1" noRot="1" noChangeAspect="1" noChangeArrowheads="1" noTextEdit="1"/>
          </p:cNvSpPr>
          <p:nvPr>
            <p:ph type="sldImg"/>
          </p:nvPr>
        </p:nvSpPr>
        <p:spPr>
          <a:xfrm>
            <a:off x="1150938" y="692150"/>
            <a:ext cx="4556125" cy="3416300"/>
          </a:xfrm>
          <a:ln cap="flat"/>
        </p:spPr>
      </p:sp>
      <p:sp>
        <p:nvSpPr>
          <p:cNvPr id="53254"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55298"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15</a:t>
            </a:r>
          </a:p>
        </p:txBody>
      </p:sp>
      <p:sp>
        <p:nvSpPr>
          <p:cNvPr id="55299"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55300"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55301" name="Rectangle 6"/>
          <p:cNvSpPr>
            <a:spLocks noGrp="1" noRot="1" noChangeAspect="1" noChangeArrowheads="1" noTextEdit="1"/>
          </p:cNvSpPr>
          <p:nvPr>
            <p:ph type="sldImg"/>
          </p:nvPr>
        </p:nvSpPr>
        <p:spPr>
          <a:xfrm>
            <a:off x="1150938" y="692150"/>
            <a:ext cx="4556125" cy="3416300"/>
          </a:xfrm>
          <a:ln cap="flat"/>
        </p:spPr>
      </p:sp>
      <p:sp>
        <p:nvSpPr>
          <p:cNvPr id="55302"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57346"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16</a:t>
            </a:r>
          </a:p>
        </p:txBody>
      </p:sp>
      <p:sp>
        <p:nvSpPr>
          <p:cNvPr id="57347"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57348"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57349" name="Rectangle 6"/>
          <p:cNvSpPr>
            <a:spLocks noGrp="1" noRot="1" noChangeAspect="1" noChangeArrowheads="1" noTextEdit="1"/>
          </p:cNvSpPr>
          <p:nvPr>
            <p:ph type="sldImg"/>
          </p:nvPr>
        </p:nvSpPr>
        <p:spPr>
          <a:xfrm>
            <a:off x="1150938" y="692150"/>
            <a:ext cx="4556125" cy="3416300"/>
          </a:xfrm>
          <a:ln cap="flat"/>
        </p:spPr>
      </p:sp>
      <p:sp>
        <p:nvSpPr>
          <p:cNvPr id="57350"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ChangeArrowheads="1"/>
          </p:cNvSpPr>
          <p:nvPr/>
        </p:nvSpPr>
        <p:spPr bwMode="auto">
          <a:xfrm>
            <a:off x="3884613" y="-1588"/>
            <a:ext cx="2973387" cy="457201"/>
          </a:xfrm>
          <a:prstGeom prst="rect">
            <a:avLst/>
          </a:prstGeom>
          <a:noFill/>
          <a:ln w="9525">
            <a:noFill/>
            <a:miter lim="800000"/>
            <a:headEnd/>
            <a:tailEnd/>
          </a:ln>
        </p:spPr>
        <p:txBody>
          <a:bodyPr wrap="none" anchor="ctr"/>
          <a:lstStyle/>
          <a:p>
            <a:pPr eaLnBrk="0" hangingPunct="0"/>
            <a:endParaRPr lang="tr-TR"/>
          </a:p>
        </p:txBody>
      </p:sp>
      <p:sp>
        <p:nvSpPr>
          <p:cNvPr id="59394" name="Rectangle 3"/>
          <p:cNvSpPr>
            <a:spLocks noChangeArrowheads="1"/>
          </p:cNvSpPr>
          <p:nvPr/>
        </p:nvSpPr>
        <p:spPr bwMode="auto">
          <a:xfrm>
            <a:off x="3884613" y="8685213"/>
            <a:ext cx="2973387" cy="458787"/>
          </a:xfrm>
          <a:prstGeom prst="rect">
            <a:avLst/>
          </a:prstGeom>
          <a:noFill/>
          <a:ln w="9525">
            <a:noFill/>
            <a:miter lim="800000"/>
            <a:headEnd/>
            <a:tailEnd/>
          </a:ln>
        </p:spPr>
        <p:txBody>
          <a:bodyPr lIns="19050" tIns="0" rIns="19050" bIns="0" anchor="b"/>
          <a:lstStyle/>
          <a:p>
            <a:pPr algn="r" defTabSz="908050" eaLnBrk="0" hangingPunct="0"/>
            <a:r>
              <a:rPr lang="en-US" altLang="tr-TR" sz="1000" i="1"/>
              <a:t>17</a:t>
            </a:r>
          </a:p>
        </p:txBody>
      </p:sp>
      <p:sp>
        <p:nvSpPr>
          <p:cNvPr id="59395" name="Rectangle 4"/>
          <p:cNvSpPr>
            <a:spLocks noChangeArrowheads="1"/>
          </p:cNvSpPr>
          <p:nvPr/>
        </p:nvSpPr>
        <p:spPr bwMode="auto">
          <a:xfrm>
            <a:off x="-1588" y="8685213"/>
            <a:ext cx="2971801" cy="458787"/>
          </a:xfrm>
          <a:prstGeom prst="rect">
            <a:avLst/>
          </a:prstGeom>
          <a:noFill/>
          <a:ln w="9525">
            <a:noFill/>
            <a:miter lim="800000"/>
            <a:headEnd/>
            <a:tailEnd/>
          </a:ln>
        </p:spPr>
        <p:txBody>
          <a:bodyPr wrap="none" anchor="ctr"/>
          <a:lstStyle/>
          <a:p>
            <a:pPr eaLnBrk="0" hangingPunct="0"/>
            <a:endParaRPr lang="tr-TR"/>
          </a:p>
        </p:txBody>
      </p:sp>
      <p:sp>
        <p:nvSpPr>
          <p:cNvPr id="59396" name="Rectangle 5"/>
          <p:cNvSpPr>
            <a:spLocks noChangeArrowheads="1"/>
          </p:cNvSpPr>
          <p:nvPr/>
        </p:nvSpPr>
        <p:spPr bwMode="auto">
          <a:xfrm>
            <a:off x="-1588" y="-1588"/>
            <a:ext cx="2971801" cy="457201"/>
          </a:xfrm>
          <a:prstGeom prst="rect">
            <a:avLst/>
          </a:prstGeom>
          <a:noFill/>
          <a:ln w="9525">
            <a:noFill/>
            <a:miter lim="800000"/>
            <a:headEnd/>
            <a:tailEnd/>
          </a:ln>
        </p:spPr>
        <p:txBody>
          <a:bodyPr wrap="none" anchor="ctr"/>
          <a:lstStyle/>
          <a:p>
            <a:pPr eaLnBrk="0" hangingPunct="0"/>
            <a:endParaRPr lang="tr-TR"/>
          </a:p>
        </p:txBody>
      </p:sp>
      <p:sp>
        <p:nvSpPr>
          <p:cNvPr id="59397" name="Rectangle 6"/>
          <p:cNvSpPr>
            <a:spLocks noGrp="1" noRot="1" noChangeAspect="1" noChangeArrowheads="1" noTextEdit="1"/>
          </p:cNvSpPr>
          <p:nvPr>
            <p:ph type="sldImg"/>
          </p:nvPr>
        </p:nvSpPr>
        <p:spPr>
          <a:xfrm>
            <a:off x="1150938" y="692150"/>
            <a:ext cx="4556125" cy="3416300"/>
          </a:xfrm>
          <a:ln cap="flat"/>
        </p:spPr>
      </p:sp>
      <p:sp>
        <p:nvSpPr>
          <p:cNvPr id="59398" name="Rectangle 7"/>
          <p:cNvSpPr>
            <a:spLocks noGrp="1" noChangeArrowheads="1"/>
          </p:cNvSpPr>
          <p:nvPr>
            <p:ph type="body" idx="1"/>
          </p:nvPr>
        </p:nvSpPr>
        <p:spPr>
          <a:noFill/>
        </p:spPr>
        <p:txBody>
          <a:bodyPr/>
          <a:lstStyle/>
          <a:p>
            <a:endParaRPr lang="tr-TR" altLang="tr-TR"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tr-TR" smtClean="0"/>
              <a:t>Asıl alt başlık stilini düzenlemek için tıklatın</a:t>
            </a:r>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smtClean="0"/>
              <a:t>Asıl metin stillerini düzenlemek için tıklatın</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838200" y="1981200"/>
            <a:ext cx="3810000" cy="4076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800600" y="1981200"/>
            <a:ext cx="3810000" cy="4076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8229600" cy="1143000"/>
          </a:xfrm>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67500" y="419100"/>
            <a:ext cx="1943100" cy="5638800"/>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838200" y="419100"/>
            <a:ext cx="5676900" cy="563880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Başlık, Metin ve Küçük Resim">
    <p:spTree>
      <p:nvGrpSpPr>
        <p:cNvPr id="1" name=""/>
        <p:cNvGrpSpPr/>
        <p:nvPr/>
      </p:nvGrpSpPr>
      <p:grpSpPr>
        <a:xfrm>
          <a:off x="0" y="0"/>
          <a:ext cx="0" cy="0"/>
          <a:chOff x="0" y="0"/>
          <a:chExt cx="0" cy="0"/>
        </a:xfrm>
      </p:grpSpPr>
      <p:sp>
        <p:nvSpPr>
          <p:cNvPr id="2" name="Başlık 1"/>
          <p:cNvSpPr>
            <a:spLocks noGrp="1"/>
          </p:cNvSpPr>
          <p:nvPr>
            <p:ph type="title"/>
          </p:nvPr>
        </p:nvSpPr>
        <p:spPr>
          <a:xfrm>
            <a:off x="838200" y="419100"/>
            <a:ext cx="7772400" cy="1104900"/>
          </a:xfrm>
        </p:spPr>
        <p:txBody>
          <a:bodyPr/>
          <a:lstStyle/>
          <a:p>
            <a:r>
              <a:rPr lang="tr-TR" smtClean="0"/>
              <a:t>Asıl başlık stili için tıklatın</a:t>
            </a:r>
            <a:endParaRPr lang="tr-TR"/>
          </a:p>
        </p:txBody>
      </p:sp>
      <p:sp>
        <p:nvSpPr>
          <p:cNvPr id="3" name="Metin Yer Tutucusu 2"/>
          <p:cNvSpPr>
            <a:spLocks noGrp="1"/>
          </p:cNvSpPr>
          <p:nvPr>
            <p:ph type="body" sz="half" idx="1"/>
          </p:nvPr>
        </p:nvSpPr>
        <p:spPr>
          <a:xfrm>
            <a:off x="838200" y="1981200"/>
            <a:ext cx="3810000" cy="40767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Küçük Resim Yer Tutucusu 3"/>
          <p:cNvSpPr>
            <a:spLocks noGrp="1"/>
          </p:cNvSpPr>
          <p:nvPr>
            <p:ph type="clipArt" sz="half" idx="2"/>
          </p:nvPr>
        </p:nvSpPr>
        <p:spPr>
          <a:xfrm>
            <a:off x="4800600" y="1981200"/>
            <a:ext cx="3810000" cy="4076700"/>
          </a:xfrm>
        </p:spPr>
        <p:txBody>
          <a:bodyPr/>
          <a:lstStyle/>
          <a:p>
            <a:pPr lvl="0"/>
            <a:endParaRPr lang="tr-TR"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38200" y="419100"/>
            <a:ext cx="7772400" cy="1104900"/>
          </a:xfrm>
          <a:prstGeom prst="rect">
            <a:avLst/>
          </a:prstGeom>
          <a:noFill/>
          <a:ln w="9525">
            <a:noFill/>
            <a:miter lim="800000"/>
            <a:headEnd/>
            <a:tailEnd/>
          </a:ln>
        </p:spPr>
        <p:txBody>
          <a:bodyPr vert="horz" wrap="square" lIns="90488" tIns="44450" rIns="90488" bIns="44450" numCol="1" anchor="ctr" anchorCtr="0" compatLnSpc="1">
            <a:prstTxWarp prst="textNoShape">
              <a:avLst/>
            </a:prstTxWarp>
          </a:bodyPr>
          <a:lstStyle/>
          <a:p>
            <a:pPr lvl="0"/>
            <a:r>
              <a:rPr lang="en-US" altLang="tr-TR" smtClean="0"/>
              <a:t>Click to edit Master title style</a:t>
            </a:r>
          </a:p>
        </p:txBody>
      </p:sp>
      <p:sp>
        <p:nvSpPr>
          <p:cNvPr id="1027" name="Rectangle 3"/>
          <p:cNvSpPr>
            <a:spLocks noGrp="1" noChangeArrowheads="1"/>
          </p:cNvSpPr>
          <p:nvPr>
            <p:ph type="body" idx="1"/>
          </p:nvPr>
        </p:nvSpPr>
        <p:spPr bwMode="auto">
          <a:xfrm>
            <a:off x="838200" y="1981200"/>
            <a:ext cx="7772400" cy="4076700"/>
          </a:xfrm>
          <a:prstGeom prst="rect">
            <a:avLst/>
          </a:prstGeom>
          <a:noFill/>
          <a:ln w="9525">
            <a:noFill/>
            <a:miter lim="800000"/>
            <a:headEnd/>
            <a:tailEnd/>
          </a:ln>
        </p:spPr>
        <p:txBody>
          <a:bodyPr vert="horz" wrap="square" lIns="90488" tIns="44450" rIns="90488" bIns="44450" numCol="1" anchor="t" anchorCtr="0" compatLnSpc="1">
            <a:prstTxWarp prst="textNoShape">
              <a:avLst/>
            </a:prstTxWarp>
          </a:bodyPr>
          <a:lstStyle/>
          <a:p>
            <a:pPr lvl="0"/>
            <a:r>
              <a:rPr lang="en-US" altLang="tr-TR" smtClean="0"/>
              <a:t>Click to edit Master text styles</a:t>
            </a:r>
          </a:p>
          <a:p>
            <a:pPr lvl="1"/>
            <a:r>
              <a:rPr lang="en-US" altLang="tr-TR" smtClean="0"/>
              <a:t>Second Level</a:t>
            </a:r>
          </a:p>
          <a:p>
            <a:pPr lvl="2"/>
            <a:r>
              <a:rPr lang="en-US" altLang="tr-TR" smtClean="0"/>
              <a:t>Third Level</a:t>
            </a:r>
          </a:p>
          <a:p>
            <a:pPr lvl="3"/>
            <a:r>
              <a:rPr lang="en-US" altLang="tr-TR" smtClean="0"/>
              <a:t>Fourth Level</a:t>
            </a:r>
          </a:p>
          <a:p>
            <a:pPr lvl="4"/>
            <a:r>
              <a:rPr lang="en-US" altLang="tr-TR" smtClean="0"/>
              <a:t>Fifth Level</a:t>
            </a:r>
          </a:p>
        </p:txBody>
      </p:sp>
      <p:sp>
        <p:nvSpPr>
          <p:cNvPr id="1028" name="Rectangle 4"/>
          <p:cNvSpPr>
            <a:spLocks noChangeArrowheads="1"/>
          </p:cNvSpPr>
          <p:nvPr/>
        </p:nvSpPr>
        <p:spPr bwMode="auto">
          <a:xfrm>
            <a:off x="93663" y="6488113"/>
            <a:ext cx="5603875" cy="301625"/>
          </a:xfrm>
          <a:prstGeom prst="rect">
            <a:avLst/>
          </a:prstGeom>
          <a:noFill/>
          <a:ln>
            <a:noFill/>
          </a:ln>
          <a:effectLst/>
          <a:extLst>
            <a:ext uri="{909E8E84-426E-40DD-AFC4-6F175D3DCCD1}"/>
            <a:ext uri="{91240B29-F687-4F45-9708-019B960494DF}"/>
            <a:ext uri="{AF507438-7753-43E0-B8FC-AC1667EBCBE1}"/>
          </a:extLst>
        </p:spPr>
        <p:txBody>
          <a:bodyPr wrap="none" lIns="90488" tIns="44450" rIns="90488" bIns="44450" anchor="ctr">
            <a:spAutoFit/>
          </a:bodyPr>
          <a:lstStyle/>
          <a:p>
            <a:pPr eaLnBrk="0" hangingPunct="0">
              <a:defRPr/>
            </a:pPr>
            <a:r>
              <a:rPr lang="en-US" altLang="tr-TR" sz="1400">
                <a:latin typeface="Book Antiqua" pitchFamily="18" charset="0"/>
                <a:cs typeface="+mn-cs"/>
              </a:rPr>
              <a:t>Database Management Systems 3ed,  R. Ramakrishnan and J. Gehrke</a:t>
            </a:r>
          </a:p>
        </p:txBody>
      </p:sp>
      <p:sp>
        <p:nvSpPr>
          <p:cNvPr id="1029" name="Rectangle 5"/>
          <p:cNvSpPr>
            <a:spLocks noChangeArrowheads="1"/>
          </p:cNvSpPr>
          <p:nvPr/>
        </p:nvSpPr>
        <p:spPr bwMode="auto">
          <a:xfrm>
            <a:off x="8655050" y="6488113"/>
            <a:ext cx="396875" cy="301625"/>
          </a:xfrm>
          <a:prstGeom prst="rect">
            <a:avLst/>
          </a:prstGeom>
          <a:noFill/>
          <a:ln>
            <a:noFill/>
          </a:ln>
          <a:effectLst/>
          <a:extLst>
            <a:ext uri="{909E8E84-426E-40DD-AFC4-6F175D3DCCD1}"/>
            <a:ext uri="{91240B29-F687-4F45-9708-019B960494DF}"/>
            <a:ext uri="{AF507438-7753-43E0-B8FC-AC1667EBCBE1}"/>
          </a:extLst>
        </p:spPr>
        <p:txBody>
          <a:bodyPr wrap="none" lIns="90488" tIns="44450" rIns="90488" bIns="44450" anchor="ctr">
            <a:spAutoFit/>
          </a:bodyPr>
          <a:lstStyle/>
          <a:p>
            <a:pPr algn="r" eaLnBrk="0" hangingPunct="0">
              <a:defRPr/>
            </a:pPr>
            <a:fld id="{8DE71029-94D0-4E75-A787-23BA30548A31}" type="slidenum">
              <a:rPr lang="en-US" altLang="tr-TR" sz="1400">
                <a:latin typeface="Book Antiqua" pitchFamily="18" charset="0"/>
                <a:cs typeface="+mn-cs"/>
              </a:rPr>
              <a:pPr algn="r" eaLnBrk="0" hangingPunct="0">
                <a:defRPr/>
              </a:pPr>
              <a:t>‹#›</a:t>
            </a:fld>
            <a:endParaRPr lang="en-US" altLang="tr-TR" sz="1400">
              <a:latin typeface="Book Antiqua" pitchFamily="18" charset="0"/>
              <a:cs typeface="+mn-cs"/>
            </a:endParaRPr>
          </a:p>
        </p:txBody>
      </p:sp>
      <p:pic>
        <p:nvPicPr>
          <p:cNvPr id="1030" name="Picture 6"/>
          <p:cNvPicPr>
            <a:picLocks noChangeArrowheads="1"/>
          </p:cNvPicPr>
          <p:nvPr/>
        </p:nvPicPr>
        <p:blipFill>
          <a:blip r:embed="rId14"/>
          <a:srcRect/>
          <a:stretch>
            <a:fillRect/>
          </a:stretch>
        </p:blipFill>
        <p:spPr bwMode="auto">
          <a:xfrm>
            <a:off x="7683500" y="0"/>
            <a:ext cx="1473200" cy="13208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 id="2147483649" r:id="rId12"/>
  </p:sldLayoutIdLst>
  <p:txStyles>
    <p:titleStyle>
      <a:lvl1pPr algn="l" rtl="0" eaLnBrk="0" fontAlgn="base" hangingPunct="0">
        <a:spcBef>
          <a:spcPct val="0"/>
        </a:spcBef>
        <a:spcAft>
          <a:spcPct val="0"/>
        </a:spcAft>
        <a:defRPr sz="4000" i="1">
          <a:solidFill>
            <a:schemeClr val="tx2"/>
          </a:solidFill>
          <a:latin typeface="+mj-lt"/>
          <a:ea typeface="+mj-ea"/>
          <a:cs typeface="+mj-cs"/>
        </a:defRPr>
      </a:lvl1pPr>
      <a:lvl2pPr algn="l" rtl="0" eaLnBrk="0" fontAlgn="base" hangingPunct="0">
        <a:spcBef>
          <a:spcPct val="0"/>
        </a:spcBef>
        <a:spcAft>
          <a:spcPct val="0"/>
        </a:spcAft>
        <a:defRPr sz="4000" i="1">
          <a:solidFill>
            <a:schemeClr val="tx2"/>
          </a:solidFill>
          <a:latin typeface="Book Antiqua" pitchFamily="18" charset="0"/>
        </a:defRPr>
      </a:lvl2pPr>
      <a:lvl3pPr algn="l" rtl="0" eaLnBrk="0" fontAlgn="base" hangingPunct="0">
        <a:spcBef>
          <a:spcPct val="0"/>
        </a:spcBef>
        <a:spcAft>
          <a:spcPct val="0"/>
        </a:spcAft>
        <a:defRPr sz="4000" i="1">
          <a:solidFill>
            <a:schemeClr val="tx2"/>
          </a:solidFill>
          <a:latin typeface="Book Antiqua" pitchFamily="18" charset="0"/>
        </a:defRPr>
      </a:lvl3pPr>
      <a:lvl4pPr algn="l" rtl="0" eaLnBrk="0" fontAlgn="base" hangingPunct="0">
        <a:spcBef>
          <a:spcPct val="0"/>
        </a:spcBef>
        <a:spcAft>
          <a:spcPct val="0"/>
        </a:spcAft>
        <a:defRPr sz="4000" i="1">
          <a:solidFill>
            <a:schemeClr val="tx2"/>
          </a:solidFill>
          <a:latin typeface="Book Antiqua" pitchFamily="18" charset="0"/>
        </a:defRPr>
      </a:lvl4pPr>
      <a:lvl5pPr algn="l" rtl="0" eaLnBrk="0" fontAlgn="base" hangingPunct="0">
        <a:spcBef>
          <a:spcPct val="0"/>
        </a:spcBef>
        <a:spcAft>
          <a:spcPct val="0"/>
        </a:spcAft>
        <a:defRPr sz="4000" i="1">
          <a:solidFill>
            <a:schemeClr val="tx2"/>
          </a:solidFill>
          <a:latin typeface="Book Antiqua" pitchFamily="18" charset="0"/>
        </a:defRPr>
      </a:lvl5pPr>
      <a:lvl6pPr marL="457200" algn="l" rtl="0" eaLnBrk="0" fontAlgn="base" hangingPunct="0">
        <a:spcBef>
          <a:spcPct val="0"/>
        </a:spcBef>
        <a:spcAft>
          <a:spcPct val="0"/>
        </a:spcAft>
        <a:defRPr sz="4000" i="1">
          <a:solidFill>
            <a:schemeClr val="tx2"/>
          </a:solidFill>
          <a:latin typeface="Book Antiqua" pitchFamily="18" charset="0"/>
        </a:defRPr>
      </a:lvl6pPr>
      <a:lvl7pPr marL="914400" algn="l" rtl="0" eaLnBrk="0" fontAlgn="base" hangingPunct="0">
        <a:spcBef>
          <a:spcPct val="0"/>
        </a:spcBef>
        <a:spcAft>
          <a:spcPct val="0"/>
        </a:spcAft>
        <a:defRPr sz="4000" i="1">
          <a:solidFill>
            <a:schemeClr val="tx2"/>
          </a:solidFill>
          <a:latin typeface="Book Antiqua" pitchFamily="18" charset="0"/>
        </a:defRPr>
      </a:lvl7pPr>
      <a:lvl8pPr marL="1371600" algn="l" rtl="0" eaLnBrk="0" fontAlgn="base" hangingPunct="0">
        <a:spcBef>
          <a:spcPct val="0"/>
        </a:spcBef>
        <a:spcAft>
          <a:spcPct val="0"/>
        </a:spcAft>
        <a:defRPr sz="4000" i="1">
          <a:solidFill>
            <a:schemeClr val="tx2"/>
          </a:solidFill>
          <a:latin typeface="Book Antiqua" pitchFamily="18" charset="0"/>
        </a:defRPr>
      </a:lvl8pPr>
      <a:lvl9pPr marL="1828800" algn="l" rtl="0" eaLnBrk="0" fontAlgn="base" hangingPunct="0">
        <a:spcBef>
          <a:spcPct val="0"/>
        </a:spcBef>
        <a:spcAft>
          <a:spcPct val="0"/>
        </a:spcAft>
        <a:defRPr sz="4000" i="1">
          <a:solidFill>
            <a:schemeClr val="tx2"/>
          </a:solidFill>
          <a:latin typeface="Book Antiqua" pitchFamily="18" charset="0"/>
        </a:defRPr>
      </a:lvl9pPr>
    </p:titleStyle>
    <p:bodyStyle>
      <a:lvl1pPr marL="342900" indent="-342900" algn="l" rtl="0" eaLnBrk="0" fontAlgn="base" hangingPunct="0">
        <a:spcBef>
          <a:spcPct val="20000"/>
        </a:spcBef>
        <a:spcAft>
          <a:spcPct val="0"/>
        </a:spcAft>
        <a:buClr>
          <a:schemeClr val="tx1"/>
        </a:buClr>
        <a:buSzPct val="75000"/>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Char char="•"/>
        <a:defRPr sz="2000">
          <a:solidFill>
            <a:schemeClr val="tx1"/>
          </a:solidFill>
          <a:latin typeface="+mn-lt"/>
        </a:defRPr>
      </a:lvl3pPr>
      <a:lvl4pPr marL="1600200" indent="-228600" algn="l" rtl="0" eaLnBrk="0" fontAlgn="base" hangingPunct="0">
        <a:spcBef>
          <a:spcPct val="20000"/>
        </a:spcBef>
        <a:spcAft>
          <a:spcPct val="0"/>
        </a:spcAft>
        <a:buClr>
          <a:schemeClr val="tx1"/>
        </a:buClr>
        <a:buChar char="•"/>
        <a:defRPr>
          <a:solidFill>
            <a:schemeClr val="tx1"/>
          </a:solidFill>
          <a:latin typeface="+mn-lt"/>
        </a:defRPr>
      </a:lvl4pPr>
      <a:lvl5pPr marL="2057400" indent="-228600" algn="l" rtl="0" eaLnBrk="0" fontAlgn="base" hangingPunct="0">
        <a:spcBef>
          <a:spcPct val="20000"/>
        </a:spcBef>
        <a:spcAft>
          <a:spcPct val="0"/>
        </a:spcAft>
        <a:buClr>
          <a:schemeClr val="tx1"/>
        </a:buClr>
        <a:buChar char="•"/>
        <a:defRPr>
          <a:solidFill>
            <a:schemeClr val="tx1"/>
          </a:solidFill>
          <a:latin typeface="+mn-lt"/>
        </a:defRPr>
      </a:lvl5pPr>
      <a:lvl6pPr marL="2514600" indent="-228600" algn="l" rtl="0" eaLnBrk="0" fontAlgn="base" hangingPunct="0">
        <a:spcBef>
          <a:spcPct val="20000"/>
        </a:spcBef>
        <a:spcAft>
          <a:spcPct val="0"/>
        </a:spcAft>
        <a:buClr>
          <a:schemeClr val="tx1"/>
        </a:buClr>
        <a:buChar char="•"/>
        <a:defRPr>
          <a:solidFill>
            <a:schemeClr val="tx1"/>
          </a:solidFill>
          <a:latin typeface="+mn-lt"/>
        </a:defRPr>
      </a:lvl6pPr>
      <a:lvl7pPr marL="2971800" indent="-228600" algn="l" rtl="0" eaLnBrk="0" fontAlgn="base" hangingPunct="0">
        <a:spcBef>
          <a:spcPct val="20000"/>
        </a:spcBef>
        <a:spcAft>
          <a:spcPct val="0"/>
        </a:spcAft>
        <a:buClr>
          <a:schemeClr val="tx1"/>
        </a:buClr>
        <a:buChar char="•"/>
        <a:defRPr>
          <a:solidFill>
            <a:schemeClr val="tx1"/>
          </a:solidFill>
          <a:latin typeface="+mn-lt"/>
        </a:defRPr>
      </a:lvl7pPr>
      <a:lvl8pPr marL="3429000" indent="-228600" algn="l" rtl="0" eaLnBrk="0" fontAlgn="base" hangingPunct="0">
        <a:spcBef>
          <a:spcPct val="20000"/>
        </a:spcBef>
        <a:spcAft>
          <a:spcPct val="0"/>
        </a:spcAft>
        <a:buClr>
          <a:schemeClr val="tx1"/>
        </a:buClr>
        <a:buChar char="•"/>
        <a:defRPr>
          <a:solidFill>
            <a:schemeClr val="tx1"/>
          </a:solidFill>
          <a:latin typeface="+mn-lt"/>
        </a:defRPr>
      </a:lvl8pPr>
      <a:lvl9pPr marL="3886200" indent="-228600" algn="l" rtl="0" eaLnBrk="0" fontAlgn="base" hangingPunct="0">
        <a:spcBef>
          <a:spcPct val="20000"/>
        </a:spcBef>
        <a:spcAft>
          <a:spcPct val="0"/>
        </a:spcAft>
        <a:buClr>
          <a:schemeClr val="tx1"/>
        </a:buClr>
        <a:buChar char="•"/>
        <a:defRPr>
          <a:solidFill>
            <a:schemeClr val="tx1"/>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16386"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16387" name="Rectangle 4"/>
          <p:cNvSpPr>
            <a:spLocks noGrp="1" noChangeArrowheads="1"/>
          </p:cNvSpPr>
          <p:nvPr>
            <p:ph type="ctrTitle"/>
          </p:nvPr>
        </p:nvSpPr>
        <p:spPr>
          <a:xfrm>
            <a:off x="685800" y="2286000"/>
            <a:ext cx="7772400" cy="1143000"/>
          </a:xfrm>
        </p:spPr>
        <p:txBody>
          <a:bodyPr/>
          <a:lstStyle/>
          <a:p>
            <a:pPr algn="ctr"/>
            <a:r>
              <a:rPr lang="en-US" altLang="tr-TR" smtClean="0"/>
              <a:t>Hash-Based Indexes</a:t>
            </a:r>
          </a:p>
        </p:txBody>
      </p:sp>
      <p:sp>
        <p:nvSpPr>
          <p:cNvPr id="16388" name="Rectangle 5"/>
          <p:cNvSpPr>
            <a:spLocks noGrp="1" noChangeArrowheads="1"/>
          </p:cNvSpPr>
          <p:nvPr>
            <p:ph type="subTitle" idx="1"/>
          </p:nvPr>
        </p:nvSpPr>
        <p:spPr/>
        <p:txBody>
          <a:bodyPr/>
          <a:lstStyle/>
          <a:p>
            <a:pPr marL="342900" indent="-342900"/>
            <a:r>
              <a:rPr lang="en-US" altLang="tr-TR" smtClean="0"/>
              <a:t>Chapter 11</a:t>
            </a:r>
          </a:p>
        </p:txBody>
      </p:sp>
    </p:spTree>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Başlık 1"/>
          <p:cNvSpPr>
            <a:spLocks noGrp="1"/>
          </p:cNvSpPr>
          <p:nvPr>
            <p:ph type="title"/>
          </p:nvPr>
        </p:nvSpPr>
        <p:spPr>
          <a:xfrm>
            <a:off x="838200" y="228600"/>
            <a:ext cx="7772400" cy="838200"/>
          </a:xfrm>
        </p:spPr>
        <p:txBody>
          <a:bodyPr/>
          <a:lstStyle/>
          <a:p>
            <a:r>
              <a:rPr lang="en-US" altLang="tr-TR" smtClean="0"/>
              <a:t>Motivation</a:t>
            </a:r>
            <a:endParaRPr lang="tr-TR" smtClean="0"/>
          </a:p>
        </p:txBody>
      </p:sp>
      <p:sp>
        <p:nvSpPr>
          <p:cNvPr id="18434" name="İçerik Yer Tutucusu 2"/>
          <p:cNvSpPr>
            <a:spLocks noGrp="1"/>
          </p:cNvSpPr>
          <p:nvPr>
            <p:ph idx="1"/>
          </p:nvPr>
        </p:nvSpPr>
        <p:spPr>
          <a:xfrm>
            <a:off x="838200" y="1143000"/>
            <a:ext cx="7772400" cy="5181600"/>
          </a:xfrm>
        </p:spPr>
        <p:txBody>
          <a:bodyPr/>
          <a:lstStyle/>
          <a:p>
            <a:r>
              <a:rPr lang="en-US" altLang="tr-TR" smtClean="0"/>
              <a:t>The primary goal is to locate the desired record in a single access of disk.</a:t>
            </a:r>
          </a:p>
          <a:p>
            <a:pPr lvl="1"/>
            <a:r>
              <a:rPr lang="en-US" altLang="tr-TR" smtClean="0"/>
              <a:t>Sequential search: O(N)</a:t>
            </a:r>
          </a:p>
          <a:p>
            <a:pPr lvl="1"/>
            <a:r>
              <a:rPr lang="en-US" altLang="tr-TR" smtClean="0"/>
              <a:t>B+ trees: O(log</a:t>
            </a:r>
            <a:r>
              <a:rPr lang="en-US" altLang="tr-TR" baseline="-25000" smtClean="0"/>
              <a:t>k </a:t>
            </a:r>
            <a:r>
              <a:rPr lang="en-US" altLang="tr-TR" smtClean="0"/>
              <a:t>N)</a:t>
            </a:r>
          </a:p>
          <a:p>
            <a:pPr lvl="1"/>
            <a:r>
              <a:rPr lang="en-US" altLang="tr-TR" smtClean="0"/>
              <a:t>Hashing: O(1)</a:t>
            </a:r>
          </a:p>
          <a:p>
            <a:r>
              <a:rPr lang="en-US" altLang="tr-TR" smtClean="0"/>
              <a:t>In hashing, the key of a record is transformed into an address and the record is stored at that address.</a:t>
            </a:r>
          </a:p>
          <a:p>
            <a:r>
              <a:rPr lang="en-US" altLang="zh-TW" u="sng" smtClean="0">
                <a:ea typeface="PMingLiU" pitchFamily="18" charset="-120"/>
              </a:rPr>
              <a:t>Hash-based</a:t>
            </a:r>
            <a:r>
              <a:rPr lang="en-US" altLang="zh-TW" smtClean="0">
                <a:ea typeface="PMingLiU" pitchFamily="18" charset="-120"/>
              </a:rPr>
              <a:t> indexes are best for equality selections. </a:t>
            </a:r>
            <a:r>
              <a:rPr lang="en-US" altLang="zh-TW" b="1" smtClean="0">
                <a:ea typeface="PMingLiU" pitchFamily="18" charset="-120"/>
              </a:rPr>
              <a:t>Cannot</a:t>
            </a:r>
            <a:r>
              <a:rPr lang="en-US" altLang="zh-TW" smtClean="0">
                <a:ea typeface="PMingLiU" pitchFamily="18" charset="-120"/>
              </a:rPr>
              <a:t> support range searches.</a:t>
            </a:r>
          </a:p>
          <a:p>
            <a:r>
              <a:rPr lang="en-US" altLang="zh-TW" smtClean="0">
                <a:ea typeface="PMingLiU" pitchFamily="18" charset="-120"/>
              </a:rPr>
              <a:t>Static and dynamic hashing techniques exist.</a:t>
            </a:r>
            <a:endParaRPr lang="tr-TR"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19458"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19459" name="Rectangle 4"/>
          <p:cNvSpPr>
            <a:spLocks noGrp="1" noChangeArrowheads="1"/>
          </p:cNvSpPr>
          <p:nvPr>
            <p:ph type="title"/>
          </p:nvPr>
        </p:nvSpPr>
        <p:spPr/>
        <p:txBody>
          <a:bodyPr/>
          <a:lstStyle/>
          <a:p>
            <a:r>
              <a:rPr lang="en-US" altLang="tr-TR" sz="3600" smtClean="0"/>
              <a:t>Introduction</a:t>
            </a:r>
          </a:p>
        </p:txBody>
      </p:sp>
      <p:sp>
        <p:nvSpPr>
          <p:cNvPr id="19460" name="Rectangle 5"/>
          <p:cNvSpPr>
            <a:spLocks noGrp="1" noChangeArrowheads="1"/>
          </p:cNvSpPr>
          <p:nvPr>
            <p:ph type="body" idx="1"/>
          </p:nvPr>
        </p:nvSpPr>
        <p:spPr>
          <a:xfrm>
            <a:off x="457200" y="1714500"/>
            <a:ext cx="8534400" cy="4876800"/>
          </a:xfrm>
        </p:spPr>
        <p:txBody>
          <a:bodyPr/>
          <a:lstStyle/>
          <a:p>
            <a:r>
              <a:rPr lang="en-US" altLang="tr-TR" i="1" smtClean="0"/>
              <a:t>As for any index, 3 alternatives for data entries </a:t>
            </a:r>
            <a:r>
              <a:rPr lang="en-US" altLang="tr-TR" b="1" smtClean="0"/>
              <a:t>k*</a:t>
            </a:r>
            <a:r>
              <a:rPr lang="en-US" altLang="tr-TR" smtClean="0"/>
              <a:t>:</a:t>
            </a:r>
          </a:p>
          <a:p>
            <a:pPr lvl="1"/>
            <a:r>
              <a:rPr lang="en-US" altLang="tr-TR" smtClean="0"/>
              <a:t> Data record with key value</a:t>
            </a:r>
            <a:r>
              <a:rPr lang="en-US" altLang="tr-TR" b="1" smtClean="0"/>
              <a:t> k</a:t>
            </a:r>
          </a:p>
          <a:p>
            <a:pPr lvl="1"/>
            <a:r>
              <a:rPr lang="en-US" altLang="tr-TR" smtClean="0"/>
              <a:t> &lt;</a:t>
            </a:r>
            <a:r>
              <a:rPr lang="en-US" altLang="tr-TR" b="1" smtClean="0"/>
              <a:t>k</a:t>
            </a:r>
            <a:r>
              <a:rPr lang="en-US" altLang="tr-TR" smtClean="0"/>
              <a:t>, rid of data record with search key value</a:t>
            </a:r>
            <a:r>
              <a:rPr lang="en-US" altLang="tr-TR" b="1" smtClean="0"/>
              <a:t> k</a:t>
            </a:r>
            <a:r>
              <a:rPr lang="en-US" altLang="tr-TR" smtClean="0"/>
              <a:t>&gt;</a:t>
            </a:r>
          </a:p>
          <a:p>
            <a:pPr lvl="1"/>
            <a:r>
              <a:rPr lang="en-US" altLang="tr-TR" smtClean="0"/>
              <a:t> &lt;</a:t>
            </a:r>
            <a:r>
              <a:rPr lang="en-US" altLang="tr-TR" b="1" smtClean="0"/>
              <a:t>k</a:t>
            </a:r>
            <a:r>
              <a:rPr lang="en-US" altLang="tr-TR" smtClean="0"/>
              <a:t>, list of rids of data records with search key </a:t>
            </a:r>
            <a:r>
              <a:rPr lang="en-US" altLang="tr-TR" b="1" smtClean="0"/>
              <a:t>k</a:t>
            </a:r>
            <a:r>
              <a:rPr lang="en-US" altLang="tr-TR" smtClean="0"/>
              <a:t>&gt;</a:t>
            </a:r>
          </a:p>
          <a:p>
            <a:pPr lvl="1">
              <a:buSzPct val="75000"/>
            </a:pPr>
            <a:r>
              <a:rPr lang="en-US" altLang="tr-TR" smtClean="0"/>
              <a:t>Choice orthogonal to the </a:t>
            </a:r>
            <a:r>
              <a:rPr lang="en-US" altLang="tr-TR" i="1" smtClean="0"/>
              <a:t>indexing technique</a:t>
            </a:r>
            <a:endParaRPr lang="en-US" altLang="tr-TR" smtClean="0"/>
          </a:p>
          <a:p>
            <a:r>
              <a:rPr lang="en-US" altLang="tr-TR" i="1" u="sng" smtClean="0">
                <a:solidFill>
                  <a:schemeClr val="accent2"/>
                </a:solidFill>
              </a:rPr>
              <a:t>Hash-based</a:t>
            </a:r>
            <a:r>
              <a:rPr lang="en-US" altLang="tr-TR" smtClean="0"/>
              <a:t> indexes are best for </a:t>
            </a:r>
            <a:r>
              <a:rPr lang="en-US" altLang="tr-TR" i="1" smtClean="0">
                <a:solidFill>
                  <a:schemeClr val="accent2"/>
                </a:solidFill>
              </a:rPr>
              <a:t>equality</a:t>
            </a:r>
            <a:r>
              <a:rPr lang="en-US" altLang="tr-TR" smtClean="0"/>
              <a:t> </a:t>
            </a:r>
            <a:r>
              <a:rPr lang="en-US" altLang="tr-TR" i="1" smtClean="0">
                <a:solidFill>
                  <a:schemeClr val="accent2"/>
                </a:solidFill>
              </a:rPr>
              <a:t>selections</a:t>
            </a:r>
            <a:r>
              <a:rPr lang="en-US" altLang="tr-TR" smtClean="0"/>
              <a:t>. </a:t>
            </a:r>
            <a:r>
              <a:rPr lang="en-US" altLang="tr-TR" b="1" i="1" smtClean="0"/>
              <a:t>Cannot</a:t>
            </a:r>
            <a:r>
              <a:rPr lang="en-US" altLang="tr-TR" smtClean="0"/>
              <a:t> support range searches.</a:t>
            </a:r>
          </a:p>
          <a:p>
            <a:r>
              <a:rPr lang="en-US" altLang="tr-TR" smtClean="0"/>
              <a:t>Static and dynamic hashing techniques exist; trade-offs similar to ISAM vs. B+ trees.</a:t>
            </a:r>
          </a:p>
        </p:txBody>
      </p:sp>
    </p:spTree>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Başlık 1"/>
          <p:cNvSpPr>
            <a:spLocks noGrp="1"/>
          </p:cNvSpPr>
          <p:nvPr>
            <p:ph type="title"/>
          </p:nvPr>
        </p:nvSpPr>
        <p:spPr>
          <a:xfrm>
            <a:off x="685800" y="381000"/>
            <a:ext cx="7772400" cy="838200"/>
          </a:xfrm>
        </p:spPr>
        <p:txBody>
          <a:bodyPr/>
          <a:lstStyle/>
          <a:p>
            <a:r>
              <a:rPr lang="en-US" altLang="zh-TW" smtClean="0">
                <a:ea typeface="PMingLiU" pitchFamily="18" charset="-120"/>
              </a:rPr>
              <a:t>Hash-based Index</a:t>
            </a:r>
            <a:endParaRPr lang="tr-TR" smtClean="0"/>
          </a:p>
        </p:txBody>
      </p:sp>
      <p:sp>
        <p:nvSpPr>
          <p:cNvPr id="21506" name="İçerik Yer Tutucusu 2"/>
          <p:cNvSpPr>
            <a:spLocks noGrp="1"/>
          </p:cNvSpPr>
          <p:nvPr>
            <p:ph idx="1"/>
          </p:nvPr>
        </p:nvSpPr>
        <p:spPr>
          <a:xfrm>
            <a:off x="304800" y="1371600"/>
            <a:ext cx="8305800" cy="5181600"/>
          </a:xfrm>
        </p:spPr>
        <p:txBody>
          <a:bodyPr/>
          <a:lstStyle/>
          <a:p>
            <a:r>
              <a:rPr lang="en-US" altLang="zh-TW" smtClean="0">
                <a:ea typeface="PMingLiU" pitchFamily="18" charset="-120"/>
              </a:rPr>
              <a:t>Data entries are kept in </a:t>
            </a:r>
            <a:r>
              <a:rPr lang="en-US" altLang="zh-TW" b="1" i="1" smtClean="0">
                <a:ea typeface="PMingLiU" pitchFamily="18" charset="-120"/>
              </a:rPr>
              <a:t>buckets </a:t>
            </a:r>
            <a:r>
              <a:rPr lang="en-US" altLang="zh-TW" smtClean="0">
                <a:ea typeface="PMingLiU" pitchFamily="18" charset="-120"/>
              </a:rPr>
              <a:t>(an abstract term)</a:t>
            </a:r>
          </a:p>
          <a:p>
            <a:r>
              <a:rPr lang="en-US" altLang="zh-TW" smtClean="0">
                <a:ea typeface="PMingLiU" pitchFamily="18" charset="-120"/>
              </a:rPr>
              <a:t>Each bucket is a collection of one primary page and zero or more overflow pages.</a:t>
            </a:r>
          </a:p>
          <a:p>
            <a:r>
              <a:rPr lang="en-US" altLang="zh-TW" smtClean="0">
                <a:ea typeface="PMingLiU" pitchFamily="18" charset="-120"/>
              </a:rPr>
              <a:t>Given a search key value, k, we can find the bucket where the data entry k* is stored as follows:</a:t>
            </a:r>
          </a:p>
          <a:p>
            <a:pPr lvl="1"/>
            <a:r>
              <a:rPr lang="en-US" altLang="zh-TW" smtClean="0">
                <a:ea typeface="PMingLiU" pitchFamily="18" charset="-120"/>
              </a:rPr>
              <a:t>Use a </a:t>
            </a:r>
            <a:r>
              <a:rPr lang="en-US" altLang="zh-TW" i="1" smtClean="0">
                <a:ea typeface="PMingLiU" pitchFamily="18" charset="-120"/>
              </a:rPr>
              <a:t>hash function, </a:t>
            </a:r>
            <a:r>
              <a:rPr lang="en-US" altLang="zh-TW" smtClean="0">
                <a:ea typeface="PMingLiU" pitchFamily="18" charset="-120"/>
              </a:rPr>
              <a:t>denoted by </a:t>
            </a:r>
            <a:r>
              <a:rPr lang="en-US" altLang="zh-TW" i="1" smtClean="0">
                <a:ea typeface="PMingLiU" pitchFamily="18" charset="-120"/>
              </a:rPr>
              <a:t>h</a:t>
            </a:r>
          </a:p>
          <a:p>
            <a:pPr lvl="1"/>
            <a:r>
              <a:rPr lang="en-US" altLang="zh-TW" smtClean="0">
                <a:ea typeface="PMingLiU" pitchFamily="18" charset="-120"/>
              </a:rPr>
              <a:t>The value of </a:t>
            </a:r>
            <a:r>
              <a:rPr lang="en-US" altLang="zh-TW" i="1" smtClean="0">
                <a:ea typeface="PMingLiU" pitchFamily="18" charset="-120"/>
              </a:rPr>
              <a:t>h</a:t>
            </a:r>
            <a:r>
              <a:rPr lang="en-US" altLang="zh-TW" smtClean="0">
                <a:ea typeface="PMingLiU" pitchFamily="18" charset="-120"/>
              </a:rPr>
              <a:t>(k) is the address for the desired bucket. </a:t>
            </a:r>
            <a:br>
              <a:rPr lang="en-US" altLang="zh-TW" smtClean="0">
                <a:ea typeface="PMingLiU" pitchFamily="18" charset="-120"/>
              </a:rPr>
            </a:br>
            <a:r>
              <a:rPr lang="en-US" altLang="zh-TW" i="1" smtClean="0">
                <a:ea typeface="PMingLiU" pitchFamily="18" charset="-120"/>
              </a:rPr>
              <a:t>h</a:t>
            </a:r>
            <a:r>
              <a:rPr lang="en-US" altLang="zh-TW" smtClean="0">
                <a:ea typeface="PMingLiU" pitchFamily="18" charset="-120"/>
              </a:rPr>
              <a:t>(k) should distribute the search key values </a:t>
            </a:r>
            <a:r>
              <a:rPr lang="en-US" altLang="zh-TW" i="1" smtClean="0">
                <a:ea typeface="PMingLiU" pitchFamily="18" charset="-120"/>
              </a:rPr>
              <a:t>uniformly</a:t>
            </a:r>
            <a:r>
              <a:rPr lang="en-US" altLang="zh-TW" smtClean="0">
                <a:ea typeface="PMingLiU" pitchFamily="18" charset="-120"/>
              </a:rPr>
              <a:t> over the collection of buckets</a:t>
            </a:r>
          </a:p>
          <a:p>
            <a:endParaRPr lang="tr-TR"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Başlık 1"/>
          <p:cNvSpPr>
            <a:spLocks noGrp="1"/>
          </p:cNvSpPr>
          <p:nvPr>
            <p:ph type="title"/>
          </p:nvPr>
        </p:nvSpPr>
        <p:spPr/>
        <p:txBody>
          <a:bodyPr/>
          <a:lstStyle/>
          <a:p>
            <a:r>
              <a:rPr lang="en-US" altLang="tr-TR" smtClean="0"/>
              <a:t>Design Factors</a:t>
            </a:r>
            <a:endParaRPr lang="tr-TR" smtClean="0"/>
          </a:p>
        </p:txBody>
      </p:sp>
      <p:sp>
        <p:nvSpPr>
          <p:cNvPr id="22530" name="İçerik Yer Tutucusu 2"/>
          <p:cNvSpPr>
            <a:spLocks noGrp="1"/>
          </p:cNvSpPr>
          <p:nvPr>
            <p:ph idx="1"/>
          </p:nvPr>
        </p:nvSpPr>
        <p:spPr>
          <a:xfrm>
            <a:off x="838200" y="1714500"/>
            <a:ext cx="7772400" cy="4610100"/>
          </a:xfrm>
        </p:spPr>
        <p:txBody>
          <a:bodyPr/>
          <a:lstStyle/>
          <a:p>
            <a:r>
              <a:rPr lang="en-US" altLang="tr-TR" u="sng" smtClean="0"/>
              <a:t>Bucket size:</a:t>
            </a:r>
            <a:r>
              <a:rPr lang="en-US" altLang="tr-TR" smtClean="0"/>
              <a:t> the number of records that can be held at the same address.</a:t>
            </a:r>
          </a:p>
          <a:p>
            <a:r>
              <a:rPr lang="en-US" altLang="tr-TR" u="sng" smtClean="0"/>
              <a:t>Loading factor</a:t>
            </a:r>
            <a:r>
              <a:rPr lang="en-US" altLang="tr-TR" smtClean="0"/>
              <a:t>: the ratio of the number of records put in the file to the total capacity of the buckets.</a:t>
            </a:r>
          </a:p>
          <a:p>
            <a:r>
              <a:rPr lang="en-US" altLang="tr-TR" u="sng" smtClean="0"/>
              <a:t>Hash function</a:t>
            </a:r>
            <a:r>
              <a:rPr lang="en-US" altLang="tr-TR" smtClean="0"/>
              <a:t>: should evenly distribute the keys among the addresses.</a:t>
            </a:r>
          </a:p>
          <a:p>
            <a:r>
              <a:rPr lang="en-US" altLang="tr-TR" u="sng" smtClean="0"/>
              <a:t>Overflow resolution technique</a:t>
            </a:r>
            <a:r>
              <a:rPr lang="en-US" altLang="tr-TR" smtClean="0"/>
              <a:t>.</a:t>
            </a:r>
          </a:p>
          <a:p>
            <a:endParaRPr lang="tr-TR"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Başlık 1"/>
          <p:cNvSpPr>
            <a:spLocks noGrp="1"/>
          </p:cNvSpPr>
          <p:nvPr>
            <p:ph type="title"/>
          </p:nvPr>
        </p:nvSpPr>
        <p:spPr>
          <a:xfrm>
            <a:off x="838200" y="228600"/>
            <a:ext cx="7772400" cy="800100"/>
          </a:xfrm>
        </p:spPr>
        <p:txBody>
          <a:bodyPr/>
          <a:lstStyle/>
          <a:p>
            <a:r>
              <a:rPr lang="en-US" altLang="tr-TR" smtClean="0"/>
              <a:t>Hash Functions</a:t>
            </a:r>
            <a:endParaRPr lang="tr-TR" smtClean="0"/>
          </a:p>
        </p:txBody>
      </p:sp>
      <p:sp>
        <p:nvSpPr>
          <p:cNvPr id="23554" name="İçerik Yer Tutucusu 2"/>
          <p:cNvSpPr>
            <a:spLocks noGrp="1"/>
          </p:cNvSpPr>
          <p:nvPr>
            <p:ph idx="1"/>
          </p:nvPr>
        </p:nvSpPr>
        <p:spPr>
          <a:xfrm>
            <a:off x="838200" y="1371600"/>
            <a:ext cx="7772400" cy="5105400"/>
          </a:xfrm>
        </p:spPr>
        <p:txBody>
          <a:bodyPr/>
          <a:lstStyle/>
          <a:p>
            <a:pPr>
              <a:lnSpc>
                <a:spcPct val="90000"/>
              </a:lnSpc>
            </a:pPr>
            <a:r>
              <a:rPr lang="en-US" altLang="tr-TR" b="1" smtClean="0"/>
              <a:t>Key mod N:</a:t>
            </a:r>
          </a:p>
          <a:p>
            <a:pPr lvl="1">
              <a:lnSpc>
                <a:spcPct val="90000"/>
              </a:lnSpc>
            </a:pPr>
            <a:r>
              <a:rPr lang="en-US" altLang="tr-TR" smtClean="0"/>
              <a:t>N is the size of the table, better if it is prime.</a:t>
            </a:r>
          </a:p>
          <a:p>
            <a:pPr>
              <a:lnSpc>
                <a:spcPct val="90000"/>
              </a:lnSpc>
            </a:pPr>
            <a:r>
              <a:rPr lang="en-US" altLang="tr-TR" b="1" smtClean="0"/>
              <a:t>Folding:</a:t>
            </a:r>
          </a:p>
          <a:p>
            <a:pPr lvl="1">
              <a:lnSpc>
                <a:spcPct val="90000"/>
              </a:lnSpc>
            </a:pPr>
            <a:r>
              <a:rPr lang="en-US" altLang="tr-TR" smtClean="0"/>
              <a:t>e.g. 123|456|789: add them and take mod.</a:t>
            </a:r>
          </a:p>
          <a:p>
            <a:pPr>
              <a:lnSpc>
                <a:spcPct val="90000"/>
              </a:lnSpc>
            </a:pPr>
            <a:r>
              <a:rPr lang="en-US" altLang="tr-TR" b="1" smtClean="0"/>
              <a:t>Truncation: </a:t>
            </a:r>
          </a:p>
          <a:p>
            <a:pPr lvl="1">
              <a:lnSpc>
                <a:spcPct val="90000"/>
              </a:lnSpc>
            </a:pPr>
            <a:r>
              <a:rPr lang="en-US" altLang="tr-TR" smtClean="0"/>
              <a:t>e.g. 123456789  map to a table of 1000 addresses by picking 3 digits of the key.</a:t>
            </a:r>
          </a:p>
          <a:p>
            <a:pPr>
              <a:lnSpc>
                <a:spcPct val="90000"/>
              </a:lnSpc>
            </a:pPr>
            <a:r>
              <a:rPr lang="en-US" altLang="tr-TR" b="1" smtClean="0"/>
              <a:t>Squaring:</a:t>
            </a:r>
          </a:p>
          <a:p>
            <a:pPr lvl="1">
              <a:lnSpc>
                <a:spcPct val="90000"/>
              </a:lnSpc>
            </a:pPr>
            <a:r>
              <a:rPr lang="en-US" altLang="tr-TR" smtClean="0"/>
              <a:t>Square the key and then truncate</a:t>
            </a:r>
          </a:p>
          <a:p>
            <a:pPr>
              <a:lnSpc>
                <a:spcPct val="90000"/>
              </a:lnSpc>
            </a:pPr>
            <a:r>
              <a:rPr lang="en-US" altLang="tr-TR" b="1" smtClean="0"/>
              <a:t>Radix conversion:</a:t>
            </a:r>
            <a:r>
              <a:rPr lang="en-US" altLang="tr-TR" smtClean="0"/>
              <a:t> </a:t>
            </a:r>
          </a:p>
          <a:p>
            <a:pPr lvl="1">
              <a:lnSpc>
                <a:spcPct val="90000"/>
              </a:lnSpc>
            </a:pPr>
            <a:r>
              <a:rPr lang="en-US" altLang="tr-TR" smtClean="0"/>
              <a:t>e.g. 1 2 3 4  treat it to be base 11, truncate if necessary.</a:t>
            </a:r>
          </a:p>
          <a:p>
            <a:endParaRPr lang="tr-TR"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24578"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24579" name="Rectangle 4"/>
          <p:cNvSpPr>
            <a:spLocks noGrp="1" noChangeArrowheads="1"/>
          </p:cNvSpPr>
          <p:nvPr>
            <p:ph type="title"/>
          </p:nvPr>
        </p:nvSpPr>
        <p:spPr/>
        <p:txBody>
          <a:bodyPr/>
          <a:lstStyle/>
          <a:p>
            <a:r>
              <a:rPr lang="en-US" altLang="tr-TR" smtClean="0"/>
              <a:t>Static Hashing</a:t>
            </a:r>
          </a:p>
        </p:txBody>
      </p:sp>
      <p:sp>
        <p:nvSpPr>
          <p:cNvPr id="24580" name="Rectangle 5"/>
          <p:cNvSpPr>
            <a:spLocks noGrp="1" noChangeArrowheads="1"/>
          </p:cNvSpPr>
          <p:nvPr>
            <p:ph type="body" idx="1"/>
          </p:nvPr>
        </p:nvSpPr>
        <p:spPr>
          <a:xfrm>
            <a:off x="685800" y="1524000"/>
            <a:ext cx="8077200" cy="4800600"/>
          </a:xfrm>
        </p:spPr>
        <p:txBody>
          <a:bodyPr/>
          <a:lstStyle/>
          <a:p>
            <a:r>
              <a:rPr lang="en-US" altLang="tr-TR" smtClean="0"/>
              <a:t># primary pages fixed, allocated sequentially, never de-allocated; overflow pages if needed.</a:t>
            </a:r>
          </a:p>
          <a:p>
            <a:r>
              <a:rPr lang="en-US" altLang="tr-TR" b="1" smtClean="0">
                <a:solidFill>
                  <a:schemeClr val="accent2"/>
                </a:solidFill>
              </a:rPr>
              <a:t>h</a:t>
            </a:r>
            <a:r>
              <a:rPr lang="en-US" altLang="tr-TR" smtClean="0">
                <a:solidFill>
                  <a:schemeClr val="accent2"/>
                </a:solidFill>
              </a:rPr>
              <a:t>(</a:t>
            </a:r>
            <a:r>
              <a:rPr lang="en-US" altLang="tr-TR" i="1" smtClean="0">
                <a:solidFill>
                  <a:schemeClr val="accent2"/>
                </a:solidFill>
              </a:rPr>
              <a:t>k</a:t>
            </a:r>
            <a:r>
              <a:rPr lang="en-US" altLang="tr-TR" smtClean="0">
                <a:solidFill>
                  <a:schemeClr val="accent2"/>
                </a:solidFill>
              </a:rPr>
              <a:t>) mod </a:t>
            </a:r>
            <a:r>
              <a:rPr lang="tr-TR" altLang="tr-TR" smtClean="0">
                <a:solidFill>
                  <a:schemeClr val="accent2"/>
                </a:solidFill>
              </a:rPr>
              <a:t>N</a:t>
            </a:r>
            <a:r>
              <a:rPr lang="en-US" altLang="tr-TR" smtClean="0">
                <a:solidFill>
                  <a:schemeClr val="accent2"/>
                </a:solidFill>
              </a:rPr>
              <a:t> </a:t>
            </a:r>
            <a:r>
              <a:rPr lang="en-US" altLang="tr-TR" smtClean="0"/>
              <a:t>= bucket to which data entry with</a:t>
            </a:r>
            <a:r>
              <a:rPr lang="en-US" altLang="tr-TR" i="1" smtClean="0"/>
              <a:t> </a:t>
            </a:r>
            <a:r>
              <a:rPr lang="en-US" altLang="tr-TR" smtClean="0"/>
              <a:t>key</a:t>
            </a:r>
            <a:r>
              <a:rPr lang="en-US" altLang="tr-TR" i="1" smtClean="0"/>
              <a:t> k </a:t>
            </a:r>
            <a:r>
              <a:rPr lang="en-US" altLang="tr-TR" smtClean="0"/>
              <a:t>belongs</a:t>
            </a:r>
            <a:r>
              <a:rPr lang="en-US" altLang="tr-TR" i="1" smtClean="0"/>
              <a:t>. </a:t>
            </a:r>
            <a:r>
              <a:rPr lang="en-US" altLang="tr-TR" smtClean="0"/>
              <a:t>(</a:t>
            </a:r>
            <a:r>
              <a:rPr lang="tr-TR" altLang="tr-TR" smtClean="0"/>
              <a:t>N</a:t>
            </a:r>
            <a:r>
              <a:rPr lang="en-US" altLang="tr-TR" smtClean="0"/>
              <a:t> = # of buckets)</a:t>
            </a:r>
          </a:p>
        </p:txBody>
      </p:sp>
      <p:sp>
        <p:nvSpPr>
          <p:cNvPr id="24581" name="Freeform 6"/>
          <p:cNvSpPr>
            <a:spLocks/>
          </p:cNvSpPr>
          <p:nvPr/>
        </p:nvSpPr>
        <p:spPr bwMode="auto">
          <a:xfrm>
            <a:off x="5138738" y="4073525"/>
            <a:ext cx="746125" cy="352425"/>
          </a:xfrm>
          <a:custGeom>
            <a:avLst/>
            <a:gdLst>
              <a:gd name="T0" fmla="*/ 0 w 470"/>
              <a:gd name="T1" fmla="*/ 350838 h 222"/>
              <a:gd name="T2" fmla="*/ 0 w 470"/>
              <a:gd name="T3" fmla="*/ 0 h 222"/>
              <a:gd name="T4" fmla="*/ 744538 w 470"/>
              <a:gd name="T5" fmla="*/ 0 h 222"/>
              <a:gd name="T6" fmla="*/ 744538 w 470"/>
              <a:gd name="T7" fmla="*/ 350838 h 222"/>
              <a:gd name="T8" fmla="*/ 0 w 470"/>
              <a:gd name="T9" fmla="*/ 350838 h 222"/>
              <a:gd name="T10" fmla="*/ 0 60000 65536"/>
              <a:gd name="T11" fmla="*/ 0 60000 65536"/>
              <a:gd name="T12" fmla="*/ 0 60000 65536"/>
              <a:gd name="T13" fmla="*/ 0 60000 65536"/>
              <a:gd name="T14" fmla="*/ 0 60000 65536"/>
              <a:gd name="T15" fmla="*/ 0 w 470"/>
              <a:gd name="T16" fmla="*/ 0 h 222"/>
              <a:gd name="T17" fmla="*/ 470 w 470"/>
              <a:gd name="T18" fmla="*/ 222 h 222"/>
            </a:gdLst>
            <a:ahLst/>
            <a:cxnLst>
              <a:cxn ang="T10">
                <a:pos x="T0" y="T1"/>
              </a:cxn>
              <a:cxn ang="T11">
                <a:pos x="T2" y="T3"/>
              </a:cxn>
              <a:cxn ang="T12">
                <a:pos x="T4" y="T5"/>
              </a:cxn>
              <a:cxn ang="T13">
                <a:pos x="T6" y="T7"/>
              </a:cxn>
              <a:cxn ang="T14">
                <a:pos x="T8" y="T9"/>
              </a:cxn>
            </a:cxnLst>
            <a:rect l="T15" t="T16" r="T17" b="T18"/>
            <a:pathLst>
              <a:path w="470" h="222">
                <a:moveTo>
                  <a:pt x="0" y="221"/>
                </a:moveTo>
                <a:lnTo>
                  <a:pt x="0" y="0"/>
                </a:lnTo>
                <a:lnTo>
                  <a:pt x="469" y="0"/>
                </a:lnTo>
                <a:lnTo>
                  <a:pt x="469" y="221"/>
                </a:lnTo>
                <a:lnTo>
                  <a:pt x="0" y="221"/>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82" name="Freeform 7"/>
          <p:cNvSpPr>
            <a:spLocks/>
          </p:cNvSpPr>
          <p:nvPr/>
        </p:nvSpPr>
        <p:spPr bwMode="auto">
          <a:xfrm>
            <a:off x="2425700" y="4605338"/>
            <a:ext cx="293688" cy="352425"/>
          </a:xfrm>
          <a:custGeom>
            <a:avLst/>
            <a:gdLst>
              <a:gd name="T0" fmla="*/ 292100 w 185"/>
              <a:gd name="T1" fmla="*/ 174625 h 222"/>
              <a:gd name="T2" fmla="*/ 279400 w 185"/>
              <a:gd name="T3" fmla="*/ 106363 h 222"/>
              <a:gd name="T4" fmla="*/ 247650 w 185"/>
              <a:gd name="T5" fmla="*/ 50800 h 222"/>
              <a:gd name="T6" fmla="*/ 201613 w 185"/>
              <a:gd name="T7" fmla="*/ 12700 h 222"/>
              <a:gd name="T8" fmla="*/ 146050 w 185"/>
              <a:gd name="T9" fmla="*/ 0 h 222"/>
              <a:gd name="T10" fmla="*/ 88900 w 185"/>
              <a:gd name="T11" fmla="*/ 12700 h 222"/>
              <a:gd name="T12" fmla="*/ 42863 w 185"/>
              <a:gd name="T13" fmla="*/ 50800 h 222"/>
              <a:gd name="T14" fmla="*/ 11113 w 185"/>
              <a:gd name="T15" fmla="*/ 106363 h 222"/>
              <a:gd name="T16" fmla="*/ 0 w 185"/>
              <a:gd name="T17" fmla="*/ 174625 h 222"/>
              <a:gd name="T18" fmla="*/ 11113 w 185"/>
              <a:gd name="T19" fmla="*/ 242888 h 222"/>
              <a:gd name="T20" fmla="*/ 42863 w 185"/>
              <a:gd name="T21" fmla="*/ 298450 h 222"/>
              <a:gd name="T22" fmla="*/ 88900 w 185"/>
              <a:gd name="T23" fmla="*/ 336550 h 222"/>
              <a:gd name="T24" fmla="*/ 146050 w 185"/>
              <a:gd name="T25" fmla="*/ 350838 h 222"/>
              <a:gd name="T26" fmla="*/ 201613 w 185"/>
              <a:gd name="T27" fmla="*/ 336550 h 222"/>
              <a:gd name="T28" fmla="*/ 247650 w 185"/>
              <a:gd name="T29" fmla="*/ 298450 h 222"/>
              <a:gd name="T30" fmla="*/ 279400 w 185"/>
              <a:gd name="T31" fmla="*/ 242888 h 222"/>
              <a:gd name="T32" fmla="*/ 292100 w 185"/>
              <a:gd name="T33" fmla="*/ 174625 h 2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5"/>
              <a:gd name="T52" fmla="*/ 0 h 222"/>
              <a:gd name="T53" fmla="*/ 185 w 185"/>
              <a:gd name="T54" fmla="*/ 222 h 22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5" h="222">
                <a:moveTo>
                  <a:pt x="184" y="110"/>
                </a:moveTo>
                <a:lnTo>
                  <a:pt x="176" y="67"/>
                </a:lnTo>
                <a:lnTo>
                  <a:pt x="156" y="32"/>
                </a:lnTo>
                <a:lnTo>
                  <a:pt x="127" y="8"/>
                </a:lnTo>
                <a:lnTo>
                  <a:pt x="92" y="0"/>
                </a:lnTo>
                <a:lnTo>
                  <a:pt x="56" y="8"/>
                </a:lnTo>
                <a:lnTo>
                  <a:pt x="27" y="32"/>
                </a:lnTo>
                <a:lnTo>
                  <a:pt x="7" y="67"/>
                </a:lnTo>
                <a:lnTo>
                  <a:pt x="0" y="110"/>
                </a:lnTo>
                <a:lnTo>
                  <a:pt x="7" y="153"/>
                </a:lnTo>
                <a:lnTo>
                  <a:pt x="27" y="188"/>
                </a:lnTo>
                <a:lnTo>
                  <a:pt x="56" y="212"/>
                </a:lnTo>
                <a:lnTo>
                  <a:pt x="92" y="221"/>
                </a:lnTo>
                <a:lnTo>
                  <a:pt x="127" y="212"/>
                </a:lnTo>
                <a:lnTo>
                  <a:pt x="156" y="188"/>
                </a:lnTo>
                <a:lnTo>
                  <a:pt x="176" y="153"/>
                </a:lnTo>
                <a:lnTo>
                  <a:pt x="184" y="11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83" name="Freeform 8"/>
          <p:cNvSpPr>
            <a:spLocks/>
          </p:cNvSpPr>
          <p:nvPr/>
        </p:nvSpPr>
        <p:spPr bwMode="auto">
          <a:xfrm>
            <a:off x="3522663" y="3730625"/>
            <a:ext cx="784225" cy="2357438"/>
          </a:xfrm>
          <a:custGeom>
            <a:avLst/>
            <a:gdLst>
              <a:gd name="T0" fmla="*/ 0 w 494"/>
              <a:gd name="T1" fmla="*/ 2355851 h 1485"/>
              <a:gd name="T2" fmla="*/ 0 w 494"/>
              <a:gd name="T3" fmla="*/ 0 h 1485"/>
              <a:gd name="T4" fmla="*/ 782638 w 494"/>
              <a:gd name="T5" fmla="*/ 0 h 1485"/>
              <a:gd name="T6" fmla="*/ 782638 w 494"/>
              <a:gd name="T7" fmla="*/ 2355851 h 1485"/>
              <a:gd name="T8" fmla="*/ 0 w 494"/>
              <a:gd name="T9" fmla="*/ 2355851 h 1485"/>
              <a:gd name="T10" fmla="*/ 0 60000 65536"/>
              <a:gd name="T11" fmla="*/ 0 60000 65536"/>
              <a:gd name="T12" fmla="*/ 0 60000 65536"/>
              <a:gd name="T13" fmla="*/ 0 60000 65536"/>
              <a:gd name="T14" fmla="*/ 0 60000 65536"/>
              <a:gd name="T15" fmla="*/ 0 w 494"/>
              <a:gd name="T16" fmla="*/ 0 h 1485"/>
              <a:gd name="T17" fmla="*/ 494 w 494"/>
              <a:gd name="T18" fmla="*/ 1485 h 1485"/>
            </a:gdLst>
            <a:ahLst/>
            <a:cxnLst>
              <a:cxn ang="T10">
                <a:pos x="T0" y="T1"/>
              </a:cxn>
              <a:cxn ang="T11">
                <a:pos x="T2" y="T3"/>
              </a:cxn>
              <a:cxn ang="T12">
                <a:pos x="T4" y="T5"/>
              </a:cxn>
              <a:cxn ang="T13">
                <a:pos x="T6" y="T7"/>
              </a:cxn>
              <a:cxn ang="T14">
                <a:pos x="T8" y="T9"/>
              </a:cxn>
            </a:cxnLst>
            <a:rect l="T15" t="T16" r="T17" b="T18"/>
            <a:pathLst>
              <a:path w="494" h="1485">
                <a:moveTo>
                  <a:pt x="0" y="1484"/>
                </a:moveTo>
                <a:lnTo>
                  <a:pt x="0" y="0"/>
                </a:lnTo>
                <a:lnTo>
                  <a:pt x="493" y="0"/>
                </a:lnTo>
                <a:lnTo>
                  <a:pt x="493" y="1484"/>
                </a:lnTo>
                <a:lnTo>
                  <a:pt x="0" y="1484"/>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84" name="Rectangle 9"/>
          <p:cNvSpPr>
            <a:spLocks noChangeArrowheads="1"/>
          </p:cNvSpPr>
          <p:nvPr/>
        </p:nvSpPr>
        <p:spPr bwMode="auto">
          <a:xfrm>
            <a:off x="1766888" y="3840163"/>
            <a:ext cx="1463675" cy="363537"/>
          </a:xfrm>
          <a:prstGeom prst="rect">
            <a:avLst/>
          </a:prstGeom>
          <a:noFill/>
          <a:ln w="9525">
            <a:noFill/>
            <a:miter lim="800000"/>
            <a:headEnd/>
            <a:tailEnd/>
          </a:ln>
        </p:spPr>
        <p:txBody>
          <a:bodyPr wrap="none" lIns="90488" tIns="44450" rIns="90488" bIns="44450">
            <a:spAutoFit/>
          </a:bodyPr>
          <a:lstStyle/>
          <a:p>
            <a:pPr eaLnBrk="0" hangingPunct="0"/>
            <a:r>
              <a:rPr lang="en-US" altLang="tr-TR" sz="1800">
                <a:solidFill>
                  <a:srgbClr val="000000"/>
                </a:solidFill>
              </a:rPr>
              <a:t>h(key) mod N</a:t>
            </a:r>
          </a:p>
        </p:txBody>
      </p:sp>
      <p:sp>
        <p:nvSpPr>
          <p:cNvPr id="24585" name="Freeform 10"/>
          <p:cNvSpPr>
            <a:spLocks/>
          </p:cNvSpPr>
          <p:nvPr/>
        </p:nvSpPr>
        <p:spPr bwMode="auto">
          <a:xfrm>
            <a:off x="6248400" y="4276725"/>
            <a:ext cx="49213" cy="26988"/>
          </a:xfrm>
          <a:custGeom>
            <a:avLst/>
            <a:gdLst>
              <a:gd name="T0" fmla="*/ 47625 w 31"/>
              <a:gd name="T1" fmla="*/ 12700 h 17"/>
              <a:gd name="T2" fmla="*/ 23813 w 31"/>
              <a:gd name="T3" fmla="*/ 0 h 17"/>
              <a:gd name="T4" fmla="*/ 0 w 31"/>
              <a:gd name="T5" fmla="*/ 12700 h 17"/>
              <a:gd name="T6" fmla="*/ 23813 w 31"/>
              <a:gd name="T7" fmla="*/ 25400 h 17"/>
              <a:gd name="T8" fmla="*/ 47625 w 31"/>
              <a:gd name="T9" fmla="*/ 12700 h 17"/>
              <a:gd name="T10" fmla="*/ 0 60000 65536"/>
              <a:gd name="T11" fmla="*/ 0 60000 65536"/>
              <a:gd name="T12" fmla="*/ 0 60000 65536"/>
              <a:gd name="T13" fmla="*/ 0 60000 65536"/>
              <a:gd name="T14" fmla="*/ 0 60000 65536"/>
              <a:gd name="T15" fmla="*/ 0 w 31"/>
              <a:gd name="T16" fmla="*/ 0 h 17"/>
              <a:gd name="T17" fmla="*/ 31 w 31"/>
              <a:gd name="T18" fmla="*/ 17 h 17"/>
            </a:gdLst>
            <a:ahLst/>
            <a:cxnLst>
              <a:cxn ang="T10">
                <a:pos x="T0" y="T1"/>
              </a:cxn>
              <a:cxn ang="T11">
                <a:pos x="T2" y="T3"/>
              </a:cxn>
              <a:cxn ang="T12">
                <a:pos x="T4" y="T5"/>
              </a:cxn>
              <a:cxn ang="T13">
                <a:pos x="T6" y="T7"/>
              </a:cxn>
              <a:cxn ang="T14">
                <a:pos x="T8" y="T9"/>
              </a:cxn>
            </a:cxnLst>
            <a:rect l="T15" t="T16" r="T17" b="T18"/>
            <a:pathLst>
              <a:path w="31" h="17">
                <a:moveTo>
                  <a:pt x="30" y="8"/>
                </a:moveTo>
                <a:lnTo>
                  <a:pt x="15" y="0"/>
                </a:lnTo>
                <a:lnTo>
                  <a:pt x="0" y="8"/>
                </a:lnTo>
                <a:lnTo>
                  <a:pt x="15" y="16"/>
                </a:lnTo>
                <a:lnTo>
                  <a:pt x="30" y="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86" name="Freeform 11"/>
          <p:cNvSpPr>
            <a:spLocks/>
          </p:cNvSpPr>
          <p:nvPr/>
        </p:nvSpPr>
        <p:spPr bwMode="auto">
          <a:xfrm>
            <a:off x="5299075" y="4616450"/>
            <a:ext cx="49213" cy="26988"/>
          </a:xfrm>
          <a:custGeom>
            <a:avLst/>
            <a:gdLst>
              <a:gd name="T0" fmla="*/ 47625 w 31"/>
              <a:gd name="T1" fmla="*/ 12700 h 17"/>
              <a:gd name="T2" fmla="*/ 23813 w 31"/>
              <a:gd name="T3" fmla="*/ 0 h 17"/>
              <a:gd name="T4" fmla="*/ 0 w 31"/>
              <a:gd name="T5" fmla="*/ 12700 h 17"/>
              <a:gd name="T6" fmla="*/ 23813 w 31"/>
              <a:gd name="T7" fmla="*/ 25400 h 17"/>
              <a:gd name="T8" fmla="*/ 47625 w 31"/>
              <a:gd name="T9" fmla="*/ 12700 h 17"/>
              <a:gd name="T10" fmla="*/ 0 60000 65536"/>
              <a:gd name="T11" fmla="*/ 0 60000 65536"/>
              <a:gd name="T12" fmla="*/ 0 60000 65536"/>
              <a:gd name="T13" fmla="*/ 0 60000 65536"/>
              <a:gd name="T14" fmla="*/ 0 60000 65536"/>
              <a:gd name="T15" fmla="*/ 0 w 31"/>
              <a:gd name="T16" fmla="*/ 0 h 17"/>
              <a:gd name="T17" fmla="*/ 31 w 31"/>
              <a:gd name="T18" fmla="*/ 17 h 17"/>
            </a:gdLst>
            <a:ahLst/>
            <a:cxnLst>
              <a:cxn ang="T10">
                <a:pos x="T0" y="T1"/>
              </a:cxn>
              <a:cxn ang="T11">
                <a:pos x="T2" y="T3"/>
              </a:cxn>
              <a:cxn ang="T12">
                <a:pos x="T4" y="T5"/>
              </a:cxn>
              <a:cxn ang="T13">
                <a:pos x="T6" y="T7"/>
              </a:cxn>
              <a:cxn ang="T14">
                <a:pos x="T8" y="T9"/>
              </a:cxn>
            </a:cxnLst>
            <a:rect l="T15" t="T16" r="T17" b="T18"/>
            <a:pathLst>
              <a:path w="31" h="17">
                <a:moveTo>
                  <a:pt x="30" y="8"/>
                </a:moveTo>
                <a:lnTo>
                  <a:pt x="15" y="0"/>
                </a:lnTo>
                <a:lnTo>
                  <a:pt x="0" y="8"/>
                </a:lnTo>
                <a:lnTo>
                  <a:pt x="15" y="16"/>
                </a:lnTo>
                <a:lnTo>
                  <a:pt x="30" y="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87" name="Freeform 12"/>
          <p:cNvSpPr>
            <a:spLocks/>
          </p:cNvSpPr>
          <p:nvPr/>
        </p:nvSpPr>
        <p:spPr bwMode="auto">
          <a:xfrm>
            <a:off x="5245100" y="3892550"/>
            <a:ext cx="49213" cy="26988"/>
          </a:xfrm>
          <a:custGeom>
            <a:avLst/>
            <a:gdLst>
              <a:gd name="T0" fmla="*/ 47625 w 31"/>
              <a:gd name="T1" fmla="*/ 12700 h 17"/>
              <a:gd name="T2" fmla="*/ 23813 w 31"/>
              <a:gd name="T3" fmla="*/ 0 h 17"/>
              <a:gd name="T4" fmla="*/ 0 w 31"/>
              <a:gd name="T5" fmla="*/ 12700 h 17"/>
              <a:gd name="T6" fmla="*/ 23813 w 31"/>
              <a:gd name="T7" fmla="*/ 25400 h 17"/>
              <a:gd name="T8" fmla="*/ 47625 w 31"/>
              <a:gd name="T9" fmla="*/ 12700 h 17"/>
              <a:gd name="T10" fmla="*/ 0 60000 65536"/>
              <a:gd name="T11" fmla="*/ 0 60000 65536"/>
              <a:gd name="T12" fmla="*/ 0 60000 65536"/>
              <a:gd name="T13" fmla="*/ 0 60000 65536"/>
              <a:gd name="T14" fmla="*/ 0 60000 65536"/>
              <a:gd name="T15" fmla="*/ 0 w 31"/>
              <a:gd name="T16" fmla="*/ 0 h 17"/>
              <a:gd name="T17" fmla="*/ 31 w 31"/>
              <a:gd name="T18" fmla="*/ 17 h 17"/>
            </a:gdLst>
            <a:ahLst/>
            <a:cxnLst>
              <a:cxn ang="T10">
                <a:pos x="T0" y="T1"/>
              </a:cxn>
              <a:cxn ang="T11">
                <a:pos x="T2" y="T3"/>
              </a:cxn>
              <a:cxn ang="T12">
                <a:pos x="T4" y="T5"/>
              </a:cxn>
              <a:cxn ang="T13">
                <a:pos x="T6" y="T7"/>
              </a:cxn>
              <a:cxn ang="T14">
                <a:pos x="T8" y="T9"/>
              </a:cxn>
            </a:cxnLst>
            <a:rect l="T15" t="T16" r="T17" b="T18"/>
            <a:pathLst>
              <a:path w="31" h="17">
                <a:moveTo>
                  <a:pt x="30" y="8"/>
                </a:moveTo>
                <a:lnTo>
                  <a:pt x="15" y="0"/>
                </a:lnTo>
                <a:lnTo>
                  <a:pt x="0" y="8"/>
                </a:lnTo>
                <a:lnTo>
                  <a:pt x="15" y="16"/>
                </a:lnTo>
                <a:lnTo>
                  <a:pt x="30" y="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88" name="Freeform 13"/>
          <p:cNvSpPr>
            <a:spLocks/>
          </p:cNvSpPr>
          <p:nvPr/>
        </p:nvSpPr>
        <p:spPr bwMode="auto">
          <a:xfrm>
            <a:off x="5449888" y="3892550"/>
            <a:ext cx="50800" cy="26988"/>
          </a:xfrm>
          <a:custGeom>
            <a:avLst/>
            <a:gdLst>
              <a:gd name="T0" fmla="*/ 49212 w 32"/>
              <a:gd name="T1" fmla="*/ 12700 h 17"/>
              <a:gd name="T2" fmla="*/ 23812 w 32"/>
              <a:gd name="T3" fmla="*/ 0 h 17"/>
              <a:gd name="T4" fmla="*/ 0 w 32"/>
              <a:gd name="T5" fmla="*/ 12700 h 17"/>
              <a:gd name="T6" fmla="*/ 23812 w 32"/>
              <a:gd name="T7" fmla="*/ 25400 h 17"/>
              <a:gd name="T8" fmla="*/ 49212 w 32"/>
              <a:gd name="T9" fmla="*/ 12700 h 17"/>
              <a:gd name="T10" fmla="*/ 0 60000 65536"/>
              <a:gd name="T11" fmla="*/ 0 60000 65536"/>
              <a:gd name="T12" fmla="*/ 0 60000 65536"/>
              <a:gd name="T13" fmla="*/ 0 60000 65536"/>
              <a:gd name="T14" fmla="*/ 0 60000 65536"/>
              <a:gd name="T15" fmla="*/ 0 w 32"/>
              <a:gd name="T16" fmla="*/ 0 h 17"/>
              <a:gd name="T17" fmla="*/ 32 w 32"/>
              <a:gd name="T18" fmla="*/ 17 h 17"/>
            </a:gdLst>
            <a:ahLst/>
            <a:cxnLst>
              <a:cxn ang="T10">
                <a:pos x="T0" y="T1"/>
              </a:cxn>
              <a:cxn ang="T11">
                <a:pos x="T2" y="T3"/>
              </a:cxn>
              <a:cxn ang="T12">
                <a:pos x="T4" y="T5"/>
              </a:cxn>
              <a:cxn ang="T13">
                <a:pos x="T6" y="T7"/>
              </a:cxn>
              <a:cxn ang="T14">
                <a:pos x="T8" y="T9"/>
              </a:cxn>
            </a:cxnLst>
            <a:rect l="T15" t="T16" r="T17" b="T18"/>
            <a:pathLst>
              <a:path w="32" h="17">
                <a:moveTo>
                  <a:pt x="31" y="8"/>
                </a:moveTo>
                <a:lnTo>
                  <a:pt x="15" y="0"/>
                </a:lnTo>
                <a:lnTo>
                  <a:pt x="0" y="8"/>
                </a:lnTo>
                <a:lnTo>
                  <a:pt x="15" y="16"/>
                </a:lnTo>
                <a:lnTo>
                  <a:pt x="31" y="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89" name="Freeform 14"/>
          <p:cNvSpPr>
            <a:spLocks/>
          </p:cNvSpPr>
          <p:nvPr/>
        </p:nvSpPr>
        <p:spPr bwMode="auto">
          <a:xfrm>
            <a:off x="5656263" y="3892550"/>
            <a:ext cx="49212" cy="26988"/>
          </a:xfrm>
          <a:custGeom>
            <a:avLst/>
            <a:gdLst>
              <a:gd name="T0" fmla="*/ 47625 w 31"/>
              <a:gd name="T1" fmla="*/ 12700 h 17"/>
              <a:gd name="T2" fmla="*/ 23812 w 31"/>
              <a:gd name="T3" fmla="*/ 0 h 17"/>
              <a:gd name="T4" fmla="*/ 0 w 31"/>
              <a:gd name="T5" fmla="*/ 12700 h 17"/>
              <a:gd name="T6" fmla="*/ 23812 w 31"/>
              <a:gd name="T7" fmla="*/ 25400 h 17"/>
              <a:gd name="T8" fmla="*/ 47625 w 31"/>
              <a:gd name="T9" fmla="*/ 12700 h 17"/>
              <a:gd name="T10" fmla="*/ 0 60000 65536"/>
              <a:gd name="T11" fmla="*/ 0 60000 65536"/>
              <a:gd name="T12" fmla="*/ 0 60000 65536"/>
              <a:gd name="T13" fmla="*/ 0 60000 65536"/>
              <a:gd name="T14" fmla="*/ 0 60000 65536"/>
              <a:gd name="T15" fmla="*/ 0 w 31"/>
              <a:gd name="T16" fmla="*/ 0 h 17"/>
              <a:gd name="T17" fmla="*/ 31 w 31"/>
              <a:gd name="T18" fmla="*/ 17 h 17"/>
            </a:gdLst>
            <a:ahLst/>
            <a:cxnLst>
              <a:cxn ang="T10">
                <a:pos x="T0" y="T1"/>
              </a:cxn>
              <a:cxn ang="T11">
                <a:pos x="T2" y="T3"/>
              </a:cxn>
              <a:cxn ang="T12">
                <a:pos x="T4" y="T5"/>
              </a:cxn>
              <a:cxn ang="T13">
                <a:pos x="T6" y="T7"/>
              </a:cxn>
              <a:cxn ang="T14">
                <a:pos x="T8" y="T9"/>
              </a:cxn>
            </a:cxnLst>
            <a:rect l="T15" t="T16" r="T17" b="T18"/>
            <a:pathLst>
              <a:path w="31" h="17">
                <a:moveTo>
                  <a:pt x="30" y="8"/>
                </a:moveTo>
                <a:lnTo>
                  <a:pt x="15" y="0"/>
                </a:lnTo>
                <a:lnTo>
                  <a:pt x="0" y="8"/>
                </a:lnTo>
                <a:lnTo>
                  <a:pt x="15" y="16"/>
                </a:lnTo>
                <a:lnTo>
                  <a:pt x="30" y="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90" name="Freeform 15"/>
          <p:cNvSpPr>
            <a:spLocks/>
          </p:cNvSpPr>
          <p:nvPr/>
        </p:nvSpPr>
        <p:spPr bwMode="auto">
          <a:xfrm>
            <a:off x="5478463" y="4611688"/>
            <a:ext cx="49212" cy="26987"/>
          </a:xfrm>
          <a:custGeom>
            <a:avLst/>
            <a:gdLst>
              <a:gd name="T0" fmla="*/ 47625 w 31"/>
              <a:gd name="T1" fmla="*/ 12700 h 17"/>
              <a:gd name="T2" fmla="*/ 23812 w 31"/>
              <a:gd name="T3" fmla="*/ 0 h 17"/>
              <a:gd name="T4" fmla="*/ 0 w 31"/>
              <a:gd name="T5" fmla="*/ 12700 h 17"/>
              <a:gd name="T6" fmla="*/ 23812 w 31"/>
              <a:gd name="T7" fmla="*/ 25400 h 17"/>
              <a:gd name="T8" fmla="*/ 47625 w 31"/>
              <a:gd name="T9" fmla="*/ 12700 h 17"/>
              <a:gd name="T10" fmla="*/ 0 60000 65536"/>
              <a:gd name="T11" fmla="*/ 0 60000 65536"/>
              <a:gd name="T12" fmla="*/ 0 60000 65536"/>
              <a:gd name="T13" fmla="*/ 0 60000 65536"/>
              <a:gd name="T14" fmla="*/ 0 60000 65536"/>
              <a:gd name="T15" fmla="*/ 0 w 31"/>
              <a:gd name="T16" fmla="*/ 0 h 17"/>
              <a:gd name="T17" fmla="*/ 31 w 31"/>
              <a:gd name="T18" fmla="*/ 17 h 17"/>
            </a:gdLst>
            <a:ahLst/>
            <a:cxnLst>
              <a:cxn ang="T10">
                <a:pos x="T0" y="T1"/>
              </a:cxn>
              <a:cxn ang="T11">
                <a:pos x="T2" y="T3"/>
              </a:cxn>
              <a:cxn ang="T12">
                <a:pos x="T4" y="T5"/>
              </a:cxn>
              <a:cxn ang="T13">
                <a:pos x="T6" y="T7"/>
              </a:cxn>
              <a:cxn ang="T14">
                <a:pos x="T8" y="T9"/>
              </a:cxn>
            </a:cxnLst>
            <a:rect l="T15" t="T16" r="T17" b="T18"/>
            <a:pathLst>
              <a:path w="31" h="17">
                <a:moveTo>
                  <a:pt x="30" y="8"/>
                </a:moveTo>
                <a:lnTo>
                  <a:pt x="15" y="0"/>
                </a:lnTo>
                <a:lnTo>
                  <a:pt x="0" y="8"/>
                </a:lnTo>
                <a:lnTo>
                  <a:pt x="15" y="16"/>
                </a:lnTo>
                <a:lnTo>
                  <a:pt x="30" y="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91" name="Freeform 16"/>
          <p:cNvSpPr>
            <a:spLocks/>
          </p:cNvSpPr>
          <p:nvPr/>
        </p:nvSpPr>
        <p:spPr bwMode="auto">
          <a:xfrm>
            <a:off x="5654675" y="4610100"/>
            <a:ext cx="50800" cy="26988"/>
          </a:xfrm>
          <a:custGeom>
            <a:avLst/>
            <a:gdLst>
              <a:gd name="T0" fmla="*/ 49212 w 32"/>
              <a:gd name="T1" fmla="*/ 14288 h 17"/>
              <a:gd name="T2" fmla="*/ 25400 w 32"/>
              <a:gd name="T3" fmla="*/ 0 h 17"/>
              <a:gd name="T4" fmla="*/ 0 w 32"/>
              <a:gd name="T5" fmla="*/ 14288 h 17"/>
              <a:gd name="T6" fmla="*/ 25400 w 32"/>
              <a:gd name="T7" fmla="*/ 25400 h 17"/>
              <a:gd name="T8" fmla="*/ 49212 w 32"/>
              <a:gd name="T9" fmla="*/ 14288 h 17"/>
              <a:gd name="T10" fmla="*/ 0 60000 65536"/>
              <a:gd name="T11" fmla="*/ 0 60000 65536"/>
              <a:gd name="T12" fmla="*/ 0 60000 65536"/>
              <a:gd name="T13" fmla="*/ 0 60000 65536"/>
              <a:gd name="T14" fmla="*/ 0 60000 65536"/>
              <a:gd name="T15" fmla="*/ 0 w 32"/>
              <a:gd name="T16" fmla="*/ 0 h 17"/>
              <a:gd name="T17" fmla="*/ 32 w 32"/>
              <a:gd name="T18" fmla="*/ 17 h 17"/>
            </a:gdLst>
            <a:ahLst/>
            <a:cxnLst>
              <a:cxn ang="T10">
                <a:pos x="T0" y="T1"/>
              </a:cxn>
              <a:cxn ang="T11">
                <a:pos x="T2" y="T3"/>
              </a:cxn>
              <a:cxn ang="T12">
                <a:pos x="T4" y="T5"/>
              </a:cxn>
              <a:cxn ang="T13">
                <a:pos x="T6" y="T7"/>
              </a:cxn>
              <a:cxn ang="T14">
                <a:pos x="T8" y="T9"/>
              </a:cxn>
            </a:cxnLst>
            <a:rect l="T15" t="T16" r="T17" b="T18"/>
            <a:pathLst>
              <a:path w="32" h="17">
                <a:moveTo>
                  <a:pt x="31" y="9"/>
                </a:moveTo>
                <a:lnTo>
                  <a:pt x="16" y="0"/>
                </a:lnTo>
                <a:lnTo>
                  <a:pt x="0" y="9"/>
                </a:lnTo>
                <a:lnTo>
                  <a:pt x="16" y="16"/>
                </a:lnTo>
                <a:lnTo>
                  <a:pt x="31" y="9"/>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92" name="Freeform 17"/>
          <p:cNvSpPr>
            <a:spLocks/>
          </p:cNvSpPr>
          <p:nvPr/>
        </p:nvSpPr>
        <p:spPr bwMode="auto">
          <a:xfrm>
            <a:off x="6426200" y="4276725"/>
            <a:ext cx="50800" cy="26988"/>
          </a:xfrm>
          <a:custGeom>
            <a:avLst/>
            <a:gdLst>
              <a:gd name="T0" fmla="*/ 49212 w 32"/>
              <a:gd name="T1" fmla="*/ 12700 h 17"/>
              <a:gd name="T2" fmla="*/ 23812 w 32"/>
              <a:gd name="T3" fmla="*/ 0 h 17"/>
              <a:gd name="T4" fmla="*/ 0 w 32"/>
              <a:gd name="T5" fmla="*/ 12700 h 17"/>
              <a:gd name="T6" fmla="*/ 23812 w 32"/>
              <a:gd name="T7" fmla="*/ 25400 h 17"/>
              <a:gd name="T8" fmla="*/ 49212 w 32"/>
              <a:gd name="T9" fmla="*/ 12700 h 17"/>
              <a:gd name="T10" fmla="*/ 0 60000 65536"/>
              <a:gd name="T11" fmla="*/ 0 60000 65536"/>
              <a:gd name="T12" fmla="*/ 0 60000 65536"/>
              <a:gd name="T13" fmla="*/ 0 60000 65536"/>
              <a:gd name="T14" fmla="*/ 0 60000 65536"/>
              <a:gd name="T15" fmla="*/ 0 w 32"/>
              <a:gd name="T16" fmla="*/ 0 h 17"/>
              <a:gd name="T17" fmla="*/ 32 w 32"/>
              <a:gd name="T18" fmla="*/ 17 h 17"/>
            </a:gdLst>
            <a:ahLst/>
            <a:cxnLst>
              <a:cxn ang="T10">
                <a:pos x="T0" y="T1"/>
              </a:cxn>
              <a:cxn ang="T11">
                <a:pos x="T2" y="T3"/>
              </a:cxn>
              <a:cxn ang="T12">
                <a:pos x="T4" y="T5"/>
              </a:cxn>
              <a:cxn ang="T13">
                <a:pos x="T6" y="T7"/>
              </a:cxn>
              <a:cxn ang="T14">
                <a:pos x="T8" y="T9"/>
              </a:cxn>
            </a:cxnLst>
            <a:rect l="T15" t="T16" r="T17" b="T18"/>
            <a:pathLst>
              <a:path w="32" h="17">
                <a:moveTo>
                  <a:pt x="31" y="8"/>
                </a:moveTo>
                <a:lnTo>
                  <a:pt x="15" y="0"/>
                </a:lnTo>
                <a:lnTo>
                  <a:pt x="0" y="8"/>
                </a:lnTo>
                <a:lnTo>
                  <a:pt x="15" y="16"/>
                </a:lnTo>
                <a:lnTo>
                  <a:pt x="31" y="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93" name="Freeform 18"/>
          <p:cNvSpPr>
            <a:spLocks/>
          </p:cNvSpPr>
          <p:nvPr/>
        </p:nvSpPr>
        <p:spPr bwMode="auto">
          <a:xfrm>
            <a:off x="6604000" y="4276725"/>
            <a:ext cx="50800" cy="26988"/>
          </a:xfrm>
          <a:custGeom>
            <a:avLst/>
            <a:gdLst>
              <a:gd name="T0" fmla="*/ 49212 w 32"/>
              <a:gd name="T1" fmla="*/ 12700 h 17"/>
              <a:gd name="T2" fmla="*/ 23812 w 32"/>
              <a:gd name="T3" fmla="*/ 0 h 17"/>
              <a:gd name="T4" fmla="*/ 0 w 32"/>
              <a:gd name="T5" fmla="*/ 12700 h 17"/>
              <a:gd name="T6" fmla="*/ 23812 w 32"/>
              <a:gd name="T7" fmla="*/ 25400 h 17"/>
              <a:gd name="T8" fmla="*/ 49212 w 32"/>
              <a:gd name="T9" fmla="*/ 12700 h 17"/>
              <a:gd name="T10" fmla="*/ 0 60000 65536"/>
              <a:gd name="T11" fmla="*/ 0 60000 65536"/>
              <a:gd name="T12" fmla="*/ 0 60000 65536"/>
              <a:gd name="T13" fmla="*/ 0 60000 65536"/>
              <a:gd name="T14" fmla="*/ 0 60000 65536"/>
              <a:gd name="T15" fmla="*/ 0 w 32"/>
              <a:gd name="T16" fmla="*/ 0 h 17"/>
              <a:gd name="T17" fmla="*/ 32 w 32"/>
              <a:gd name="T18" fmla="*/ 17 h 17"/>
            </a:gdLst>
            <a:ahLst/>
            <a:cxnLst>
              <a:cxn ang="T10">
                <a:pos x="T0" y="T1"/>
              </a:cxn>
              <a:cxn ang="T11">
                <a:pos x="T2" y="T3"/>
              </a:cxn>
              <a:cxn ang="T12">
                <a:pos x="T4" y="T5"/>
              </a:cxn>
              <a:cxn ang="T13">
                <a:pos x="T6" y="T7"/>
              </a:cxn>
              <a:cxn ang="T14">
                <a:pos x="T8" y="T9"/>
              </a:cxn>
            </a:cxnLst>
            <a:rect l="T15" t="T16" r="T17" b="T18"/>
            <a:pathLst>
              <a:path w="32" h="17">
                <a:moveTo>
                  <a:pt x="31" y="8"/>
                </a:moveTo>
                <a:lnTo>
                  <a:pt x="15" y="0"/>
                </a:lnTo>
                <a:lnTo>
                  <a:pt x="0" y="8"/>
                </a:lnTo>
                <a:lnTo>
                  <a:pt x="15" y="16"/>
                </a:lnTo>
                <a:lnTo>
                  <a:pt x="31" y="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94" name="Freeform 19"/>
          <p:cNvSpPr>
            <a:spLocks/>
          </p:cNvSpPr>
          <p:nvPr/>
        </p:nvSpPr>
        <p:spPr bwMode="auto">
          <a:xfrm>
            <a:off x="5505450" y="5937250"/>
            <a:ext cx="50800" cy="26988"/>
          </a:xfrm>
          <a:custGeom>
            <a:avLst/>
            <a:gdLst>
              <a:gd name="T0" fmla="*/ 49212 w 32"/>
              <a:gd name="T1" fmla="*/ 11113 h 17"/>
              <a:gd name="T2" fmla="*/ 23812 w 32"/>
              <a:gd name="T3" fmla="*/ 0 h 17"/>
              <a:gd name="T4" fmla="*/ 0 w 32"/>
              <a:gd name="T5" fmla="*/ 11113 h 17"/>
              <a:gd name="T6" fmla="*/ 23812 w 32"/>
              <a:gd name="T7" fmla="*/ 25400 h 17"/>
              <a:gd name="T8" fmla="*/ 49212 w 32"/>
              <a:gd name="T9" fmla="*/ 11113 h 17"/>
              <a:gd name="T10" fmla="*/ 0 60000 65536"/>
              <a:gd name="T11" fmla="*/ 0 60000 65536"/>
              <a:gd name="T12" fmla="*/ 0 60000 65536"/>
              <a:gd name="T13" fmla="*/ 0 60000 65536"/>
              <a:gd name="T14" fmla="*/ 0 60000 65536"/>
              <a:gd name="T15" fmla="*/ 0 w 32"/>
              <a:gd name="T16" fmla="*/ 0 h 17"/>
              <a:gd name="T17" fmla="*/ 32 w 32"/>
              <a:gd name="T18" fmla="*/ 17 h 17"/>
            </a:gdLst>
            <a:ahLst/>
            <a:cxnLst>
              <a:cxn ang="T10">
                <a:pos x="T0" y="T1"/>
              </a:cxn>
              <a:cxn ang="T11">
                <a:pos x="T2" y="T3"/>
              </a:cxn>
              <a:cxn ang="T12">
                <a:pos x="T4" y="T5"/>
              </a:cxn>
              <a:cxn ang="T13">
                <a:pos x="T6" y="T7"/>
              </a:cxn>
              <a:cxn ang="T14">
                <a:pos x="T8" y="T9"/>
              </a:cxn>
            </a:cxnLst>
            <a:rect l="T15" t="T16" r="T17" b="T18"/>
            <a:pathLst>
              <a:path w="32" h="17">
                <a:moveTo>
                  <a:pt x="31" y="7"/>
                </a:moveTo>
                <a:lnTo>
                  <a:pt x="15" y="0"/>
                </a:lnTo>
                <a:lnTo>
                  <a:pt x="0" y="7"/>
                </a:lnTo>
                <a:lnTo>
                  <a:pt x="15" y="16"/>
                </a:lnTo>
                <a:lnTo>
                  <a:pt x="31" y="7"/>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95" name="Freeform 20"/>
          <p:cNvSpPr>
            <a:spLocks/>
          </p:cNvSpPr>
          <p:nvPr/>
        </p:nvSpPr>
        <p:spPr bwMode="auto">
          <a:xfrm>
            <a:off x="5311775" y="5935663"/>
            <a:ext cx="50800" cy="26987"/>
          </a:xfrm>
          <a:custGeom>
            <a:avLst/>
            <a:gdLst>
              <a:gd name="T0" fmla="*/ 49212 w 32"/>
              <a:gd name="T1" fmla="*/ 12700 h 17"/>
              <a:gd name="T2" fmla="*/ 25400 w 32"/>
              <a:gd name="T3" fmla="*/ 0 h 17"/>
              <a:gd name="T4" fmla="*/ 0 w 32"/>
              <a:gd name="T5" fmla="*/ 12700 h 17"/>
              <a:gd name="T6" fmla="*/ 25400 w 32"/>
              <a:gd name="T7" fmla="*/ 25400 h 17"/>
              <a:gd name="T8" fmla="*/ 49212 w 32"/>
              <a:gd name="T9" fmla="*/ 12700 h 17"/>
              <a:gd name="T10" fmla="*/ 0 60000 65536"/>
              <a:gd name="T11" fmla="*/ 0 60000 65536"/>
              <a:gd name="T12" fmla="*/ 0 60000 65536"/>
              <a:gd name="T13" fmla="*/ 0 60000 65536"/>
              <a:gd name="T14" fmla="*/ 0 60000 65536"/>
              <a:gd name="T15" fmla="*/ 0 w 32"/>
              <a:gd name="T16" fmla="*/ 0 h 17"/>
              <a:gd name="T17" fmla="*/ 32 w 32"/>
              <a:gd name="T18" fmla="*/ 17 h 17"/>
            </a:gdLst>
            <a:ahLst/>
            <a:cxnLst>
              <a:cxn ang="T10">
                <a:pos x="T0" y="T1"/>
              </a:cxn>
              <a:cxn ang="T11">
                <a:pos x="T2" y="T3"/>
              </a:cxn>
              <a:cxn ang="T12">
                <a:pos x="T4" y="T5"/>
              </a:cxn>
              <a:cxn ang="T13">
                <a:pos x="T6" y="T7"/>
              </a:cxn>
              <a:cxn ang="T14">
                <a:pos x="T8" y="T9"/>
              </a:cxn>
            </a:cxnLst>
            <a:rect l="T15" t="T16" r="T17" b="T18"/>
            <a:pathLst>
              <a:path w="32" h="17">
                <a:moveTo>
                  <a:pt x="31" y="8"/>
                </a:moveTo>
                <a:lnTo>
                  <a:pt x="16" y="0"/>
                </a:lnTo>
                <a:lnTo>
                  <a:pt x="0" y="8"/>
                </a:lnTo>
                <a:lnTo>
                  <a:pt x="16" y="16"/>
                </a:lnTo>
                <a:lnTo>
                  <a:pt x="31" y="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96" name="Freeform 21"/>
          <p:cNvSpPr>
            <a:spLocks/>
          </p:cNvSpPr>
          <p:nvPr/>
        </p:nvSpPr>
        <p:spPr bwMode="auto">
          <a:xfrm>
            <a:off x="5697538" y="5937250"/>
            <a:ext cx="49212" cy="26988"/>
          </a:xfrm>
          <a:custGeom>
            <a:avLst/>
            <a:gdLst>
              <a:gd name="T0" fmla="*/ 47625 w 31"/>
              <a:gd name="T1" fmla="*/ 11113 h 17"/>
              <a:gd name="T2" fmla="*/ 23812 w 31"/>
              <a:gd name="T3" fmla="*/ 0 h 17"/>
              <a:gd name="T4" fmla="*/ 0 w 31"/>
              <a:gd name="T5" fmla="*/ 11113 h 17"/>
              <a:gd name="T6" fmla="*/ 23812 w 31"/>
              <a:gd name="T7" fmla="*/ 25400 h 17"/>
              <a:gd name="T8" fmla="*/ 47625 w 31"/>
              <a:gd name="T9" fmla="*/ 11113 h 17"/>
              <a:gd name="T10" fmla="*/ 0 60000 65536"/>
              <a:gd name="T11" fmla="*/ 0 60000 65536"/>
              <a:gd name="T12" fmla="*/ 0 60000 65536"/>
              <a:gd name="T13" fmla="*/ 0 60000 65536"/>
              <a:gd name="T14" fmla="*/ 0 60000 65536"/>
              <a:gd name="T15" fmla="*/ 0 w 31"/>
              <a:gd name="T16" fmla="*/ 0 h 17"/>
              <a:gd name="T17" fmla="*/ 31 w 31"/>
              <a:gd name="T18" fmla="*/ 17 h 17"/>
            </a:gdLst>
            <a:ahLst/>
            <a:cxnLst>
              <a:cxn ang="T10">
                <a:pos x="T0" y="T1"/>
              </a:cxn>
              <a:cxn ang="T11">
                <a:pos x="T2" y="T3"/>
              </a:cxn>
              <a:cxn ang="T12">
                <a:pos x="T4" y="T5"/>
              </a:cxn>
              <a:cxn ang="T13">
                <a:pos x="T6" y="T7"/>
              </a:cxn>
              <a:cxn ang="T14">
                <a:pos x="T8" y="T9"/>
              </a:cxn>
            </a:cxnLst>
            <a:rect l="T15" t="T16" r="T17" b="T18"/>
            <a:pathLst>
              <a:path w="31" h="17">
                <a:moveTo>
                  <a:pt x="30" y="7"/>
                </a:moveTo>
                <a:lnTo>
                  <a:pt x="15" y="0"/>
                </a:lnTo>
                <a:lnTo>
                  <a:pt x="0" y="7"/>
                </a:lnTo>
                <a:lnTo>
                  <a:pt x="15" y="16"/>
                </a:lnTo>
                <a:lnTo>
                  <a:pt x="30" y="7"/>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24597" name="Rectangle 22"/>
          <p:cNvSpPr>
            <a:spLocks noChangeArrowheads="1"/>
          </p:cNvSpPr>
          <p:nvPr/>
        </p:nvSpPr>
        <p:spPr bwMode="auto">
          <a:xfrm>
            <a:off x="2444750" y="4568825"/>
            <a:ext cx="295275"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a:solidFill>
                  <a:srgbClr val="000000"/>
                </a:solidFill>
              </a:rPr>
              <a:t>h</a:t>
            </a:r>
          </a:p>
        </p:txBody>
      </p:sp>
      <p:sp>
        <p:nvSpPr>
          <p:cNvPr id="24598" name="Rectangle 23"/>
          <p:cNvSpPr>
            <a:spLocks noChangeArrowheads="1"/>
          </p:cNvSpPr>
          <p:nvPr/>
        </p:nvSpPr>
        <p:spPr bwMode="auto">
          <a:xfrm>
            <a:off x="1820863" y="4381500"/>
            <a:ext cx="511175"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a:solidFill>
                  <a:srgbClr val="000000"/>
                </a:solidFill>
              </a:rPr>
              <a:t>key</a:t>
            </a:r>
          </a:p>
        </p:txBody>
      </p:sp>
      <p:sp>
        <p:nvSpPr>
          <p:cNvPr id="24599" name="Rectangle 24"/>
          <p:cNvSpPr>
            <a:spLocks noChangeArrowheads="1"/>
          </p:cNvSpPr>
          <p:nvPr/>
        </p:nvSpPr>
        <p:spPr bwMode="auto">
          <a:xfrm>
            <a:off x="2359025" y="6075363"/>
            <a:ext cx="2619375" cy="333375"/>
          </a:xfrm>
          <a:prstGeom prst="rect">
            <a:avLst/>
          </a:prstGeom>
          <a:noFill/>
          <a:ln w="9525">
            <a:noFill/>
            <a:miter lim="800000"/>
            <a:headEnd/>
            <a:tailEnd/>
          </a:ln>
        </p:spPr>
        <p:txBody>
          <a:bodyPr wrap="none" lIns="90488" tIns="44450" rIns="90488" bIns="44450">
            <a:spAutoFit/>
          </a:bodyPr>
          <a:lstStyle/>
          <a:p>
            <a:pPr eaLnBrk="0" hangingPunct="0"/>
            <a:r>
              <a:rPr lang="en-US" altLang="tr-TR" sz="1600" b="1">
                <a:solidFill>
                  <a:srgbClr val="000000"/>
                </a:solidFill>
                <a:latin typeface="Courier New" pitchFamily="49" charset="0"/>
              </a:rPr>
              <a:t>Primary bucket pages</a:t>
            </a:r>
          </a:p>
        </p:txBody>
      </p:sp>
      <p:sp>
        <p:nvSpPr>
          <p:cNvPr id="24600" name="Rectangle 25"/>
          <p:cNvSpPr>
            <a:spLocks noChangeArrowheads="1"/>
          </p:cNvSpPr>
          <p:nvPr/>
        </p:nvSpPr>
        <p:spPr bwMode="auto">
          <a:xfrm>
            <a:off x="5310188" y="6088063"/>
            <a:ext cx="1887537" cy="333375"/>
          </a:xfrm>
          <a:prstGeom prst="rect">
            <a:avLst/>
          </a:prstGeom>
          <a:noFill/>
          <a:ln w="9525">
            <a:noFill/>
            <a:miter lim="800000"/>
            <a:headEnd/>
            <a:tailEnd/>
          </a:ln>
        </p:spPr>
        <p:txBody>
          <a:bodyPr wrap="none" lIns="90488" tIns="44450" rIns="90488" bIns="44450">
            <a:spAutoFit/>
          </a:bodyPr>
          <a:lstStyle/>
          <a:p>
            <a:pPr eaLnBrk="0" hangingPunct="0"/>
            <a:r>
              <a:rPr lang="en-US" altLang="tr-TR" sz="1600" b="1">
                <a:solidFill>
                  <a:srgbClr val="000000"/>
                </a:solidFill>
                <a:latin typeface="Courier New" pitchFamily="49" charset="0"/>
              </a:rPr>
              <a:t>Overflow pages</a:t>
            </a:r>
          </a:p>
        </p:txBody>
      </p:sp>
      <p:sp>
        <p:nvSpPr>
          <p:cNvPr id="24601" name="Rectangle 26"/>
          <p:cNvSpPr>
            <a:spLocks noChangeArrowheads="1"/>
          </p:cNvSpPr>
          <p:nvPr/>
        </p:nvSpPr>
        <p:spPr bwMode="auto">
          <a:xfrm>
            <a:off x="3759200" y="4024313"/>
            <a:ext cx="295275" cy="363537"/>
          </a:xfrm>
          <a:prstGeom prst="rect">
            <a:avLst/>
          </a:prstGeom>
          <a:noFill/>
          <a:ln w="9525">
            <a:noFill/>
            <a:miter lim="800000"/>
            <a:headEnd/>
            <a:tailEnd/>
          </a:ln>
        </p:spPr>
        <p:txBody>
          <a:bodyPr wrap="none" lIns="90488" tIns="44450" rIns="90488" bIns="44450">
            <a:spAutoFit/>
          </a:bodyPr>
          <a:lstStyle/>
          <a:p>
            <a:pPr eaLnBrk="0" hangingPunct="0"/>
            <a:r>
              <a:rPr lang="en-US" altLang="tr-TR" sz="1800">
                <a:solidFill>
                  <a:schemeClr val="tx2"/>
                </a:solidFill>
              </a:rPr>
              <a:t>2</a:t>
            </a:r>
          </a:p>
        </p:txBody>
      </p:sp>
      <p:sp>
        <p:nvSpPr>
          <p:cNvPr id="24602" name="Rectangle 27"/>
          <p:cNvSpPr>
            <a:spLocks noChangeArrowheads="1"/>
          </p:cNvSpPr>
          <p:nvPr/>
        </p:nvSpPr>
        <p:spPr bwMode="auto">
          <a:xfrm>
            <a:off x="3759200" y="3714750"/>
            <a:ext cx="295275"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a:solidFill>
                  <a:schemeClr val="tx2"/>
                </a:solidFill>
              </a:rPr>
              <a:t>0</a:t>
            </a:r>
          </a:p>
        </p:txBody>
      </p:sp>
      <p:sp>
        <p:nvSpPr>
          <p:cNvPr id="24603" name="Rectangle 28"/>
          <p:cNvSpPr>
            <a:spLocks noChangeArrowheads="1"/>
          </p:cNvSpPr>
          <p:nvPr/>
        </p:nvSpPr>
        <p:spPr bwMode="auto">
          <a:xfrm>
            <a:off x="3690938" y="5695950"/>
            <a:ext cx="536575"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a:solidFill>
                  <a:schemeClr val="tx2"/>
                </a:solidFill>
              </a:rPr>
              <a:t>N-1</a:t>
            </a:r>
          </a:p>
        </p:txBody>
      </p:sp>
      <p:sp>
        <p:nvSpPr>
          <p:cNvPr id="24604" name="Line 29"/>
          <p:cNvSpPr>
            <a:spLocks noChangeShapeType="1"/>
          </p:cNvSpPr>
          <p:nvPr/>
        </p:nvSpPr>
        <p:spPr bwMode="auto">
          <a:xfrm flipV="1">
            <a:off x="2743200" y="4267200"/>
            <a:ext cx="762000" cy="457200"/>
          </a:xfrm>
          <a:prstGeom prst="line">
            <a:avLst/>
          </a:prstGeom>
          <a:noFill/>
          <a:ln w="12700">
            <a:solidFill>
              <a:schemeClr val="tx2"/>
            </a:solidFill>
            <a:round/>
            <a:headEnd type="none" w="sm" len="sm"/>
            <a:tailEnd type="stealth" w="med" len="med"/>
          </a:ln>
        </p:spPr>
        <p:txBody>
          <a:bodyPr/>
          <a:lstStyle/>
          <a:p>
            <a:endParaRPr lang="tr-TR"/>
          </a:p>
        </p:txBody>
      </p:sp>
      <p:sp>
        <p:nvSpPr>
          <p:cNvPr id="24605" name="Line 30"/>
          <p:cNvSpPr>
            <a:spLocks noChangeShapeType="1"/>
          </p:cNvSpPr>
          <p:nvPr/>
        </p:nvSpPr>
        <p:spPr bwMode="auto">
          <a:xfrm flipV="1">
            <a:off x="2720975" y="3957638"/>
            <a:ext cx="779463" cy="776287"/>
          </a:xfrm>
          <a:prstGeom prst="line">
            <a:avLst/>
          </a:prstGeom>
          <a:noFill/>
          <a:ln w="12700">
            <a:solidFill>
              <a:schemeClr val="tx2"/>
            </a:solidFill>
            <a:round/>
            <a:headEnd type="none" w="sm" len="sm"/>
            <a:tailEnd type="stealth" w="med" len="med"/>
          </a:ln>
        </p:spPr>
        <p:txBody>
          <a:bodyPr/>
          <a:lstStyle/>
          <a:p>
            <a:endParaRPr lang="tr-TR"/>
          </a:p>
        </p:txBody>
      </p:sp>
      <p:sp>
        <p:nvSpPr>
          <p:cNvPr id="24606" name="Line 31"/>
          <p:cNvSpPr>
            <a:spLocks noChangeShapeType="1"/>
          </p:cNvSpPr>
          <p:nvPr/>
        </p:nvSpPr>
        <p:spPr bwMode="auto">
          <a:xfrm>
            <a:off x="1752600" y="4800600"/>
            <a:ext cx="685800" cy="0"/>
          </a:xfrm>
          <a:prstGeom prst="line">
            <a:avLst/>
          </a:prstGeom>
          <a:noFill/>
          <a:ln w="12700">
            <a:solidFill>
              <a:schemeClr val="tx2"/>
            </a:solidFill>
            <a:round/>
            <a:headEnd type="none" w="sm" len="sm"/>
            <a:tailEnd type="stealth" w="med" len="med"/>
          </a:ln>
        </p:spPr>
        <p:txBody>
          <a:bodyPr/>
          <a:lstStyle/>
          <a:p>
            <a:endParaRPr lang="tr-TR"/>
          </a:p>
        </p:txBody>
      </p:sp>
      <p:sp>
        <p:nvSpPr>
          <p:cNvPr id="24607" name="Line 32"/>
          <p:cNvSpPr>
            <a:spLocks noChangeShapeType="1"/>
          </p:cNvSpPr>
          <p:nvPr/>
        </p:nvSpPr>
        <p:spPr bwMode="auto">
          <a:xfrm>
            <a:off x="2725738" y="4738688"/>
            <a:ext cx="779462" cy="1128712"/>
          </a:xfrm>
          <a:prstGeom prst="line">
            <a:avLst/>
          </a:prstGeom>
          <a:noFill/>
          <a:ln w="12700">
            <a:solidFill>
              <a:schemeClr val="tx2"/>
            </a:solidFill>
            <a:round/>
            <a:headEnd type="none" w="sm" len="sm"/>
            <a:tailEnd type="stealth" w="med" len="med"/>
          </a:ln>
        </p:spPr>
        <p:txBody>
          <a:bodyPr/>
          <a:lstStyle/>
          <a:p>
            <a:endParaRPr lang="tr-TR"/>
          </a:p>
        </p:txBody>
      </p:sp>
      <p:sp>
        <p:nvSpPr>
          <p:cNvPr id="24608" name="Line 33"/>
          <p:cNvSpPr>
            <a:spLocks noChangeShapeType="1"/>
          </p:cNvSpPr>
          <p:nvPr/>
        </p:nvSpPr>
        <p:spPr bwMode="auto">
          <a:xfrm>
            <a:off x="4191000" y="3886200"/>
            <a:ext cx="838200" cy="0"/>
          </a:xfrm>
          <a:prstGeom prst="line">
            <a:avLst/>
          </a:prstGeom>
          <a:noFill/>
          <a:ln w="12700">
            <a:solidFill>
              <a:schemeClr val="tx2"/>
            </a:solidFill>
            <a:round/>
            <a:headEnd type="none" w="sm" len="sm"/>
            <a:tailEnd type="stealth" w="med" len="med"/>
          </a:ln>
        </p:spPr>
        <p:txBody>
          <a:bodyPr/>
          <a:lstStyle/>
          <a:p>
            <a:endParaRPr lang="tr-TR"/>
          </a:p>
        </p:txBody>
      </p:sp>
      <p:sp>
        <p:nvSpPr>
          <p:cNvPr id="24609" name="Line 34"/>
          <p:cNvSpPr>
            <a:spLocks noChangeShapeType="1"/>
          </p:cNvSpPr>
          <p:nvPr/>
        </p:nvSpPr>
        <p:spPr bwMode="auto">
          <a:xfrm>
            <a:off x="4191000" y="4191000"/>
            <a:ext cx="838200" cy="0"/>
          </a:xfrm>
          <a:prstGeom prst="line">
            <a:avLst/>
          </a:prstGeom>
          <a:noFill/>
          <a:ln w="12700">
            <a:solidFill>
              <a:schemeClr val="tx2"/>
            </a:solidFill>
            <a:round/>
            <a:headEnd type="none" w="sm" len="sm"/>
            <a:tailEnd type="stealth" w="med" len="med"/>
          </a:ln>
        </p:spPr>
        <p:txBody>
          <a:bodyPr/>
          <a:lstStyle/>
          <a:p>
            <a:endParaRPr lang="tr-TR"/>
          </a:p>
        </p:txBody>
      </p:sp>
      <p:sp>
        <p:nvSpPr>
          <p:cNvPr id="24610" name="Line 35"/>
          <p:cNvSpPr>
            <a:spLocks noChangeShapeType="1"/>
          </p:cNvSpPr>
          <p:nvPr/>
        </p:nvSpPr>
        <p:spPr bwMode="auto">
          <a:xfrm>
            <a:off x="4191000" y="4648200"/>
            <a:ext cx="838200" cy="0"/>
          </a:xfrm>
          <a:prstGeom prst="line">
            <a:avLst/>
          </a:prstGeom>
          <a:noFill/>
          <a:ln w="12700">
            <a:solidFill>
              <a:schemeClr val="tx2"/>
            </a:solidFill>
            <a:round/>
            <a:headEnd type="none" w="sm" len="sm"/>
            <a:tailEnd type="stealth" w="med" len="med"/>
          </a:ln>
        </p:spPr>
        <p:txBody>
          <a:bodyPr/>
          <a:lstStyle/>
          <a:p>
            <a:endParaRPr lang="tr-TR"/>
          </a:p>
        </p:txBody>
      </p:sp>
      <p:sp>
        <p:nvSpPr>
          <p:cNvPr id="24611" name="Line 36"/>
          <p:cNvSpPr>
            <a:spLocks noChangeShapeType="1"/>
          </p:cNvSpPr>
          <p:nvPr/>
        </p:nvSpPr>
        <p:spPr bwMode="auto">
          <a:xfrm>
            <a:off x="4267200" y="5943600"/>
            <a:ext cx="838200" cy="0"/>
          </a:xfrm>
          <a:prstGeom prst="line">
            <a:avLst/>
          </a:prstGeom>
          <a:noFill/>
          <a:ln w="12700">
            <a:solidFill>
              <a:schemeClr val="tx2"/>
            </a:solidFill>
            <a:round/>
            <a:headEnd type="none" w="sm" len="sm"/>
            <a:tailEnd type="stealth" w="med" len="med"/>
          </a:ln>
        </p:spPr>
        <p:txBody>
          <a:bodyPr/>
          <a:lstStyle/>
          <a:p>
            <a:endParaRPr lang="tr-TR"/>
          </a:p>
        </p:txBody>
      </p:sp>
      <p:sp>
        <p:nvSpPr>
          <p:cNvPr id="24612" name="Line 37"/>
          <p:cNvSpPr>
            <a:spLocks noChangeShapeType="1"/>
          </p:cNvSpPr>
          <p:nvPr/>
        </p:nvSpPr>
        <p:spPr bwMode="auto">
          <a:xfrm>
            <a:off x="5715000" y="4267200"/>
            <a:ext cx="457200" cy="0"/>
          </a:xfrm>
          <a:prstGeom prst="line">
            <a:avLst/>
          </a:prstGeom>
          <a:noFill/>
          <a:ln w="12700">
            <a:solidFill>
              <a:schemeClr val="tx2"/>
            </a:solidFill>
            <a:round/>
            <a:headEnd type="none" w="sm" len="sm"/>
            <a:tailEnd type="stealth" w="med" len="med"/>
          </a:ln>
        </p:spPr>
        <p:txBody>
          <a:bodyPr/>
          <a:lstStyle/>
          <a:p>
            <a:endParaRPr lang="tr-TR"/>
          </a:p>
        </p:txBody>
      </p:sp>
      <p:sp>
        <p:nvSpPr>
          <p:cNvPr id="24613" name="Line 38"/>
          <p:cNvSpPr>
            <a:spLocks noChangeShapeType="1"/>
          </p:cNvSpPr>
          <p:nvPr/>
        </p:nvSpPr>
        <p:spPr bwMode="auto">
          <a:xfrm>
            <a:off x="3524250" y="4048125"/>
            <a:ext cx="785813" cy="0"/>
          </a:xfrm>
          <a:prstGeom prst="line">
            <a:avLst/>
          </a:prstGeom>
          <a:noFill/>
          <a:ln w="12700">
            <a:solidFill>
              <a:schemeClr val="tx2"/>
            </a:solidFill>
            <a:round/>
            <a:headEnd type="none" w="sm" len="sm"/>
            <a:tailEnd type="none" w="sm" len="sm"/>
          </a:ln>
        </p:spPr>
        <p:txBody>
          <a:bodyPr/>
          <a:lstStyle/>
          <a:p>
            <a:endParaRPr lang="tr-TR"/>
          </a:p>
        </p:txBody>
      </p:sp>
      <p:sp>
        <p:nvSpPr>
          <p:cNvPr id="24614" name="Line 39"/>
          <p:cNvSpPr>
            <a:spLocks noChangeShapeType="1"/>
          </p:cNvSpPr>
          <p:nvPr/>
        </p:nvSpPr>
        <p:spPr bwMode="auto">
          <a:xfrm>
            <a:off x="3522663" y="4402138"/>
            <a:ext cx="785812" cy="0"/>
          </a:xfrm>
          <a:prstGeom prst="line">
            <a:avLst/>
          </a:prstGeom>
          <a:noFill/>
          <a:ln w="12700">
            <a:solidFill>
              <a:schemeClr val="tx2"/>
            </a:solidFill>
            <a:round/>
            <a:headEnd type="none" w="sm" len="sm"/>
            <a:tailEnd type="none" w="sm" len="sm"/>
          </a:ln>
        </p:spPr>
        <p:txBody>
          <a:bodyPr/>
          <a:lstStyle/>
          <a:p>
            <a:endParaRPr lang="tr-TR"/>
          </a:p>
        </p:txBody>
      </p:sp>
      <p:sp>
        <p:nvSpPr>
          <p:cNvPr id="24615" name="Line 40"/>
          <p:cNvSpPr>
            <a:spLocks noChangeShapeType="1"/>
          </p:cNvSpPr>
          <p:nvPr/>
        </p:nvSpPr>
        <p:spPr bwMode="auto">
          <a:xfrm>
            <a:off x="3521075" y="4768850"/>
            <a:ext cx="785813" cy="0"/>
          </a:xfrm>
          <a:prstGeom prst="line">
            <a:avLst/>
          </a:prstGeom>
          <a:noFill/>
          <a:ln w="12700">
            <a:solidFill>
              <a:schemeClr val="tx2"/>
            </a:solidFill>
            <a:round/>
            <a:headEnd type="none" w="sm" len="sm"/>
            <a:tailEnd type="none" w="sm" len="sm"/>
          </a:ln>
        </p:spPr>
        <p:txBody>
          <a:bodyPr/>
          <a:lstStyle/>
          <a:p>
            <a:endParaRPr lang="tr-TR"/>
          </a:p>
        </p:txBody>
      </p:sp>
      <p:sp>
        <p:nvSpPr>
          <p:cNvPr id="24616" name="Line 41"/>
          <p:cNvSpPr>
            <a:spLocks noChangeShapeType="1"/>
          </p:cNvSpPr>
          <p:nvPr/>
        </p:nvSpPr>
        <p:spPr bwMode="auto">
          <a:xfrm>
            <a:off x="3519488" y="5707063"/>
            <a:ext cx="785812" cy="0"/>
          </a:xfrm>
          <a:prstGeom prst="line">
            <a:avLst/>
          </a:prstGeom>
          <a:noFill/>
          <a:ln w="12700">
            <a:solidFill>
              <a:schemeClr val="tx2"/>
            </a:solidFill>
            <a:round/>
            <a:headEnd type="none" w="sm" len="sm"/>
            <a:tailEnd type="none" w="sm" len="sm"/>
          </a:ln>
        </p:spPr>
        <p:txBody>
          <a:bodyPr/>
          <a:lstStyle/>
          <a:p>
            <a:endParaRPr lang="tr-TR"/>
          </a:p>
        </p:txBody>
      </p:sp>
    </p:spTree>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26626"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26627" name="Rectangle 4"/>
          <p:cNvSpPr>
            <a:spLocks noGrp="1" noChangeArrowheads="1"/>
          </p:cNvSpPr>
          <p:nvPr>
            <p:ph type="title"/>
          </p:nvPr>
        </p:nvSpPr>
        <p:spPr/>
        <p:txBody>
          <a:bodyPr/>
          <a:lstStyle/>
          <a:p>
            <a:r>
              <a:rPr lang="en-US" altLang="tr-TR" smtClean="0"/>
              <a:t>Static Hashing (Contd.)</a:t>
            </a:r>
          </a:p>
        </p:txBody>
      </p:sp>
      <p:sp>
        <p:nvSpPr>
          <p:cNvPr id="26628" name="Rectangle 5"/>
          <p:cNvSpPr>
            <a:spLocks noGrp="1" noChangeArrowheads="1"/>
          </p:cNvSpPr>
          <p:nvPr>
            <p:ph type="body" idx="1"/>
          </p:nvPr>
        </p:nvSpPr>
        <p:spPr>
          <a:xfrm>
            <a:off x="381000" y="1676400"/>
            <a:ext cx="8534400" cy="4076700"/>
          </a:xfrm>
        </p:spPr>
        <p:txBody>
          <a:bodyPr/>
          <a:lstStyle/>
          <a:p>
            <a:r>
              <a:rPr lang="en-US" altLang="tr-TR" smtClean="0"/>
              <a:t>Buckets contain </a:t>
            </a:r>
            <a:r>
              <a:rPr lang="en-US" altLang="tr-TR" i="1" smtClean="0"/>
              <a:t>data entries</a:t>
            </a:r>
            <a:r>
              <a:rPr lang="en-US" altLang="tr-TR" smtClean="0"/>
              <a:t>.</a:t>
            </a:r>
          </a:p>
          <a:p>
            <a:r>
              <a:rPr lang="en-US" altLang="tr-TR" smtClean="0"/>
              <a:t>Hash fn works on </a:t>
            </a:r>
            <a:r>
              <a:rPr lang="en-US" altLang="tr-TR" i="1" smtClean="0"/>
              <a:t>search key </a:t>
            </a:r>
            <a:r>
              <a:rPr lang="en-US" altLang="tr-TR" smtClean="0"/>
              <a:t>field of record </a:t>
            </a:r>
            <a:r>
              <a:rPr lang="en-US" altLang="tr-TR" i="1" smtClean="0"/>
              <a:t>r.  </a:t>
            </a:r>
            <a:r>
              <a:rPr lang="en-US" altLang="tr-TR" smtClean="0"/>
              <a:t>Must distribute values over range 0 ... </a:t>
            </a:r>
            <a:r>
              <a:rPr lang="tr-TR" altLang="tr-TR" smtClean="0"/>
              <a:t>N</a:t>
            </a:r>
            <a:r>
              <a:rPr lang="en-US" altLang="tr-TR" smtClean="0"/>
              <a:t>-1.</a:t>
            </a:r>
          </a:p>
          <a:p>
            <a:pPr lvl="1">
              <a:buSzPct val="75000"/>
            </a:pPr>
            <a:r>
              <a:rPr lang="en-US" altLang="tr-TR" b="1" smtClean="0"/>
              <a:t>h</a:t>
            </a:r>
            <a:r>
              <a:rPr lang="en-US" altLang="tr-TR" smtClean="0"/>
              <a:t>(</a:t>
            </a:r>
            <a:r>
              <a:rPr lang="en-US" altLang="tr-TR" i="1" smtClean="0"/>
              <a:t>key</a:t>
            </a:r>
            <a:r>
              <a:rPr lang="en-US" altLang="tr-TR" smtClean="0"/>
              <a:t>) = (a * </a:t>
            </a:r>
            <a:r>
              <a:rPr lang="en-US" altLang="tr-TR" i="1" smtClean="0"/>
              <a:t>key</a:t>
            </a:r>
            <a:r>
              <a:rPr lang="en-US" altLang="tr-TR" smtClean="0"/>
              <a:t> + b) usually works well.</a:t>
            </a:r>
          </a:p>
          <a:p>
            <a:pPr lvl="1">
              <a:buSzPct val="75000"/>
            </a:pPr>
            <a:r>
              <a:rPr lang="en-US" altLang="tr-TR" smtClean="0"/>
              <a:t>a and b are constants;  lots known about how to tune </a:t>
            </a:r>
            <a:r>
              <a:rPr lang="en-US" altLang="tr-TR" b="1" smtClean="0"/>
              <a:t>h</a:t>
            </a:r>
            <a:r>
              <a:rPr lang="en-US" altLang="tr-TR" smtClean="0"/>
              <a:t>.</a:t>
            </a:r>
          </a:p>
          <a:p>
            <a:r>
              <a:rPr lang="en-US" altLang="tr-TR" smtClean="0">
                <a:solidFill>
                  <a:schemeClr val="accent2"/>
                </a:solidFill>
              </a:rPr>
              <a:t>Long overflow chains </a:t>
            </a:r>
            <a:r>
              <a:rPr lang="en-US" altLang="tr-TR" smtClean="0"/>
              <a:t>can develop and degrade performance.  </a:t>
            </a:r>
          </a:p>
          <a:p>
            <a:pPr lvl="1">
              <a:buSzPct val="75000"/>
            </a:pPr>
            <a:r>
              <a:rPr lang="en-US" altLang="tr-TR" i="1" smtClean="0">
                <a:solidFill>
                  <a:schemeClr val="accent2"/>
                </a:solidFill>
              </a:rPr>
              <a:t>Extendible</a:t>
            </a:r>
            <a:r>
              <a:rPr lang="en-US" altLang="tr-TR" smtClean="0"/>
              <a:t> and </a:t>
            </a:r>
            <a:r>
              <a:rPr lang="en-US" altLang="tr-TR" i="1" smtClean="0">
                <a:solidFill>
                  <a:schemeClr val="accent2"/>
                </a:solidFill>
              </a:rPr>
              <a:t>Linear</a:t>
            </a:r>
            <a:r>
              <a:rPr lang="en-US" altLang="tr-TR" smtClean="0">
                <a:solidFill>
                  <a:schemeClr val="accent2"/>
                </a:solidFill>
              </a:rPr>
              <a:t> </a:t>
            </a:r>
            <a:r>
              <a:rPr lang="en-US" altLang="tr-TR" i="1" smtClean="0">
                <a:solidFill>
                  <a:schemeClr val="accent2"/>
                </a:solidFill>
              </a:rPr>
              <a:t>Hashing</a:t>
            </a:r>
            <a:r>
              <a:rPr lang="en-US" altLang="tr-TR" smtClean="0"/>
              <a:t>: Dynamic techniques to fix this problem.</a:t>
            </a:r>
          </a:p>
        </p:txBody>
      </p:sp>
    </p:spTree>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Başlık 1"/>
          <p:cNvSpPr>
            <a:spLocks noGrp="1"/>
          </p:cNvSpPr>
          <p:nvPr>
            <p:ph type="title"/>
          </p:nvPr>
        </p:nvSpPr>
        <p:spPr/>
        <p:txBody>
          <a:bodyPr/>
          <a:lstStyle/>
          <a:p>
            <a:r>
              <a:rPr lang="en-US" altLang="tr-TR" smtClean="0"/>
              <a:t>Example</a:t>
            </a:r>
            <a:endParaRPr lang="tr-TR" smtClean="0"/>
          </a:p>
        </p:txBody>
      </p:sp>
      <p:sp>
        <p:nvSpPr>
          <p:cNvPr id="28674" name="Rectangle 3"/>
          <p:cNvSpPr>
            <a:spLocks noGrp="1" noChangeArrowheads="1"/>
          </p:cNvSpPr>
          <p:nvPr>
            <p:ph idx="1"/>
          </p:nvPr>
        </p:nvSpPr>
        <p:spPr>
          <a:xfrm>
            <a:off x="838200" y="1371600"/>
            <a:ext cx="7772400" cy="4686300"/>
          </a:xfrm>
        </p:spPr>
        <p:txBody>
          <a:bodyPr/>
          <a:lstStyle/>
          <a:p>
            <a:pPr>
              <a:lnSpc>
                <a:spcPct val="80000"/>
              </a:lnSpc>
            </a:pPr>
            <a:r>
              <a:rPr lang="en-US" altLang="zh-TW" sz="2400" smtClean="0">
                <a:ea typeface="PMingLiU" pitchFamily="18" charset="-120"/>
              </a:rPr>
              <a:t>Assume f(k) = k. Let </a:t>
            </a:r>
            <a:r>
              <a:rPr lang="tr-TR" altLang="zh-TW" sz="2400" smtClean="0"/>
              <a:t>N</a:t>
            </a:r>
            <a:r>
              <a:rPr lang="en-US" altLang="zh-TW" sz="2400" smtClean="0">
                <a:ea typeface="PMingLiU" pitchFamily="18" charset="-120"/>
              </a:rPr>
              <a:t> = 5. So, h(k) = k mod 5</a:t>
            </a:r>
          </a:p>
          <a:p>
            <a:pPr>
              <a:lnSpc>
                <a:spcPct val="80000"/>
              </a:lnSpc>
            </a:pPr>
            <a:r>
              <a:rPr lang="en-US" altLang="zh-TW" sz="2400" smtClean="0">
                <a:ea typeface="PMingLiU" pitchFamily="18" charset="-120"/>
              </a:rPr>
              <a:t>Bucket factor = 3 records.</a:t>
            </a:r>
          </a:p>
          <a:p>
            <a:pPr>
              <a:lnSpc>
                <a:spcPct val="80000"/>
              </a:lnSpc>
              <a:buFontTx/>
              <a:buNone/>
            </a:pPr>
            <a:r>
              <a:rPr lang="en-US" altLang="zh-TW" sz="2400" smtClean="0">
                <a:ea typeface="PMingLiU" pitchFamily="18" charset="-120"/>
              </a:rPr>
              <a:t>Insert: 12, 35, 44, 60, 6, 46,57,33,62,17</a:t>
            </a:r>
          </a:p>
          <a:p>
            <a:pPr>
              <a:lnSpc>
                <a:spcPct val="80000"/>
              </a:lnSpc>
            </a:pPr>
            <a:endParaRPr lang="en-US" altLang="tr-TR" smtClean="0"/>
          </a:p>
        </p:txBody>
      </p:sp>
      <p:graphicFrame>
        <p:nvGraphicFramePr>
          <p:cNvPr id="5" name="Group 93"/>
          <p:cNvGraphicFramePr>
            <a:graphicFrameLocks noGrp="1"/>
          </p:cNvGraphicFramePr>
          <p:nvPr/>
        </p:nvGraphicFramePr>
        <p:xfrm>
          <a:off x="2209800" y="2743200"/>
          <a:ext cx="3276600" cy="2717800"/>
        </p:xfrm>
        <a:graphic>
          <a:graphicData uri="http://schemas.openxmlformats.org/drawingml/2006/table">
            <a:tbl>
              <a:tblPr/>
              <a:tblGrid>
                <a:gridCol w="819150"/>
                <a:gridCol w="819150"/>
                <a:gridCol w="819150"/>
                <a:gridCol w="819150"/>
              </a:tblGrid>
              <a:tr h="542925">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tr-TR" sz="2800" b="0" i="0" u="none" strike="noStrike" cap="none" normalizeH="0" baseline="0" dirty="0" smtClean="0">
                          <a:ln>
                            <a:noFill/>
                          </a:ln>
                          <a:solidFill>
                            <a:schemeClr val="tx1"/>
                          </a:solidFill>
                          <a:effectLst/>
                          <a:latin typeface="Times New Roman" pitchFamily="18" charset="0"/>
                        </a:rPr>
                        <a:t>0</a:t>
                      </a:r>
                    </a:p>
                  </a:txBody>
                  <a:tcPr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4513">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tr-TR" sz="2800" b="0" i="0" u="none" strike="noStrike" cap="none" normalizeH="0" baseline="0" dirty="0" smtClean="0">
                          <a:ln>
                            <a:noFill/>
                          </a:ln>
                          <a:solidFill>
                            <a:schemeClr val="tx1"/>
                          </a:solidFill>
                          <a:effectLst/>
                          <a:latin typeface="Times New Roman" pitchFamily="18" charset="0"/>
                        </a:rPr>
                        <a:t>1</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2925">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tr-TR" sz="2800" b="0" i="0" u="none" strike="noStrike" cap="none" normalizeH="0" baseline="0" smtClean="0">
                          <a:ln>
                            <a:noFill/>
                          </a:ln>
                          <a:solidFill>
                            <a:schemeClr val="tx1"/>
                          </a:solidFill>
                          <a:effectLst/>
                          <a:latin typeface="Times New Roman" pitchFamily="18" charset="0"/>
                        </a:rPr>
                        <a:t>2</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4513">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tr-TR" sz="2800" b="0" i="0" u="none" strike="noStrike" cap="none" normalizeH="0" baseline="0" smtClean="0">
                          <a:ln>
                            <a:noFill/>
                          </a:ln>
                          <a:solidFill>
                            <a:schemeClr val="tx1"/>
                          </a:solidFill>
                          <a:effectLst/>
                          <a:latin typeface="Times New Roman" pitchFamily="18" charset="0"/>
                        </a:rPr>
                        <a:t>3</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2925">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tr-TR" sz="2800" b="0" i="0" u="none" strike="noStrike" cap="none" normalizeH="0" baseline="0" smtClean="0">
                          <a:ln>
                            <a:noFill/>
                          </a:ln>
                          <a:solidFill>
                            <a:schemeClr val="tx1"/>
                          </a:solidFill>
                          <a:effectLst/>
                          <a:latin typeface="Times New Roman" pitchFamily="18" charset="0"/>
                        </a:rPr>
                        <a:t>4</a:t>
                      </a:r>
                    </a:p>
                  </a:txBody>
                  <a:tcPr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itchFamily="18" charset="0"/>
                        </a:defRPr>
                      </a:lvl1pPr>
                      <a:lvl2pPr>
                        <a:spcBef>
                          <a:spcPct val="20000"/>
                        </a:spcBef>
                        <a:defRPr sz="2400">
                          <a:solidFill>
                            <a:schemeClr val="tx1"/>
                          </a:solidFill>
                          <a:latin typeface="Times New Roman" pitchFamily="18" charset="0"/>
                        </a:defRPr>
                      </a:lvl2pPr>
                      <a:lvl3pPr>
                        <a:spcBef>
                          <a:spcPct val="20000"/>
                        </a:spcBef>
                        <a:defRPr sz="2000">
                          <a:solidFill>
                            <a:schemeClr val="tx1"/>
                          </a:solidFill>
                          <a:latin typeface="Times New Roman" pitchFamily="18"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fontAlgn="base">
                        <a:spcBef>
                          <a:spcPct val="20000"/>
                        </a:spcBef>
                        <a:spcAft>
                          <a:spcPct val="0"/>
                        </a:spcAft>
                        <a:defRPr>
                          <a:solidFill>
                            <a:schemeClr val="tx1"/>
                          </a:solidFill>
                          <a:latin typeface="Times New Roman" pitchFamily="18" charset="0"/>
                        </a:defRPr>
                      </a:lvl6pPr>
                      <a:lvl7pPr fontAlgn="base">
                        <a:spcBef>
                          <a:spcPct val="20000"/>
                        </a:spcBef>
                        <a:spcAft>
                          <a:spcPct val="0"/>
                        </a:spcAft>
                        <a:defRPr>
                          <a:solidFill>
                            <a:schemeClr val="tx1"/>
                          </a:solidFill>
                          <a:latin typeface="Times New Roman" pitchFamily="18" charset="0"/>
                        </a:defRPr>
                      </a:lvl7pPr>
                      <a:lvl8pPr fontAlgn="base">
                        <a:spcBef>
                          <a:spcPct val="20000"/>
                        </a:spcBef>
                        <a:spcAft>
                          <a:spcPct val="0"/>
                        </a:spcAft>
                        <a:defRPr>
                          <a:solidFill>
                            <a:schemeClr val="tx1"/>
                          </a:solidFill>
                          <a:latin typeface="Times New Roman" pitchFamily="18" charset="0"/>
                        </a:defRPr>
                      </a:lvl8pPr>
                      <a:lvl9pPr fontAlgn="base">
                        <a:spcBef>
                          <a:spcPct val="20000"/>
                        </a:spcBef>
                        <a:spcAft>
                          <a:spcPct val="0"/>
                        </a:spcAft>
                        <a:defRPr>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tr-TR" altLang="tr-TR" sz="2800" b="0"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Text Box 102"/>
          <p:cNvSpPr txBox="1">
            <a:spLocks noChangeArrowheads="1"/>
          </p:cNvSpPr>
          <p:nvPr/>
        </p:nvSpPr>
        <p:spPr bwMode="auto">
          <a:xfrm>
            <a:off x="3048000" y="2819400"/>
            <a:ext cx="685800" cy="457200"/>
          </a:xfrm>
          <a:prstGeom prst="rect">
            <a:avLst/>
          </a:prstGeom>
          <a:noFill/>
          <a:ln w="9525">
            <a:noFill/>
            <a:miter lim="800000"/>
            <a:headEnd/>
            <a:tailEnd/>
          </a:ln>
        </p:spPr>
        <p:txBody>
          <a:bodyPr>
            <a:spAutoFit/>
          </a:bodyPr>
          <a:lstStyle/>
          <a:p>
            <a:pPr algn="ctr" eaLnBrk="0" hangingPunct="0">
              <a:spcBef>
                <a:spcPct val="50000"/>
              </a:spcBef>
            </a:pPr>
            <a:r>
              <a:rPr lang="en-US" altLang="tr-TR"/>
              <a:t>35</a:t>
            </a:r>
          </a:p>
        </p:txBody>
      </p:sp>
      <p:sp>
        <p:nvSpPr>
          <p:cNvPr id="7" name="Text Box 104"/>
          <p:cNvSpPr txBox="1">
            <a:spLocks noChangeArrowheads="1"/>
          </p:cNvSpPr>
          <p:nvPr/>
        </p:nvSpPr>
        <p:spPr bwMode="auto">
          <a:xfrm>
            <a:off x="3886200" y="2819400"/>
            <a:ext cx="685800" cy="457200"/>
          </a:xfrm>
          <a:prstGeom prst="rect">
            <a:avLst/>
          </a:prstGeom>
          <a:noFill/>
          <a:ln w="9525">
            <a:noFill/>
            <a:miter lim="800000"/>
            <a:headEnd/>
            <a:tailEnd/>
          </a:ln>
        </p:spPr>
        <p:txBody>
          <a:bodyPr>
            <a:spAutoFit/>
          </a:bodyPr>
          <a:lstStyle/>
          <a:p>
            <a:pPr algn="ctr" eaLnBrk="0" hangingPunct="0">
              <a:spcBef>
                <a:spcPct val="50000"/>
              </a:spcBef>
            </a:pPr>
            <a:r>
              <a:rPr lang="en-US" altLang="tr-TR"/>
              <a:t>60</a:t>
            </a:r>
          </a:p>
        </p:txBody>
      </p:sp>
      <p:sp>
        <p:nvSpPr>
          <p:cNvPr id="8" name="Text Box 112"/>
          <p:cNvSpPr txBox="1">
            <a:spLocks noChangeArrowheads="1"/>
          </p:cNvSpPr>
          <p:nvPr/>
        </p:nvSpPr>
        <p:spPr bwMode="auto">
          <a:xfrm>
            <a:off x="3124200" y="3352800"/>
            <a:ext cx="685800" cy="457200"/>
          </a:xfrm>
          <a:prstGeom prst="rect">
            <a:avLst/>
          </a:prstGeom>
          <a:noFill/>
          <a:ln w="9525">
            <a:noFill/>
            <a:miter lim="800000"/>
            <a:headEnd/>
            <a:tailEnd/>
          </a:ln>
        </p:spPr>
        <p:txBody>
          <a:bodyPr>
            <a:spAutoFit/>
          </a:bodyPr>
          <a:lstStyle/>
          <a:p>
            <a:pPr algn="ctr" eaLnBrk="0" hangingPunct="0">
              <a:spcBef>
                <a:spcPct val="50000"/>
              </a:spcBef>
            </a:pPr>
            <a:r>
              <a:rPr lang="en-US" altLang="tr-TR"/>
              <a:t>6</a:t>
            </a:r>
          </a:p>
        </p:txBody>
      </p:sp>
      <p:sp>
        <p:nvSpPr>
          <p:cNvPr id="9" name="Text Box 105"/>
          <p:cNvSpPr txBox="1">
            <a:spLocks noChangeArrowheads="1"/>
          </p:cNvSpPr>
          <p:nvPr/>
        </p:nvSpPr>
        <p:spPr bwMode="auto">
          <a:xfrm>
            <a:off x="3886200" y="3352800"/>
            <a:ext cx="685800" cy="457200"/>
          </a:xfrm>
          <a:prstGeom prst="rect">
            <a:avLst/>
          </a:prstGeom>
          <a:noFill/>
          <a:ln w="9525">
            <a:noFill/>
            <a:miter lim="800000"/>
            <a:headEnd/>
            <a:tailEnd/>
          </a:ln>
        </p:spPr>
        <p:txBody>
          <a:bodyPr>
            <a:spAutoFit/>
          </a:bodyPr>
          <a:lstStyle/>
          <a:p>
            <a:pPr algn="ctr" eaLnBrk="0" hangingPunct="0">
              <a:spcBef>
                <a:spcPct val="50000"/>
              </a:spcBef>
            </a:pPr>
            <a:r>
              <a:rPr lang="en-US" altLang="tr-TR"/>
              <a:t>46</a:t>
            </a:r>
          </a:p>
        </p:txBody>
      </p:sp>
      <p:sp>
        <p:nvSpPr>
          <p:cNvPr id="10" name="Text Box 101"/>
          <p:cNvSpPr txBox="1">
            <a:spLocks noChangeArrowheads="1"/>
          </p:cNvSpPr>
          <p:nvPr/>
        </p:nvSpPr>
        <p:spPr bwMode="auto">
          <a:xfrm>
            <a:off x="3048000" y="3886200"/>
            <a:ext cx="685800" cy="457200"/>
          </a:xfrm>
          <a:prstGeom prst="rect">
            <a:avLst/>
          </a:prstGeom>
          <a:noFill/>
          <a:ln w="9525">
            <a:noFill/>
            <a:miter lim="800000"/>
            <a:headEnd/>
            <a:tailEnd/>
          </a:ln>
        </p:spPr>
        <p:txBody>
          <a:bodyPr>
            <a:spAutoFit/>
          </a:bodyPr>
          <a:lstStyle/>
          <a:p>
            <a:pPr algn="ctr" eaLnBrk="0" hangingPunct="0">
              <a:spcBef>
                <a:spcPct val="50000"/>
              </a:spcBef>
            </a:pPr>
            <a:r>
              <a:rPr lang="en-US" altLang="tr-TR"/>
              <a:t>12</a:t>
            </a:r>
          </a:p>
        </p:txBody>
      </p:sp>
      <p:sp>
        <p:nvSpPr>
          <p:cNvPr id="11" name="Text Box 106"/>
          <p:cNvSpPr txBox="1">
            <a:spLocks noChangeArrowheads="1"/>
          </p:cNvSpPr>
          <p:nvPr/>
        </p:nvSpPr>
        <p:spPr bwMode="auto">
          <a:xfrm>
            <a:off x="3886200" y="3886200"/>
            <a:ext cx="685800" cy="457200"/>
          </a:xfrm>
          <a:prstGeom prst="rect">
            <a:avLst/>
          </a:prstGeom>
          <a:noFill/>
          <a:ln w="9525">
            <a:noFill/>
            <a:miter lim="800000"/>
            <a:headEnd/>
            <a:tailEnd/>
          </a:ln>
        </p:spPr>
        <p:txBody>
          <a:bodyPr>
            <a:spAutoFit/>
          </a:bodyPr>
          <a:lstStyle/>
          <a:p>
            <a:pPr eaLnBrk="0" hangingPunct="0">
              <a:spcBef>
                <a:spcPct val="50000"/>
              </a:spcBef>
            </a:pPr>
            <a:r>
              <a:rPr lang="en-US" altLang="tr-TR"/>
              <a:t>57</a:t>
            </a:r>
          </a:p>
        </p:txBody>
      </p:sp>
      <p:sp>
        <p:nvSpPr>
          <p:cNvPr id="12" name="Text Box 108"/>
          <p:cNvSpPr txBox="1">
            <a:spLocks noChangeArrowheads="1"/>
          </p:cNvSpPr>
          <p:nvPr/>
        </p:nvSpPr>
        <p:spPr bwMode="auto">
          <a:xfrm>
            <a:off x="4724400" y="3886200"/>
            <a:ext cx="685800" cy="457200"/>
          </a:xfrm>
          <a:prstGeom prst="rect">
            <a:avLst/>
          </a:prstGeom>
          <a:noFill/>
          <a:ln w="9525">
            <a:noFill/>
            <a:miter lim="800000"/>
            <a:headEnd/>
            <a:tailEnd/>
          </a:ln>
        </p:spPr>
        <p:txBody>
          <a:bodyPr>
            <a:spAutoFit/>
          </a:bodyPr>
          <a:lstStyle/>
          <a:p>
            <a:pPr algn="ctr" eaLnBrk="0" hangingPunct="0">
              <a:spcBef>
                <a:spcPct val="50000"/>
              </a:spcBef>
            </a:pPr>
            <a:r>
              <a:rPr lang="en-US" altLang="tr-TR"/>
              <a:t>62</a:t>
            </a:r>
          </a:p>
        </p:txBody>
      </p:sp>
      <p:sp>
        <p:nvSpPr>
          <p:cNvPr id="13" name="Text Box 107"/>
          <p:cNvSpPr txBox="1">
            <a:spLocks noChangeArrowheads="1"/>
          </p:cNvSpPr>
          <p:nvPr/>
        </p:nvSpPr>
        <p:spPr bwMode="auto">
          <a:xfrm>
            <a:off x="3048000" y="4419600"/>
            <a:ext cx="685800" cy="457200"/>
          </a:xfrm>
          <a:prstGeom prst="rect">
            <a:avLst/>
          </a:prstGeom>
          <a:noFill/>
          <a:ln w="9525">
            <a:noFill/>
            <a:miter lim="800000"/>
            <a:headEnd/>
            <a:tailEnd/>
          </a:ln>
        </p:spPr>
        <p:txBody>
          <a:bodyPr>
            <a:spAutoFit/>
          </a:bodyPr>
          <a:lstStyle/>
          <a:p>
            <a:pPr algn="ctr" eaLnBrk="0" hangingPunct="0">
              <a:spcBef>
                <a:spcPct val="50000"/>
              </a:spcBef>
            </a:pPr>
            <a:r>
              <a:rPr lang="en-US" altLang="tr-TR"/>
              <a:t>33</a:t>
            </a:r>
          </a:p>
        </p:txBody>
      </p:sp>
      <p:sp>
        <p:nvSpPr>
          <p:cNvPr id="14" name="Text Box 103"/>
          <p:cNvSpPr txBox="1">
            <a:spLocks noChangeArrowheads="1"/>
          </p:cNvSpPr>
          <p:nvPr/>
        </p:nvSpPr>
        <p:spPr bwMode="auto">
          <a:xfrm>
            <a:off x="3048000" y="4953000"/>
            <a:ext cx="685800" cy="457200"/>
          </a:xfrm>
          <a:prstGeom prst="rect">
            <a:avLst/>
          </a:prstGeom>
          <a:noFill/>
          <a:ln w="9525">
            <a:noFill/>
            <a:miter lim="800000"/>
            <a:headEnd/>
            <a:tailEnd/>
          </a:ln>
        </p:spPr>
        <p:txBody>
          <a:bodyPr>
            <a:spAutoFit/>
          </a:bodyPr>
          <a:lstStyle/>
          <a:p>
            <a:pPr eaLnBrk="0" hangingPunct="0">
              <a:spcBef>
                <a:spcPct val="50000"/>
              </a:spcBef>
            </a:pPr>
            <a:r>
              <a:rPr lang="en-US" altLang="tr-TR"/>
              <a:t>44</a:t>
            </a:r>
          </a:p>
        </p:txBody>
      </p:sp>
      <p:grpSp>
        <p:nvGrpSpPr>
          <p:cNvPr id="15" name="Group 111"/>
          <p:cNvGrpSpPr>
            <a:grpSpLocks/>
          </p:cNvGrpSpPr>
          <p:nvPr/>
        </p:nvGrpSpPr>
        <p:grpSpPr bwMode="auto">
          <a:xfrm>
            <a:off x="5410200" y="3810000"/>
            <a:ext cx="3124200" cy="533400"/>
            <a:chOff x="3408" y="2400"/>
            <a:chExt cx="1968" cy="336"/>
          </a:xfrm>
        </p:grpSpPr>
        <p:sp>
          <p:nvSpPr>
            <p:cNvPr id="28719" name="Rectangle 94"/>
            <p:cNvSpPr>
              <a:spLocks noChangeArrowheads="1"/>
            </p:cNvSpPr>
            <p:nvPr/>
          </p:nvSpPr>
          <p:spPr bwMode="auto">
            <a:xfrm>
              <a:off x="3840" y="2400"/>
              <a:ext cx="1536" cy="336"/>
            </a:xfrm>
            <a:prstGeom prst="rect">
              <a:avLst/>
            </a:prstGeom>
            <a:noFill/>
            <a:ln w="9525">
              <a:solidFill>
                <a:schemeClr val="tx1"/>
              </a:solidFill>
              <a:miter lim="800000"/>
              <a:headEnd/>
              <a:tailEnd/>
            </a:ln>
          </p:spPr>
          <p:txBody>
            <a:bodyPr wrap="none" anchor="ctr"/>
            <a:lstStyle/>
            <a:p>
              <a:pPr eaLnBrk="0" hangingPunct="0"/>
              <a:endParaRPr lang="tr-TR"/>
            </a:p>
          </p:txBody>
        </p:sp>
        <p:sp>
          <p:nvSpPr>
            <p:cNvPr id="28720" name="Line 95"/>
            <p:cNvSpPr>
              <a:spLocks noChangeShapeType="1"/>
            </p:cNvSpPr>
            <p:nvPr/>
          </p:nvSpPr>
          <p:spPr bwMode="auto">
            <a:xfrm>
              <a:off x="4320" y="2400"/>
              <a:ext cx="0" cy="336"/>
            </a:xfrm>
            <a:prstGeom prst="line">
              <a:avLst/>
            </a:prstGeom>
            <a:noFill/>
            <a:ln w="9525">
              <a:solidFill>
                <a:schemeClr val="tx1"/>
              </a:solidFill>
              <a:round/>
              <a:headEnd/>
              <a:tailEnd/>
            </a:ln>
          </p:spPr>
          <p:txBody>
            <a:bodyPr/>
            <a:lstStyle/>
            <a:p>
              <a:endParaRPr lang="tr-TR"/>
            </a:p>
          </p:txBody>
        </p:sp>
        <p:sp>
          <p:nvSpPr>
            <p:cNvPr id="28721" name="Line 96"/>
            <p:cNvSpPr>
              <a:spLocks noChangeShapeType="1"/>
            </p:cNvSpPr>
            <p:nvPr/>
          </p:nvSpPr>
          <p:spPr bwMode="auto">
            <a:xfrm>
              <a:off x="4848" y="2400"/>
              <a:ext cx="0" cy="336"/>
            </a:xfrm>
            <a:prstGeom prst="line">
              <a:avLst/>
            </a:prstGeom>
            <a:noFill/>
            <a:ln w="9525">
              <a:solidFill>
                <a:schemeClr val="tx1"/>
              </a:solidFill>
              <a:round/>
              <a:headEnd/>
              <a:tailEnd/>
            </a:ln>
          </p:spPr>
          <p:txBody>
            <a:bodyPr/>
            <a:lstStyle/>
            <a:p>
              <a:endParaRPr lang="tr-TR"/>
            </a:p>
          </p:txBody>
        </p:sp>
        <p:sp>
          <p:nvSpPr>
            <p:cNvPr id="28722" name="Line 98"/>
            <p:cNvSpPr>
              <a:spLocks noChangeShapeType="1"/>
            </p:cNvSpPr>
            <p:nvPr/>
          </p:nvSpPr>
          <p:spPr bwMode="auto">
            <a:xfrm>
              <a:off x="3408" y="2544"/>
              <a:ext cx="432" cy="0"/>
            </a:xfrm>
            <a:prstGeom prst="line">
              <a:avLst/>
            </a:prstGeom>
            <a:noFill/>
            <a:ln w="9525">
              <a:solidFill>
                <a:schemeClr val="tx1"/>
              </a:solidFill>
              <a:round/>
              <a:headEnd/>
              <a:tailEnd type="triangle" w="med" len="med"/>
            </a:ln>
          </p:spPr>
          <p:txBody>
            <a:bodyPr/>
            <a:lstStyle/>
            <a:p>
              <a:endParaRPr lang="tr-TR"/>
            </a:p>
          </p:txBody>
        </p:sp>
      </p:grpSp>
      <p:sp>
        <p:nvSpPr>
          <p:cNvPr id="20" name="Text Box 109"/>
          <p:cNvSpPr txBox="1">
            <a:spLocks noChangeArrowheads="1"/>
          </p:cNvSpPr>
          <p:nvPr/>
        </p:nvSpPr>
        <p:spPr bwMode="auto">
          <a:xfrm>
            <a:off x="6172200" y="3810000"/>
            <a:ext cx="685800" cy="457200"/>
          </a:xfrm>
          <a:prstGeom prst="rect">
            <a:avLst/>
          </a:prstGeom>
          <a:noFill/>
          <a:ln w="9525">
            <a:noFill/>
            <a:miter lim="800000"/>
            <a:headEnd/>
            <a:tailEnd/>
          </a:ln>
        </p:spPr>
        <p:txBody>
          <a:bodyPr>
            <a:spAutoFit/>
          </a:bodyPr>
          <a:lstStyle/>
          <a:p>
            <a:pPr eaLnBrk="0" hangingPunct="0">
              <a:spcBef>
                <a:spcPct val="50000"/>
              </a:spcBef>
            </a:pPr>
            <a:r>
              <a:rPr lang="en-US" altLang="tr-TR"/>
              <a:t>17</a:t>
            </a:r>
          </a:p>
        </p:txBody>
      </p:sp>
      <p:sp>
        <p:nvSpPr>
          <p:cNvPr id="28717" name="Text Box 99"/>
          <p:cNvSpPr txBox="1">
            <a:spLocks noChangeArrowheads="1"/>
          </p:cNvSpPr>
          <p:nvPr/>
        </p:nvSpPr>
        <p:spPr bwMode="auto">
          <a:xfrm>
            <a:off x="2819400" y="5791200"/>
            <a:ext cx="3200400" cy="457200"/>
          </a:xfrm>
          <a:prstGeom prst="rect">
            <a:avLst/>
          </a:prstGeom>
          <a:noFill/>
          <a:ln w="9525">
            <a:noFill/>
            <a:miter lim="800000"/>
            <a:headEnd/>
            <a:tailEnd/>
          </a:ln>
        </p:spPr>
        <p:txBody>
          <a:bodyPr>
            <a:spAutoFit/>
          </a:bodyPr>
          <a:lstStyle/>
          <a:p>
            <a:pPr algn="ctr" eaLnBrk="0" hangingPunct="0">
              <a:spcBef>
                <a:spcPct val="50000"/>
              </a:spcBef>
            </a:pPr>
            <a:r>
              <a:rPr lang="en-US" altLang="tr-TR"/>
              <a:t>Primary area</a:t>
            </a:r>
          </a:p>
        </p:txBody>
      </p:sp>
      <p:sp>
        <p:nvSpPr>
          <p:cNvPr id="22" name="Text Box 100"/>
          <p:cNvSpPr txBox="1">
            <a:spLocks noChangeArrowheads="1"/>
          </p:cNvSpPr>
          <p:nvPr/>
        </p:nvSpPr>
        <p:spPr bwMode="auto">
          <a:xfrm>
            <a:off x="6172200" y="4724400"/>
            <a:ext cx="2209800" cy="457200"/>
          </a:xfrm>
          <a:prstGeom prst="rect">
            <a:avLst/>
          </a:prstGeom>
          <a:noFill/>
          <a:ln w="9525">
            <a:noFill/>
            <a:miter lim="800000"/>
            <a:headEnd/>
            <a:tailEnd/>
          </a:ln>
        </p:spPr>
        <p:txBody>
          <a:bodyPr>
            <a:spAutoFit/>
          </a:bodyPr>
          <a:lstStyle/>
          <a:p>
            <a:pPr eaLnBrk="0" hangingPunct="0">
              <a:spcBef>
                <a:spcPct val="50000"/>
              </a:spcBef>
            </a:pPr>
            <a:r>
              <a:rPr lang="en-US" altLang="tr-TR"/>
              <a:t>overflow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20"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29698"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29699" name="Rectangle 4"/>
          <p:cNvSpPr>
            <a:spLocks noGrp="1" noChangeArrowheads="1"/>
          </p:cNvSpPr>
          <p:nvPr>
            <p:ph type="title"/>
          </p:nvPr>
        </p:nvSpPr>
        <p:spPr/>
        <p:txBody>
          <a:bodyPr/>
          <a:lstStyle/>
          <a:p>
            <a:r>
              <a:rPr lang="en-US" altLang="tr-TR" smtClean="0"/>
              <a:t>Extendible Hashing</a:t>
            </a:r>
          </a:p>
        </p:txBody>
      </p:sp>
      <p:sp>
        <p:nvSpPr>
          <p:cNvPr id="29700" name="Rectangle 5"/>
          <p:cNvSpPr>
            <a:spLocks noGrp="1" noChangeArrowheads="1"/>
          </p:cNvSpPr>
          <p:nvPr>
            <p:ph type="body" idx="1"/>
          </p:nvPr>
        </p:nvSpPr>
        <p:spPr>
          <a:xfrm>
            <a:off x="381000" y="1752600"/>
            <a:ext cx="8458200" cy="4076700"/>
          </a:xfrm>
        </p:spPr>
        <p:txBody>
          <a:bodyPr/>
          <a:lstStyle/>
          <a:p>
            <a:r>
              <a:rPr lang="en-US" altLang="tr-TR" smtClean="0"/>
              <a:t>Situation: Bucket (primary page) becomes full. Why not re-organize file by </a:t>
            </a:r>
            <a:r>
              <a:rPr lang="en-US" altLang="tr-TR" i="1" smtClean="0"/>
              <a:t>doubling </a:t>
            </a:r>
            <a:r>
              <a:rPr lang="en-US" altLang="tr-TR" smtClean="0"/>
              <a:t># of buckets?</a:t>
            </a:r>
          </a:p>
          <a:p>
            <a:pPr lvl="1">
              <a:buSzPct val="75000"/>
            </a:pPr>
            <a:r>
              <a:rPr lang="en-US" altLang="tr-TR" smtClean="0"/>
              <a:t>Reading and writing all pages is expensive!</a:t>
            </a:r>
          </a:p>
          <a:p>
            <a:pPr lvl="1">
              <a:buSzPct val="75000"/>
            </a:pPr>
            <a:r>
              <a:rPr lang="en-US" altLang="tr-TR" i="1" u="sng" smtClean="0"/>
              <a:t>Idea</a:t>
            </a:r>
            <a:r>
              <a:rPr lang="en-US" altLang="tr-TR" smtClean="0"/>
              <a:t>:  Use </a:t>
            </a:r>
            <a:r>
              <a:rPr lang="en-US" altLang="tr-TR" i="1" u="sng" smtClean="0">
                <a:solidFill>
                  <a:schemeClr val="accent2"/>
                </a:solidFill>
              </a:rPr>
              <a:t>directory of pointers to buckets</a:t>
            </a:r>
            <a:r>
              <a:rPr lang="en-US" altLang="tr-TR" smtClean="0">
                <a:solidFill>
                  <a:schemeClr val="accent2"/>
                </a:solidFill>
              </a:rPr>
              <a:t>, </a:t>
            </a:r>
            <a:r>
              <a:rPr lang="en-US" altLang="tr-TR" smtClean="0"/>
              <a:t>double # of buckets by </a:t>
            </a:r>
            <a:r>
              <a:rPr lang="en-US" altLang="tr-TR" i="1" smtClean="0"/>
              <a:t>doubling the directory, </a:t>
            </a:r>
            <a:r>
              <a:rPr lang="en-US" altLang="tr-TR" smtClean="0"/>
              <a:t>splitting just the bucket that overflowed!</a:t>
            </a:r>
          </a:p>
          <a:p>
            <a:pPr lvl="1">
              <a:buSzPct val="75000"/>
            </a:pPr>
            <a:r>
              <a:rPr lang="en-US" altLang="tr-TR" smtClean="0"/>
              <a:t>Directory much smaller than file, so doubling it is much cheaper.  Only one page of data entries is split.  </a:t>
            </a:r>
            <a:r>
              <a:rPr lang="en-US" altLang="tr-TR" i="1" smtClean="0">
                <a:solidFill>
                  <a:schemeClr val="accent2"/>
                </a:solidFill>
              </a:rPr>
              <a:t>No</a:t>
            </a:r>
            <a:r>
              <a:rPr lang="en-US" altLang="tr-TR" smtClean="0">
                <a:solidFill>
                  <a:schemeClr val="accent2"/>
                </a:solidFill>
              </a:rPr>
              <a:t> </a:t>
            </a:r>
            <a:r>
              <a:rPr lang="en-US" altLang="tr-TR" i="1" smtClean="0">
                <a:solidFill>
                  <a:schemeClr val="accent2"/>
                </a:solidFill>
              </a:rPr>
              <a:t>overflow</a:t>
            </a:r>
            <a:r>
              <a:rPr lang="en-US" altLang="tr-TR" smtClean="0">
                <a:solidFill>
                  <a:schemeClr val="accent2"/>
                </a:solidFill>
              </a:rPr>
              <a:t> </a:t>
            </a:r>
            <a:r>
              <a:rPr lang="en-US" altLang="tr-TR" i="1" smtClean="0">
                <a:solidFill>
                  <a:schemeClr val="accent2"/>
                </a:solidFill>
              </a:rPr>
              <a:t>page</a:t>
            </a:r>
            <a:r>
              <a:rPr lang="en-US" altLang="tr-TR" smtClean="0">
                <a:solidFill>
                  <a:schemeClr val="accent2"/>
                </a:solidFill>
              </a:rPr>
              <a:t>!</a:t>
            </a:r>
            <a:endParaRPr lang="en-US" altLang="tr-TR" smtClean="0"/>
          </a:p>
          <a:p>
            <a:pPr lvl="1">
              <a:buSzPct val="75000"/>
            </a:pPr>
            <a:r>
              <a:rPr lang="en-US" altLang="tr-TR" smtClean="0"/>
              <a:t>Trick lies in how hash function is adjusted!</a:t>
            </a:r>
          </a:p>
        </p:txBody>
      </p:sp>
    </p:spTree>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31746"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31747" name="Rectangle 4"/>
          <p:cNvSpPr>
            <a:spLocks noGrp="1" noChangeArrowheads="1"/>
          </p:cNvSpPr>
          <p:nvPr>
            <p:ph type="title"/>
          </p:nvPr>
        </p:nvSpPr>
        <p:spPr/>
        <p:txBody>
          <a:bodyPr/>
          <a:lstStyle/>
          <a:p>
            <a:r>
              <a:rPr lang="en-US" altLang="tr-TR" smtClean="0"/>
              <a:t>Example</a:t>
            </a:r>
          </a:p>
        </p:txBody>
      </p:sp>
      <p:sp>
        <p:nvSpPr>
          <p:cNvPr id="31748" name="Rectangle 5"/>
          <p:cNvSpPr>
            <a:spLocks noGrp="1" noChangeArrowheads="1"/>
          </p:cNvSpPr>
          <p:nvPr>
            <p:ph type="body" sz="half" idx="1"/>
          </p:nvPr>
        </p:nvSpPr>
        <p:spPr>
          <a:xfrm>
            <a:off x="76200" y="1676400"/>
            <a:ext cx="4343400" cy="2514600"/>
          </a:xfrm>
        </p:spPr>
        <p:txBody>
          <a:bodyPr/>
          <a:lstStyle/>
          <a:p>
            <a:r>
              <a:rPr lang="en-US" altLang="tr-TR" sz="2400" smtClean="0"/>
              <a:t>Directory is array of size 4.</a:t>
            </a:r>
          </a:p>
          <a:p>
            <a:r>
              <a:rPr lang="en-US" altLang="tr-TR" sz="2400" smtClean="0"/>
              <a:t>To find bucket for </a:t>
            </a:r>
            <a:r>
              <a:rPr lang="en-US" altLang="tr-TR" sz="2400" i="1" smtClean="0"/>
              <a:t>r</a:t>
            </a:r>
            <a:r>
              <a:rPr lang="en-US" altLang="tr-TR" sz="2400" smtClean="0"/>
              <a:t>, take last `</a:t>
            </a:r>
            <a:r>
              <a:rPr lang="en-US" altLang="tr-TR" sz="2400" i="1" smtClean="0">
                <a:solidFill>
                  <a:schemeClr val="accent2"/>
                </a:solidFill>
              </a:rPr>
              <a:t>global depth</a:t>
            </a:r>
            <a:r>
              <a:rPr lang="en-US" altLang="tr-TR" sz="2400" smtClean="0"/>
              <a:t>’ # bits of </a:t>
            </a:r>
            <a:r>
              <a:rPr lang="en-US" altLang="tr-TR" sz="2400" b="1" smtClean="0"/>
              <a:t>h</a:t>
            </a:r>
            <a:r>
              <a:rPr lang="en-US" altLang="tr-TR" sz="2400" smtClean="0"/>
              <a:t>(</a:t>
            </a:r>
            <a:r>
              <a:rPr lang="en-US" altLang="tr-TR" sz="2400" i="1" smtClean="0"/>
              <a:t>r</a:t>
            </a:r>
            <a:r>
              <a:rPr lang="en-US" altLang="tr-TR" sz="2400" smtClean="0"/>
              <a:t>); we denote </a:t>
            </a:r>
            <a:r>
              <a:rPr lang="en-US" altLang="tr-TR" sz="2400" i="1" smtClean="0"/>
              <a:t>r</a:t>
            </a:r>
            <a:r>
              <a:rPr lang="en-US" altLang="tr-TR" sz="2400" smtClean="0"/>
              <a:t> by </a:t>
            </a:r>
            <a:r>
              <a:rPr lang="en-US" altLang="tr-TR" sz="2400" b="1" smtClean="0"/>
              <a:t>h</a:t>
            </a:r>
            <a:r>
              <a:rPr lang="en-US" altLang="tr-TR" sz="2400" smtClean="0"/>
              <a:t>(</a:t>
            </a:r>
            <a:r>
              <a:rPr lang="en-US" altLang="tr-TR" sz="2400" i="1" smtClean="0"/>
              <a:t>r</a:t>
            </a:r>
            <a:r>
              <a:rPr lang="en-US" altLang="tr-TR" sz="2400" smtClean="0"/>
              <a:t>).</a:t>
            </a:r>
          </a:p>
          <a:p>
            <a:pPr lvl="1">
              <a:buSzPct val="75000"/>
            </a:pPr>
            <a:r>
              <a:rPr lang="en-US" altLang="tr-TR" smtClean="0"/>
              <a:t>If </a:t>
            </a:r>
            <a:r>
              <a:rPr lang="en-US" altLang="tr-TR" b="1" smtClean="0"/>
              <a:t>h</a:t>
            </a:r>
            <a:r>
              <a:rPr lang="en-US" altLang="tr-TR" smtClean="0"/>
              <a:t>(</a:t>
            </a:r>
            <a:r>
              <a:rPr lang="en-US" altLang="tr-TR" i="1" smtClean="0"/>
              <a:t>r</a:t>
            </a:r>
            <a:r>
              <a:rPr lang="en-US" altLang="tr-TR" smtClean="0"/>
              <a:t>) = 5 = binary 101,  it is in bucket pointed to by 01.</a:t>
            </a:r>
          </a:p>
        </p:txBody>
      </p:sp>
      <p:sp>
        <p:nvSpPr>
          <p:cNvPr id="31749" name="Rectangle 6"/>
          <p:cNvSpPr>
            <a:spLocks noChangeArrowheads="1"/>
          </p:cNvSpPr>
          <p:nvPr/>
        </p:nvSpPr>
        <p:spPr bwMode="auto">
          <a:xfrm>
            <a:off x="63500" y="4557713"/>
            <a:ext cx="8656638" cy="454025"/>
          </a:xfrm>
          <a:prstGeom prst="rect">
            <a:avLst/>
          </a:prstGeom>
          <a:noFill/>
          <a:ln w="9525">
            <a:noFill/>
            <a:miter lim="800000"/>
            <a:headEnd/>
            <a:tailEnd/>
          </a:ln>
        </p:spPr>
        <p:txBody>
          <a:bodyPr wrap="none" lIns="90488" tIns="44450" rIns="90488" bIns="44450">
            <a:spAutoFit/>
          </a:bodyPr>
          <a:lstStyle/>
          <a:p>
            <a:pPr eaLnBrk="0" hangingPunct="0">
              <a:buSzPct val="75000"/>
              <a:buFont typeface="Wingdings" pitchFamily="2" charset="2"/>
              <a:buChar char="v"/>
            </a:pPr>
            <a:r>
              <a:rPr lang="en-US" altLang="tr-TR">
                <a:latin typeface="Book Antiqua" pitchFamily="18" charset="0"/>
              </a:rPr>
              <a:t> </a:t>
            </a:r>
            <a:r>
              <a:rPr lang="en-US" altLang="tr-TR" b="1" u="sng">
                <a:latin typeface="Book Antiqua" pitchFamily="18" charset="0"/>
              </a:rPr>
              <a:t>Insert</a:t>
            </a:r>
            <a:r>
              <a:rPr lang="en-US" altLang="tr-TR">
                <a:latin typeface="Book Antiqua" pitchFamily="18" charset="0"/>
              </a:rPr>
              <a:t>:  If bucket is full, </a:t>
            </a:r>
            <a:r>
              <a:rPr lang="en-US" altLang="tr-TR" i="1" u="sng">
                <a:solidFill>
                  <a:schemeClr val="accent2"/>
                </a:solidFill>
                <a:latin typeface="Book Antiqua" pitchFamily="18" charset="0"/>
              </a:rPr>
              <a:t>split</a:t>
            </a:r>
            <a:r>
              <a:rPr lang="en-US" altLang="tr-TR" i="1">
                <a:latin typeface="Book Antiqua" pitchFamily="18" charset="0"/>
              </a:rPr>
              <a:t> </a:t>
            </a:r>
            <a:r>
              <a:rPr lang="en-US" altLang="tr-TR">
                <a:latin typeface="Book Antiqua" pitchFamily="18" charset="0"/>
              </a:rPr>
              <a:t>it (</a:t>
            </a:r>
            <a:r>
              <a:rPr lang="en-US" altLang="tr-TR" i="1">
                <a:latin typeface="Book Antiqua" pitchFamily="18" charset="0"/>
              </a:rPr>
              <a:t>allocate new page, re-distribute</a:t>
            </a:r>
            <a:r>
              <a:rPr lang="en-US" altLang="tr-TR">
                <a:latin typeface="Book Antiqua" pitchFamily="18" charset="0"/>
              </a:rPr>
              <a:t>).</a:t>
            </a:r>
          </a:p>
        </p:txBody>
      </p:sp>
      <p:sp>
        <p:nvSpPr>
          <p:cNvPr id="31750" name="Rectangle 7"/>
          <p:cNvSpPr>
            <a:spLocks noChangeArrowheads="1"/>
          </p:cNvSpPr>
          <p:nvPr/>
        </p:nvSpPr>
        <p:spPr bwMode="auto">
          <a:xfrm>
            <a:off x="63500" y="5091113"/>
            <a:ext cx="8572500" cy="1184275"/>
          </a:xfrm>
          <a:prstGeom prst="rect">
            <a:avLst/>
          </a:prstGeom>
          <a:noFill/>
          <a:ln w="9525">
            <a:noFill/>
            <a:miter lim="800000"/>
            <a:headEnd/>
            <a:tailEnd/>
          </a:ln>
        </p:spPr>
        <p:txBody>
          <a:bodyPr wrap="none" lIns="90488" tIns="44450" rIns="90488" bIns="44450">
            <a:spAutoFit/>
          </a:bodyPr>
          <a:lstStyle/>
          <a:p>
            <a:pPr eaLnBrk="0" hangingPunct="0">
              <a:buSzPct val="75000"/>
              <a:buFont typeface="Wingdings" pitchFamily="2" charset="2"/>
              <a:buChar char="v"/>
            </a:pPr>
            <a:r>
              <a:rPr lang="en-US" altLang="tr-TR">
                <a:latin typeface="Book Antiqua" pitchFamily="18" charset="0"/>
              </a:rPr>
              <a:t> </a:t>
            </a:r>
            <a:r>
              <a:rPr lang="en-US" altLang="tr-TR" i="1">
                <a:latin typeface="Book Antiqua" pitchFamily="18" charset="0"/>
              </a:rPr>
              <a:t>If necessary</a:t>
            </a:r>
            <a:r>
              <a:rPr lang="en-US" altLang="tr-TR">
                <a:latin typeface="Book Antiqua" pitchFamily="18" charset="0"/>
              </a:rPr>
              <a:t>, double the directory.  (As we will see, splitting a</a:t>
            </a:r>
          </a:p>
          <a:p>
            <a:pPr eaLnBrk="0" hangingPunct="0"/>
            <a:r>
              <a:rPr lang="en-US" altLang="tr-TR">
                <a:latin typeface="Book Antiqua" pitchFamily="18" charset="0"/>
              </a:rPr>
              <a:t>    bucket does not always require doubling; we can tell by </a:t>
            </a:r>
          </a:p>
          <a:p>
            <a:pPr eaLnBrk="0" hangingPunct="0"/>
            <a:r>
              <a:rPr lang="en-US" altLang="tr-TR">
                <a:latin typeface="Book Antiqua" pitchFamily="18" charset="0"/>
              </a:rPr>
              <a:t>    comparing </a:t>
            </a:r>
            <a:r>
              <a:rPr lang="en-US" altLang="tr-TR" i="1">
                <a:solidFill>
                  <a:schemeClr val="accent2"/>
                </a:solidFill>
                <a:latin typeface="Book Antiqua" pitchFamily="18" charset="0"/>
              </a:rPr>
              <a:t>global depth </a:t>
            </a:r>
            <a:r>
              <a:rPr lang="en-US" altLang="tr-TR">
                <a:latin typeface="Book Antiqua" pitchFamily="18" charset="0"/>
              </a:rPr>
              <a:t>with </a:t>
            </a:r>
            <a:r>
              <a:rPr lang="en-US" altLang="tr-TR" i="1">
                <a:solidFill>
                  <a:schemeClr val="accent2"/>
                </a:solidFill>
                <a:latin typeface="Book Antiqua" pitchFamily="18" charset="0"/>
              </a:rPr>
              <a:t>local depth </a:t>
            </a:r>
            <a:r>
              <a:rPr lang="en-US" altLang="tr-TR">
                <a:latin typeface="Book Antiqua" pitchFamily="18" charset="0"/>
              </a:rPr>
              <a:t>for the split bucket.)</a:t>
            </a:r>
          </a:p>
        </p:txBody>
      </p:sp>
      <p:sp>
        <p:nvSpPr>
          <p:cNvPr id="31751" name="AutoShape 8"/>
          <p:cNvSpPr>
            <a:spLocks noChangeArrowheads="1"/>
          </p:cNvSpPr>
          <p:nvPr/>
        </p:nvSpPr>
        <p:spPr bwMode="auto">
          <a:xfrm>
            <a:off x="3054350" y="768350"/>
            <a:ext cx="977900" cy="215900"/>
          </a:xfrm>
          <a:prstGeom prst="rightArrow">
            <a:avLst>
              <a:gd name="adj1" fmla="val 50000"/>
              <a:gd name="adj2" fmla="val 226617"/>
            </a:avLst>
          </a:prstGeom>
          <a:solidFill>
            <a:schemeClr val="accent1"/>
          </a:solidFill>
          <a:ln w="12700">
            <a:solidFill>
              <a:schemeClr val="tx1"/>
            </a:solidFill>
            <a:miter lim="800000"/>
            <a:headEnd/>
            <a:tailEnd/>
          </a:ln>
        </p:spPr>
        <p:txBody>
          <a:bodyPr wrap="none" anchor="ctr"/>
          <a:lstStyle/>
          <a:p>
            <a:pPr eaLnBrk="0" hangingPunct="0"/>
            <a:endParaRPr lang="tr-TR"/>
          </a:p>
        </p:txBody>
      </p:sp>
      <p:sp>
        <p:nvSpPr>
          <p:cNvPr id="31752" name="Freeform 9"/>
          <p:cNvSpPr>
            <a:spLocks/>
          </p:cNvSpPr>
          <p:nvPr/>
        </p:nvSpPr>
        <p:spPr bwMode="auto">
          <a:xfrm>
            <a:off x="4956175" y="1216025"/>
            <a:ext cx="352425" cy="350838"/>
          </a:xfrm>
          <a:custGeom>
            <a:avLst/>
            <a:gdLst>
              <a:gd name="T0" fmla="*/ 0 w 222"/>
              <a:gd name="T1" fmla="*/ 349250 h 221"/>
              <a:gd name="T2" fmla="*/ 0 w 222"/>
              <a:gd name="T3" fmla="*/ 0 h 221"/>
              <a:gd name="T4" fmla="*/ 350838 w 222"/>
              <a:gd name="T5" fmla="*/ 0 h 221"/>
              <a:gd name="T6" fmla="*/ 350838 w 222"/>
              <a:gd name="T7" fmla="*/ 349250 h 221"/>
              <a:gd name="T8" fmla="*/ 0 w 222"/>
              <a:gd name="T9" fmla="*/ 349250 h 221"/>
              <a:gd name="T10" fmla="*/ 0 60000 65536"/>
              <a:gd name="T11" fmla="*/ 0 60000 65536"/>
              <a:gd name="T12" fmla="*/ 0 60000 65536"/>
              <a:gd name="T13" fmla="*/ 0 60000 65536"/>
              <a:gd name="T14" fmla="*/ 0 60000 65536"/>
              <a:gd name="T15" fmla="*/ 0 w 222"/>
              <a:gd name="T16" fmla="*/ 0 h 221"/>
              <a:gd name="T17" fmla="*/ 222 w 222"/>
              <a:gd name="T18" fmla="*/ 221 h 221"/>
            </a:gdLst>
            <a:ahLst/>
            <a:cxnLst>
              <a:cxn ang="T10">
                <a:pos x="T0" y="T1"/>
              </a:cxn>
              <a:cxn ang="T11">
                <a:pos x="T2" y="T3"/>
              </a:cxn>
              <a:cxn ang="T12">
                <a:pos x="T4" y="T5"/>
              </a:cxn>
              <a:cxn ang="T13">
                <a:pos x="T6" y="T7"/>
              </a:cxn>
              <a:cxn ang="T14">
                <a:pos x="T8" y="T9"/>
              </a:cxn>
            </a:cxnLst>
            <a:rect l="T15" t="T16" r="T17" b="T18"/>
            <a:pathLst>
              <a:path w="222" h="221">
                <a:moveTo>
                  <a:pt x="0" y="220"/>
                </a:moveTo>
                <a:lnTo>
                  <a:pt x="0" y="0"/>
                </a:lnTo>
                <a:lnTo>
                  <a:pt x="221" y="0"/>
                </a:lnTo>
                <a:lnTo>
                  <a:pt x="221" y="220"/>
                </a:lnTo>
                <a:lnTo>
                  <a:pt x="0" y="220"/>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1753" name="Freeform 10"/>
          <p:cNvSpPr>
            <a:spLocks/>
          </p:cNvSpPr>
          <p:nvPr/>
        </p:nvSpPr>
        <p:spPr bwMode="auto">
          <a:xfrm>
            <a:off x="6356350" y="1565275"/>
            <a:ext cx="1403350" cy="352425"/>
          </a:xfrm>
          <a:custGeom>
            <a:avLst/>
            <a:gdLst>
              <a:gd name="T0" fmla="*/ 0 w 884"/>
              <a:gd name="T1" fmla="*/ 350838 h 222"/>
              <a:gd name="T2" fmla="*/ 0 w 884"/>
              <a:gd name="T3" fmla="*/ 0 h 222"/>
              <a:gd name="T4" fmla="*/ 1401763 w 884"/>
              <a:gd name="T5" fmla="*/ 0 h 222"/>
              <a:gd name="T6" fmla="*/ 1401763 w 884"/>
              <a:gd name="T7" fmla="*/ 350838 h 222"/>
              <a:gd name="T8" fmla="*/ 0 w 884"/>
              <a:gd name="T9" fmla="*/ 350838 h 222"/>
              <a:gd name="T10" fmla="*/ 0 60000 65536"/>
              <a:gd name="T11" fmla="*/ 0 60000 65536"/>
              <a:gd name="T12" fmla="*/ 0 60000 65536"/>
              <a:gd name="T13" fmla="*/ 0 60000 65536"/>
              <a:gd name="T14" fmla="*/ 0 60000 65536"/>
              <a:gd name="T15" fmla="*/ 0 w 884"/>
              <a:gd name="T16" fmla="*/ 0 h 222"/>
              <a:gd name="T17" fmla="*/ 884 w 884"/>
              <a:gd name="T18" fmla="*/ 222 h 222"/>
            </a:gdLst>
            <a:ahLst/>
            <a:cxnLst>
              <a:cxn ang="T10">
                <a:pos x="T0" y="T1"/>
              </a:cxn>
              <a:cxn ang="T11">
                <a:pos x="T2" y="T3"/>
              </a:cxn>
              <a:cxn ang="T12">
                <a:pos x="T4" y="T5"/>
              </a:cxn>
              <a:cxn ang="T13">
                <a:pos x="T6" y="T7"/>
              </a:cxn>
              <a:cxn ang="T14">
                <a:pos x="T8" y="T9"/>
              </a:cxn>
            </a:cxnLst>
            <a:rect l="T15" t="T16" r="T17" b="T18"/>
            <a:pathLst>
              <a:path w="884" h="222">
                <a:moveTo>
                  <a:pt x="0" y="221"/>
                </a:moveTo>
                <a:lnTo>
                  <a:pt x="0" y="0"/>
                </a:lnTo>
                <a:lnTo>
                  <a:pt x="883" y="0"/>
                </a:lnTo>
                <a:lnTo>
                  <a:pt x="883" y="221"/>
                </a:lnTo>
                <a:lnTo>
                  <a:pt x="0" y="221"/>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1754" name="Freeform 11"/>
          <p:cNvSpPr>
            <a:spLocks/>
          </p:cNvSpPr>
          <p:nvPr/>
        </p:nvSpPr>
        <p:spPr bwMode="auto">
          <a:xfrm>
            <a:off x="6356350" y="2616200"/>
            <a:ext cx="1403350" cy="350838"/>
          </a:xfrm>
          <a:custGeom>
            <a:avLst/>
            <a:gdLst>
              <a:gd name="T0" fmla="*/ 0 w 884"/>
              <a:gd name="T1" fmla="*/ 349250 h 221"/>
              <a:gd name="T2" fmla="*/ 0 w 884"/>
              <a:gd name="T3" fmla="*/ 0 h 221"/>
              <a:gd name="T4" fmla="*/ 1401763 w 884"/>
              <a:gd name="T5" fmla="*/ 0 h 221"/>
              <a:gd name="T6" fmla="*/ 1401763 w 884"/>
              <a:gd name="T7" fmla="*/ 349250 h 221"/>
              <a:gd name="T8" fmla="*/ 0 w 884"/>
              <a:gd name="T9" fmla="*/ 349250 h 221"/>
              <a:gd name="T10" fmla="*/ 0 60000 65536"/>
              <a:gd name="T11" fmla="*/ 0 60000 65536"/>
              <a:gd name="T12" fmla="*/ 0 60000 65536"/>
              <a:gd name="T13" fmla="*/ 0 60000 65536"/>
              <a:gd name="T14" fmla="*/ 0 60000 65536"/>
              <a:gd name="T15" fmla="*/ 0 w 884"/>
              <a:gd name="T16" fmla="*/ 0 h 221"/>
              <a:gd name="T17" fmla="*/ 884 w 884"/>
              <a:gd name="T18" fmla="*/ 221 h 221"/>
            </a:gdLst>
            <a:ahLst/>
            <a:cxnLst>
              <a:cxn ang="T10">
                <a:pos x="T0" y="T1"/>
              </a:cxn>
              <a:cxn ang="T11">
                <a:pos x="T2" y="T3"/>
              </a:cxn>
              <a:cxn ang="T12">
                <a:pos x="T4" y="T5"/>
              </a:cxn>
              <a:cxn ang="T13">
                <a:pos x="T6" y="T7"/>
              </a:cxn>
              <a:cxn ang="T14">
                <a:pos x="T8" y="T9"/>
              </a:cxn>
            </a:cxnLst>
            <a:rect l="T15" t="T16" r="T17" b="T18"/>
            <a:pathLst>
              <a:path w="884" h="221">
                <a:moveTo>
                  <a:pt x="0" y="220"/>
                </a:moveTo>
                <a:lnTo>
                  <a:pt x="0" y="0"/>
                </a:lnTo>
                <a:lnTo>
                  <a:pt x="883" y="0"/>
                </a:lnTo>
                <a:lnTo>
                  <a:pt x="883" y="220"/>
                </a:lnTo>
                <a:lnTo>
                  <a:pt x="0" y="22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1755" name="Freeform 12"/>
          <p:cNvSpPr>
            <a:spLocks/>
          </p:cNvSpPr>
          <p:nvPr/>
        </p:nvSpPr>
        <p:spPr bwMode="auto">
          <a:xfrm>
            <a:off x="6356350" y="3667125"/>
            <a:ext cx="1403350" cy="350838"/>
          </a:xfrm>
          <a:custGeom>
            <a:avLst/>
            <a:gdLst>
              <a:gd name="T0" fmla="*/ 0 w 884"/>
              <a:gd name="T1" fmla="*/ 349250 h 221"/>
              <a:gd name="T2" fmla="*/ 0 w 884"/>
              <a:gd name="T3" fmla="*/ 0 h 221"/>
              <a:gd name="T4" fmla="*/ 1401763 w 884"/>
              <a:gd name="T5" fmla="*/ 0 h 221"/>
              <a:gd name="T6" fmla="*/ 1401763 w 884"/>
              <a:gd name="T7" fmla="*/ 349250 h 221"/>
              <a:gd name="T8" fmla="*/ 0 w 884"/>
              <a:gd name="T9" fmla="*/ 349250 h 221"/>
              <a:gd name="T10" fmla="*/ 0 60000 65536"/>
              <a:gd name="T11" fmla="*/ 0 60000 65536"/>
              <a:gd name="T12" fmla="*/ 0 60000 65536"/>
              <a:gd name="T13" fmla="*/ 0 60000 65536"/>
              <a:gd name="T14" fmla="*/ 0 60000 65536"/>
              <a:gd name="T15" fmla="*/ 0 w 884"/>
              <a:gd name="T16" fmla="*/ 0 h 221"/>
              <a:gd name="T17" fmla="*/ 884 w 884"/>
              <a:gd name="T18" fmla="*/ 221 h 221"/>
            </a:gdLst>
            <a:ahLst/>
            <a:cxnLst>
              <a:cxn ang="T10">
                <a:pos x="T0" y="T1"/>
              </a:cxn>
              <a:cxn ang="T11">
                <a:pos x="T2" y="T3"/>
              </a:cxn>
              <a:cxn ang="T12">
                <a:pos x="T4" y="T5"/>
              </a:cxn>
              <a:cxn ang="T13">
                <a:pos x="T6" y="T7"/>
              </a:cxn>
              <a:cxn ang="T14">
                <a:pos x="T8" y="T9"/>
              </a:cxn>
            </a:cxnLst>
            <a:rect l="T15" t="T16" r="T17" b="T18"/>
            <a:pathLst>
              <a:path w="884" h="221">
                <a:moveTo>
                  <a:pt x="0" y="220"/>
                </a:moveTo>
                <a:lnTo>
                  <a:pt x="0" y="0"/>
                </a:lnTo>
                <a:lnTo>
                  <a:pt x="883" y="0"/>
                </a:lnTo>
                <a:lnTo>
                  <a:pt x="883" y="220"/>
                </a:lnTo>
                <a:lnTo>
                  <a:pt x="0" y="22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1756" name="Freeform 13"/>
          <p:cNvSpPr>
            <a:spLocks/>
          </p:cNvSpPr>
          <p:nvPr/>
        </p:nvSpPr>
        <p:spPr bwMode="auto">
          <a:xfrm>
            <a:off x="6356350" y="517525"/>
            <a:ext cx="1403350" cy="350838"/>
          </a:xfrm>
          <a:custGeom>
            <a:avLst/>
            <a:gdLst>
              <a:gd name="T0" fmla="*/ 0 w 884"/>
              <a:gd name="T1" fmla="*/ 349250 h 221"/>
              <a:gd name="T2" fmla="*/ 0 w 884"/>
              <a:gd name="T3" fmla="*/ 0 h 221"/>
              <a:gd name="T4" fmla="*/ 1401763 w 884"/>
              <a:gd name="T5" fmla="*/ 0 h 221"/>
              <a:gd name="T6" fmla="*/ 1401763 w 884"/>
              <a:gd name="T7" fmla="*/ 349250 h 221"/>
              <a:gd name="T8" fmla="*/ 0 w 884"/>
              <a:gd name="T9" fmla="*/ 349250 h 221"/>
              <a:gd name="T10" fmla="*/ 0 60000 65536"/>
              <a:gd name="T11" fmla="*/ 0 60000 65536"/>
              <a:gd name="T12" fmla="*/ 0 60000 65536"/>
              <a:gd name="T13" fmla="*/ 0 60000 65536"/>
              <a:gd name="T14" fmla="*/ 0 60000 65536"/>
              <a:gd name="T15" fmla="*/ 0 w 884"/>
              <a:gd name="T16" fmla="*/ 0 h 221"/>
              <a:gd name="T17" fmla="*/ 884 w 884"/>
              <a:gd name="T18" fmla="*/ 221 h 221"/>
            </a:gdLst>
            <a:ahLst/>
            <a:cxnLst>
              <a:cxn ang="T10">
                <a:pos x="T0" y="T1"/>
              </a:cxn>
              <a:cxn ang="T11">
                <a:pos x="T2" y="T3"/>
              </a:cxn>
              <a:cxn ang="T12">
                <a:pos x="T4" y="T5"/>
              </a:cxn>
              <a:cxn ang="T13">
                <a:pos x="T6" y="T7"/>
              </a:cxn>
              <a:cxn ang="T14">
                <a:pos x="T8" y="T9"/>
              </a:cxn>
            </a:cxnLst>
            <a:rect l="T15" t="T16" r="T17" b="T18"/>
            <a:pathLst>
              <a:path w="884" h="221">
                <a:moveTo>
                  <a:pt x="0" y="220"/>
                </a:moveTo>
                <a:lnTo>
                  <a:pt x="0" y="0"/>
                </a:lnTo>
                <a:lnTo>
                  <a:pt x="883" y="0"/>
                </a:lnTo>
                <a:lnTo>
                  <a:pt x="883" y="220"/>
                </a:lnTo>
                <a:lnTo>
                  <a:pt x="0" y="22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1757" name="Freeform 14"/>
          <p:cNvSpPr>
            <a:spLocks/>
          </p:cNvSpPr>
          <p:nvPr/>
        </p:nvSpPr>
        <p:spPr bwMode="auto">
          <a:xfrm>
            <a:off x="6356350" y="166688"/>
            <a:ext cx="352425" cy="352425"/>
          </a:xfrm>
          <a:custGeom>
            <a:avLst/>
            <a:gdLst>
              <a:gd name="T0" fmla="*/ 0 w 222"/>
              <a:gd name="T1" fmla="*/ 350838 h 222"/>
              <a:gd name="T2" fmla="*/ 0 w 222"/>
              <a:gd name="T3" fmla="*/ 0 h 222"/>
              <a:gd name="T4" fmla="*/ 350838 w 222"/>
              <a:gd name="T5" fmla="*/ 0 h 222"/>
              <a:gd name="T6" fmla="*/ 350838 w 222"/>
              <a:gd name="T7" fmla="*/ 350838 h 222"/>
              <a:gd name="T8" fmla="*/ 0 w 222"/>
              <a:gd name="T9" fmla="*/ 350838 h 222"/>
              <a:gd name="T10" fmla="*/ 0 60000 65536"/>
              <a:gd name="T11" fmla="*/ 0 60000 65536"/>
              <a:gd name="T12" fmla="*/ 0 60000 65536"/>
              <a:gd name="T13" fmla="*/ 0 60000 65536"/>
              <a:gd name="T14" fmla="*/ 0 60000 65536"/>
              <a:gd name="T15" fmla="*/ 0 w 222"/>
              <a:gd name="T16" fmla="*/ 0 h 222"/>
              <a:gd name="T17" fmla="*/ 222 w 222"/>
              <a:gd name="T18" fmla="*/ 222 h 222"/>
            </a:gdLst>
            <a:ahLst/>
            <a:cxnLst>
              <a:cxn ang="T10">
                <a:pos x="T0" y="T1"/>
              </a:cxn>
              <a:cxn ang="T11">
                <a:pos x="T2" y="T3"/>
              </a:cxn>
              <a:cxn ang="T12">
                <a:pos x="T4" y="T5"/>
              </a:cxn>
              <a:cxn ang="T13">
                <a:pos x="T6" y="T7"/>
              </a:cxn>
              <a:cxn ang="T14">
                <a:pos x="T8" y="T9"/>
              </a:cxn>
            </a:cxnLst>
            <a:rect l="T15" t="T16" r="T17" b="T18"/>
            <a:pathLst>
              <a:path w="222" h="222">
                <a:moveTo>
                  <a:pt x="0" y="221"/>
                </a:moveTo>
                <a:lnTo>
                  <a:pt x="0" y="0"/>
                </a:lnTo>
                <a:lnTo>
                  <a:pt x="221" y="0"/>
                </a:lnTo>
                <a:lnTo>
                  <a:pt x="221" y="221"/>
                </a:lnTo>
                <a:lnTo>
                  <a:pt x="0" y="221"/>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1758" name="Freeform 15"/>
          <p:cNvSpPr>
            <a:spLocks/>
          </p:cNvSpPr>
          <p:nvPr/>
        </p:nvSpPr>
        <p:spPr bwMode="auto">
          <a:xfrm>
            <a:off x="6356350" y="1216025"/>
            <a:ext cx="352425" cy="350838"/>
          </a:xfrm>
          <a:custGeom>
            <a:avLst/>
            <a:gdLst>
              <a:gd name="T0" fmla="*/ 0 w 222"/>
              <a:gd name="T1" fmla="*/ 349250 h 221"/>
              <a:gd name="T2" fmla="*/ 0 w 222"/>
              <a:gd name="T3" fmla="*/ 0 h 221"/>
              <a:gd name="T4" fmla="*/ 350838 w 222"/>
              <a:gd name="T5" fmla="*/ 0 h 221"/>
              <a:gd name="T6" fmla="*/ 350838 w 222"/>
              <a:gd name="T7" fmla="*/ 349250 h 221"/>
              <a:gd name="T8" fmla="*/ 0 w 222"/>
              <a:gd name="T9" fmla="*/ 349250 h 221"/>
              <a:gd name="T10" fmla="*/ 0 60000 65536"/>
              <a:gd name="T11" fmla="*/ 0 60000 65536"/>
              <a:gd name="T12" fmla="*/ 0 60000 65536"/>
              <a:gd name="T13" fmla="*/ 0 60000 65536"/>
              <a:gd name="T14" fmla="*/ 0 60000 65536"/>
              <a:gd name="T15" fmla="*/ 0 w 222"/>
              <a:gd name="T16" fmla="*/ 0 h 221"/>
              <a:gd name="T17" fmla="*/ 222 w 222"/>
              <a:gd name="T18" fmla="*/ 221 h 221"/>
            </a:gdLst>
            <a:ahLst/>
            <a:cxnLst>
              <a:cxn ang="T10">
                <a:pos x="T0" y="T1"/>
              </a:cxn>
              <a:cxn ang="T11">
                <a:pos x="T2" y="T3"/>
              </a:cxn>
              <a:cxn ang="T12">
                <a:pos x="T4" y="T5"/>
              </a:cxn>
              <a:cxn ang="T13">
                <a:pos x="T6" y="T7"/>
              </a:cxn>
              <a:cxn ang="T14">
                <a:pos x="T8" y="T9"/>
              </a:cxn>
            </a:cxnLst>
            <a:rect l="T15" t="T16" r="T17" b="T18"/>
            <a:pathLst>
              <a:path w="222" h="221">
                <a:moveTo>
                  <a:pt x="0" y="220"/>
                </a:moveTo>
                <a:lnTo>
                  <a:pt x="0" y="0"/>
                </a:lnTo>
                <a:lnTo>
                  <a:pt x="221" y="0"/>
                </a:lnTo>
                <a:lnTo>
                  <a:pt x="221" y="220"/>
                </a:lnTo>
                <a:lnTo>
                  <a:pt x="0" y="220"/>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1759" name="Freeform 16"/>
          <p:cNvSpPr>
            <a:spLocks/>
          </p:cNvSpPr>
          <p:nvPr/>
        </p:nvSpPr>
        <p:spPr bwMode="auto">
          <a:xfrm>
            <a:off x="6356350" y="2265363"/>
            <a:ext cx="352425" cy="352425"/>
          </a:xfrm>
          <a:custGeom>
            <a:avLst/>
            <a:gdLst>
              <a:gd name="T0" fmla="*/ 0 w 222"/>
              <a:gd name="T1" fmla="*/ 350838 h 222"/>
              <a:gd name="T2" fmla="*/ 0 w 222"/>
              <a:gd name="T3" fmla="*/ 0 h 222"/>
              <a:gd name="T4" fmla="*/ 350838 w 222"/>
              <a:gd name="T5" fmla="*/ 0 h 222"/>
              <a:gd name="T6" fmla="*/ 350838 w 222"/>
              <a:gd name="T7" fmla="*/ 350838 h 222"/>
              <a:gd name="T8" fmla="*/ 0 w 222"/>
              <a:gd name="T9" fmla="*/ 350838 h 222"/>
              <a:gd name="T10" fmla="*/ 0 60000 65536"/>
              <a:gd name="T11" fmla="*/ 0 60000 65536"/>
              <a:gd name="T12" fmla="*/ 0 60000 65536"/>
              <a:gd name="T13" fmla="*/ 0 60000 65536"/>
              <a:gd name="T14" fmla="*/ 0 60000 65536"/>
              <a:gd name="T15" fmla="*/ 0 w 222"/>
              <a:gd name="T16" fmla="*/ 0 h 222"/>
              <a:gd name="T17" fmla="*/ 222 w 222"/>
              <a:gd name="T18" fmla="*/ 222 h 222"/>
            </a:gdLst>
            <a:ahLst/>
            <a:cxnLst>
              <a:cxn ang="T10">
                <a:pos x="T0" y="T1"/>
              </a:cxn>
              <a:cxn ang="T11">
                <a:pos x="T2" y="T3"/>
              </a:cxn>
              <a:cxn ang="T12">
                <a:pos x="T4" y="T5"/>
              </a:cxn>
              <a:cxn ang="T13">
                <a:pos x="T6" y="T7"/>
              </a:cxn>
              <a:cxn ang="T14">
                <a:pos x="T8" y="T9"/>
              </a:cxn>
            </a:cxnLst>
            <a:rect l="T15" t="T16" r="T17" b="T18"/>
            <a:pathLst>
              <a:path w="222" h="222">
                <a:moveTo>
                  <a:pt x="0" y="221"/>
                </a:moveTo>
                <a:lnTo>
                  <a:pt x="0" y="0"/>
                </a:lnTo>
                <a:lnTo>
                  <a:pt x="221" y="0"/>
                </a:lnTo>
                <a:lnTo>
                  <a:pt x="221" y="221"/>
                </a:lnTo>
                <a:lnTo>
                  <a:pt x="0" y="221"/>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1760" name="Freeform 17"/>
          <p:cNvSpPr>
            <a:spLocks/>
          </p:cNvSpPr>
          <p:nvPr/>
        </p:nvSpPr>
        <p:spPr bwMode="auto">
          <a:xfrm>
            <a:off x="6356350" y="3316288"/>
            <a:ext cx="352425" cy="352425"/>
          </a:xfrm>
          <a:custGeom>
            <a:avLst/>
            <a:gdLst>
              <a:gd name="T0" fmla="*/ 0 w 222"/>
              <a:gd name="T1" fmla="*/ 350838 h 222"/>
              <a:gd name="T2" fmla="*/ 0 w 222"/>
              <a:gd name="T3" fmla="*/ 0 h 222"/>
              <a:gd name="T4" fmla="*/ 350838 w 222"/>
              <a:gd name="T5" fmla="*/ 0 h 222"/>
              <a:gd name="T6" fmla="*/ 350838 w 222"/>
              <a:gd name="T7" fmla="*/ 350838 h 222"/>
              <a:gd name="T8" fmla="*/ 0 w 222"/>
              <a:gd name="T9" fmla="*/ 350838 h 222"/>
              <a:gd name="T10" fmla="*/ 0 60000 65536"/>
              <a:gd name="T11" fmla="*/ 0 60000 65536"/>
              <a:gd name="T12" fmla="*/ 0 60000 65536"/>
              <a:gd name="T13" fmla="*/ 0 60000 65536"/>
              <a:gd name="T14" fmla="*/ 0 60000 65536"/>
              <a:gd name="T15" fmla="*/ 0 w 222"/>
              <a:gd name="T16" fmla="*/ 0 h 222"/>
              <a:gd name="T17" fmla="*/ 222 w 222"/>
              <a:gd name="T18" fmla="*/ 222 h 222"/>
            </a:gdLst>
            <a:ahLst/>
            <a:cxnLst>
              <a:cxn ang="T10">
                <a:pos x="T0" y="T1"/>
              </a:cxn>
              <a:cxn ang="T11">
                <a:pos x="T2" y="T3"/>
              </a:cxn>
              <a:cxn ang="T12">
                <a:pos x="T4" y="T5"/>
              </a:cxn>
              <a:cxn ang="T13">
                <a:pos x="T6" y="T7"/>
              </a:cxn>
              <a:cxn ang="T14">
                <a:pos x="T8" y="T9"/>
              </a:cxn>
            </a:cxnLst>
            <a:rect l="T15" t="T16" r="T17" b="T18"/>
            <a:pathLst>
              <a:path w="222" h="222">
                <a:moveTo>
                  <a:pt x="0" y="221"/>
                </a:moveTo>
                <a:lnTo>
                  <a:pt x="0" y="0"/>
                </a:lnTo>
                <a:lnTo>
                  <a:pt x="221" y="0"/>
                </a:lnTo>
                <a:lnTo>
                  <a:pt x="221" y="221"/>
                </a:lnTo>
                <a:lnTo>
                  <a:pt x="0" y="221"/>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1761" name="Freeform 18"/>
          <p:cNvSpPr>
            <a:spLocks/>
          </p:cNvSpPr>
          <p:nvPr/>
        </p:nvSpPr>
        <p:spPr bwMode="auto">
          <a:xfrm>
            <a:off x="4956175" y="1565275"/>
            <a:ext cx="701675" cy="1401763"/>
          </a:xfrm>
          <a:custGeom>
            <a:avLst/>
            <a:gdLst>
              <a:gd name="T0" fmla="*/ 0 w 442"/>
              <a:gd name="T1" fmla="*/ 1400175 h 883"/>
              <a:gd name="T2" fmla="*/ 0 w 442"/>
              <a:gd name="T3" fmla="*/ 0 h 883"/>
              <a:gd name="T4" fmla="*/ 700088 w 442"/>
              <a:gd name="T5" fmla="*/ 0 h 883"/>
              <a:gd name="T6" fmla="*/ 700088 w 442"/>
              <a:gd name="T7" fmla="*/ 1400175 h 883"/>
              <a:gd name="T8" fmla="*/ 0 w 442"/>
              <a:gd name="T9" fmla="*/ 1400175 h 883"/>
              <a:gd name="T10" fmla="*/ 0 60000 65536"/>
              <a:gd name="T11" fmla="*/ 0 60000 65536"/>
              <a:gd name="T12" fmla="*/ 0 60000 65536"/>
              <a:gd name="T13" fmla="*/ 0 60000 65536"/>
              <a:gd name="T14" fmla="*/ 0 60000 65536"/>
              <a:gd name="T15" fmla="*/ 0 w 442"/>
              <a:gd name="T16" fmla="*/ 0 h 883"/>
              <a:gd name="T17" fmla="*/ 442 w 442"/>
              <a:gd name="T18" fmla="*/ 883 h 883"/>
            </a:gdLst>
            <a:ahLst/>
            <a:cxnLst>
              <a:cxn ang="T10">
                <a:pos x="T0" y="T1"/>
              </a:cxn>
              <a:cxn ang="T11">
                <a:pos x="T2" y="T3"/>
              </a:cxn>
              <a:cxn ang="T12">
                <a:pos x="T4" y="T5"/>
              </a:cxn>
              <a:cxn ang="T13">
                <a:pos x="T6" y="T7"/>
              </a:cxn>
              <a:cxn ang="T14">
                <a:pos x="T8" y="T9"/>
              </a:cxn>
            </a:cxnLst>
            <a:rect l="T15" t="T16" r="T17" b="T18"/>
            <a:pathLst>
              <a:path w="442" h="883">
                <a:moveTo>
                  <a:pt x="0" y="882"/>
                </a:moveTo>
                <a:lnTo>
                  <a:pt x="0" y="0"/>
                </a:lnTo>
                <a:lnTo>
                  <a:pt x="441" y="0"/>
                </a:lnTo>
                <a:lnTo>
                  <a:pt x="441" y="882"/>
                </a:lnTo>
                <a:lnTo>
                  <a:pt x="0" y="882"/>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1762" name="Rectangle 19"/>
          <p:cNvSpPr>
            <a:spLocks noChangeArrowheads="1"/>
          </p:cNvSpPr>
          <p:nvPr/>
        </p:nvSpPr>
        <p:spPr bwMode="auto">
          <a:xfrm>
            <a:off x="7377113" y="15938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tx2"/>
                </a:solidFill>
                <a:latin typeface="Helvetica" pitchFamily="34" charset="0"/>
              </a:rPr>
              <a:t>13*</a:t>
            </a:r>
          </a:p>
        </p:txBody>
      </p:sp>
      <p:sp>
        <p:nvSpPr>
          <p:cNvPr id="31763" name="Rectangle 20"/>
          <p:cNvSpPr>
            <a:spLocks noChangeArrowheads="1"/>
          </p:cNvSpPr>
          <p:nvPr/>
        </p:nvSpPr>
        <p:spPr bwMode="auto">
          <a:xfrm>
            <a:off x="4319588" y="1589088"/>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00</a:t>
            </a:r>
          </a:p>
        </p:txBody>
      </p:sp>
      <p:sp>
        <p:nvSpPr>
          <p:cNvPr id="31764" name="Rectangle 21"/>
          <p:cNvSpPr>
            <a:spLocks noChangeArrowheads="1"/>
          </p:cNvSpPr>
          <p:nvPr/>
        </p:nvSpPr>
        <p:spPr bwMode="auto">
          <a:xfrm>
            <a:off x="4319588" y="1978025"/>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01</a:t>
            </a:r>
          </a:p>
        </p:txBody>
      </p:sp>
      <p:sp>
        <p:nvSpPr>
          <p:cNvPr id="31765" name="Rectangle 22"/>
          <p:cNvSpPr>
            <a:spLocks noChangeArrowheads="1"/>
          </p:cNvSpPr>
          <p:nvPr/>
        </p:nvSpPr>
        <p:spPr bwMode="auto">
          <a:xfrm>
            <a:off x="4319588" y="231140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10</a:t>
            </a:r>
          </a:p>
        </p:txBody>
      </p:sp>
      <p:sp>
        <p:nvSpPr>
          <p:cNvPr id="31766" name="Rectangle 23"/>
          <p:cNvSpPr>
            <a:spLocks noChangeArrowheads="1"/>
          </p:cNvSpPr>
          <p:nvPr/>
        </p:nvSpPr>
        <p:spPr bwMode="auto">
          <a:xfrm>
            <a:off x="4319588" y="2671763"/>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11</a:t>
            </a:r>
          </a:p>
        </p:txBody>
      </p:sp>
      <p:sp>
        <p:nvSpPr>
          <p:cNvPr id="31767" name="Rectangle 24"/>
          <p:cNvSpPr>
            <a:spLocks noChangeArrowheads="1"/>
          </p:cNvSpPr>
          <p:nvPr/>
        </p:nvSpPr>
        <p:spPr bwMode="auto">
          <a:xfrm>
            <a:off x="4949825" y="1223963"/>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1768" name="Rectangle 25"/>
          <p:cNvSpPr>
            <a:spLocks noChangeArrowheads="1"/>
          </p:cNvSpPr>
          <p:nvPr/>
        </p:nvSpPr>
        <p:spPr bwMode="auto">
          <a:xfrm>
            <a:off x="6397625" y="223838"/>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1769" name="Rectangle 26"/>
          <p:cNvSpPr>
            <a:spLocks noChangeArrowheads="1"/>
          </p:cNvSpPr>
          <p:nvPr/>
        </p:nvSpPr>
        <p:spPr bwMode="auto">
          <a:xfrm>
            <a:off x="6373813" y="1227138"/>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1770" name="Rectangle 27"/>
          <p:cNvSpPr>
            <a:spLocks noChangeArrowheads="1"/>
          </p:cNvSpPr>
          <p:nvPr/>
        </p:nvSpPr>
        <p:spPr bwMode="auto">
          <a:xfrm>
            <a:off x="6362700" y="2274888"/>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1771" name="Rectangle 28"/>
          <p:cNvSpPr>
            <a:spLocks noChangeArrowheads="1"/>
          </p:cNvSpPr>
          <p:nvPr/>
        </p:nvSpPr>
        <p:spPr bwMode="auto">
          <a:xfrm>
            <a:off x="6388100" y="3344863"/>
            <a:ext cx="269875" cy="301625"/>
          </a:xfrm>
          <a:prstGeom prst="rect">
            <a:avLst/>
          </a:prstGeom>
          <a:pattFill prst="pct20">
            <a:fgClr>
              <a:schemeClr val="tx2"/>
            </a:fgClr>
            <a:bgClr>
              <a:schemeClr val="bg1"/>
            </a:bgClr>
          </a:patt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1772" name="Rectangle 29"/>
          <p:cNvSpPr>
            <a:spLocks noChangeArrowheads="1"/>
          </p:cNvSpPr>
          <p:nvPr/>
        </p:nvSpPr>
        <p:spPr bwMode="auto">
          <a:xfrm>
            <a:off x="4321175" y="215900"/>
            <a:ext cx="1354138"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Courier New" pitchFamily="49" charset="0"/>
              </a:rPr>
              <a:t>LOCAL DEPTH</a:t>
            </a:r>
          </a:p>
        </p:txBody>
      </p:sp>
      <p:sp>
        <p:nvSpPr>
          <p:cNvPr id="31773" name="Rectangle 30"/>
          <p:cNvSpPr>
            <a:spLocks noChangeArrowheads="1"/>
          </p:cNvSpPr>
          <p:nvPr/>
        </p:nvSpPr>
        <p:spPr bwMode="auto">
          <a:xfrm>
            <a:off x="4057650" y="619125"/>
            <a:ext cx="1462088"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Courier New" pitchFamily="49" charset="0"/>
              </a:rPr>
              <a:t>GLOBAL DEPTH</a:t>
            </a:r>
          </a:p>
        </p:txBody>
      </p:sp>
      <p:sp>
        <p:nvSpPr>
          <p:cNvPr id="31774" name="Rectangle 31"/>
          <p:cNvSpPr>
            <a:spLocks noChangeArrowheads="1"/>
          </p:cNvSpPr>
          <p:nvPr/>
        </p:nvSpPr>
        <p:spPr bwMode="auto">
          <a:xfrm>
            <a:off x="4643438" y="3421063"/>
            <a:ext cx="1268412"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DIRECTORY</a:t>
            </a:r>
          </a:p>
        </p:txBody>
      </p:sp>
      <p:sp>
        <p:nvSpPr>
          <p:cNvPr id="31775" name="Rectangle 32"/>
          <p:cNvSpPr>
            <a:spLocks noChangeArrowheads="1"/>
          </p:cNvSpPr>
          <p:nvPr/>
        </p:nvSpPr>
        <p:spPr bwMode="auto">
          <a:xfrm>
            <a:off x="7989888" y="423863"/>
            <a:ext cx="887412"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A</a:t>
            </a:r>
          </a:p>
        </p:txBody>
      </p:sp>
      <p:sp>
        <p:nvSpPr>
          <p:cNvPr id="31776" name="Rectangle 33"/>
          <p:cNvSpPr>
            <a:spLocks noChangeArrowheads="1"/>
          </p:cNvSpPr>
          <p:nvPr/>
        </p:nvSpPr>
        <p:spPr bwMode="auto">
          <a:xfrm>
            <a:off x="8004175" y="1487488"/>
            <a:ext cx="877888"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B</a:t>
            </a:r>
          </a:p>
        </p:txBody>
      </p:sp>
      <p:sp>
        <p:nvSpPr>
          <p:cNvPr id="31777" name="Rectangle 34"/>
          <p:cNvSpPr>
            <a:spLocks noChangeArrowheads="1"/>
          </p:cNvSpPr>
          <p:nvPr/>
        </p:nvSpPr>
        <p:spPr bwMode="auto">
          <a:xfrm>
            <a:off x="8004175" y="2522538"/>
            <a:ext cx="8874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C</a:t>
            </a:r>
          </a:p>
        </p:txBody>
      </p:sp>
      <p:sp>
        <p:nvSpPr>
          <p:cNvPr id="31778" name="Rectangle 35"/>
          <p:cNvSpPr>
            <a:spLocks noChangeArrowheads="1"/>
          </p:cNvSpPr>
          <p:nvPr/>
        </p:nvSpPr>
        <p:spPr bwMode="auto">
          <a:xfrm>
            <a:off x="8005763" y="3587750"/>
            <a:ext cx="887412"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D</a:t>
            </a:r>
          </a:p>
        </p:txBody>
      </p:sp>
      <p:sp>
        <p:nvSpPr>
          <p:cNvPr id="31779" name="Rectangle 36"/>
          <p:cNvSpPr>
            <a:spLocks noChangeArrowheads="1"/>
          </p:cNvSpPr>
          <p:nvPr/>
        </p:nvSpPr>
        <p:spPr bwMode="auto">
          <a:xfrm>
            <a:off x="6302375" y="4203700"/>
            <a:ext cx="1322388"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DATA PAGES</a:t>
            </a:r>
          </a:p>
        </p:txBody>
      </p:sp>
      <p:sp>
        <p:nvSpPr>
          <p:cNvPr id="31780" name="Rectangle 37"/>
          <p:cNvSpPr>
            <a:spLocks noChangeArrowheads="1"/>
          </p:cNvSpPr>
          <p:nvPr/>
        </p:nvSpPr>
        <p:spPr bwMode="auto">
          <a:xfrm>
            <a:off x="6338888" y="262731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10*</a:t>
            </a:r>
          </a:p>
        </p:txBody>
      </p:sp>
      <p:sp>
        <p:nvSpPr>
          <p:cNvPr id="31781" name="Rectangle 38"/>
          <p:cNvSpPr>
            <a:spLocks noChangeArrowheads="1"/>
          </p:cNvSpPr>
          <p:nvPr/>
        </p:nvSpPr>
        <p:spPr bwMode="auto">
          <a:xfrm>
            <a:off x="6353175" y="159385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a:t>
            </a:r>
          </a:p>
        </p:txBody>
      </p:sp>
      <p:sp>
        <p:nvSpPr>
          <p:cNvPr id="31782" name="Rectangle 39"/>
          <p:cNvSpPr>
            <a:spLocks noChangeArrowheads="1"/>
          </p:cNvSpPr>
          <p:nvPr/>
        </p:nvSpPr>
        <p:spPr bwMode="auto">
          <a:xfrm>
            <a:off x="7021513" y="15938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21*</a:t>
            </a:r>
          </a:p>
        </p:txBody>
      </p:sp>
      <p:sp>
        <p:nvSpPr>
          <p:cNvPr id="31783" name="Rectangle 40"/>
          <p:cNvSpPr>
            <a:spLocks noChangeArrowheads="1"/>
          </p:cNvSpPr>
          <p:nvPr/>
        </p:nvSpPr>
        <p:spPr bwMode="auto">
          <a:xfrm>
            <a:off x="6350000" y="541338"/>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4*</a:t>
            </a:r>
          </a:p>
        </p:txBody>
      </p:sp>
      <p:sp>
        <p:nvSpPr>
          <p:cNvPr id="31784" name="Rectangle 41"/>
          <p:cNvSpPr>
            <a:spLocks noChangeArrowheads="1"/>
          </p:cNvSpPr>
          <p:nvPr/>
        </p:nvSpPr>
        <p:spPr bwMode="auto">
          <a:xfrm>
            <a:off x="6672263" y="5413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12*</a:t>
            </a:r>
          </a:p>
        </p:txBody>
      </p:sp>
      <p:sp>
        <p:nvSpPr>
          <p:cNvPr id="31785" name="Rectangle 42"/>
          <p:cNvSpPr>
            <a:spLocks noChangeArrowheads="1"/>
          </p:cNvSpPr>
          <p:nvPr/>
        </p:nvSpPr>
        <p:spPr bwMode="auto">
          <a:xfrm>
            <a:off x="7051675" y="5413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32*</a:t>
            </a:r>
          </a:p>
        </p:txBody>
      </p:sp>
      <p:sp>
        <p:nvSpPr>
          <p:cNvPr id="31786" name="Rectangle 43"/>
          <p:cNvSpPr>
            <a:spLocks noChangeArrowheads="1"/>
          </p:cNvSpPr>
          <p:nvPr/>
        </p:nvSpPr>
        <p:spPr bwMode="auto">
          <a:xfrm>
            <a:off x="7372350" y="5286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16*</a:t>
            </a:r>
          </a:p>
        </p:txBody>
      </p:sp>
      <p:sp>
        <p:nvSpPr>
          <p:cNvPr id="31787" name="Rectangle 44"/>
          <p:cNvSpPr>
            <a:spLocks noChangeArrowheads="1"/>
          </p:cNvSpPr>
          <p:nvPr/>
        </p:nvSpPr>
        <p:spPr bwMode="auto">
          <a:xfrm>
            <a:off x="6338888" y="36782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15*</a:t>
            </a:r>
          </a:p>
        </p:txBody>
      </p:sp>
      <p:sp>
        <p:nvSpPr>
          <p:cNvPr id="31788" name="Rectangle 45"/>
          <p:cNvSpPr>
            <a:spLocks noChangeArrowheads="1"/>
          </p:cNvSpPr>
          <p:nvPr/>
        </p:nvSpPr>
        <p:spPr bwMode="auto">
          <a:xfrm>
            <a:off x="6729413" y="3678238"/>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7*</a:t>
            </a:r>
          </a:p>
        </p:txBody>
      </p:sp>
      <p:sp>
        <p:nvSpPr>
          <p:cNvPr id="31789" name="Rectangle 46"/>
          <p:cNvSpPr>
            <a:spLocks noChangeArrowheads="1"/>
          </p:cNvSpPr>
          <p:nvPr/>
        </p:nvSpPr>
        <p:spPr bwMode="auto">
          <a:xfrm>
            <a:off x="7023100" y="36782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19*</a:t>
            </a:r>
          </a:p>
        </p:txBody>
      </p:sp>
      <p:sp>
        <p:nvSpPr>
          <p:cNvPr id="31790" name="Rectangle 47"/>
          <p:cNvSpPr>
            <a:spLocks noChangeArrowheads="1"/>
          </p:cNvSpPr>
          <p:nvPr/>
        </p:nvSpPr>
        <p:spPr bwMode="auto">
          <a:xfrm>
            <a:off x="6727825" y="1592263"/>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5*</a:t>
            </a:r>
          </a:p>
        </p:txBody>
      </p:sp>
      <p:sp>
        <p:nvSpPr>
          <p:cNvPr id="31791" name="Freeform 48"/>
          <p:cNvSpPr>
            <a:spLocks/>
          </p:cNvSpPr>
          <p:nvPr/>
        </p:nvSpPr>
        <p:spPr bwMode="auto">
          <a:xfrm>
            <a:off x="5561013" y="201613"/>
            <a:ext cx="750887" cy="133350"/>
          </a:xfrm>
          <a:custGeom>
            <a:avLst/>
            <a:gdLst>
              <a:gd name="T0" fmla="*/ 0 w 473"/>
              <a:gd name="T1" fmla="*/ 131763 h 84"/>
              <a:gd name="T2" fmla="*/ 309562 w 473"/>
              <a:gd name="T3" fmla="*/ 0 h 84"/>
              <a:gd name="T4" fmla="*/ 296862 w 473"/>
              <a:gd name="T5" fmla="*/ 131763 h 84"/>
              <a:gd name="T6" fmla="*/ 749300 w 473"/>
              <a:gd name="T7" fmla="*/ 95250 h 84"/>
              <a:gd name="T8" fmla="*/ 0 60000 65536"/>
              <a:gd name="T9" fmla="*/ 0 60000 65536"/>
              <a:gd name="T10" fmla="*/ 0 60000 65536"/>
              <a:gd name="T11" fmla="*/ 0 60000 65536"/>
              <a:gd name="T12" fmla="*/ 0 w 473"/>
              <a:gd name="T13" fmla="*/ 0 h 84"/>
              <a:gd name="T14" fmla="*/ 473 w 473"/>
              <a:gd name="T15" fmla="*/ 84 h 84"/>
            </a:gdLst>
            <a:ahLst/>
            <a:cxnLst>
              <a:cxn ang="T8">
                <a:pos x="T0" y="T1"/>
              </a:cxn>
              <a:cxn ang="T9">
                <a:pos x="T2" y="T3"/>
              </a:cxn>
              <a:cxn ang="T10">
                <a:pos x="T4" y="T5"/>
              </a:cxn>
              <a:cxn ang="T11">
                <a:pos x="T6" y="T7"/>
              </a:cxn>
            </a:cxnLst>
            <a:rect l="T12" t="T13" r="T14" b="T15"/>
            <a:pathLst>
              <a:path w="473" h="84">
                <a:moveTo>
                  <a:pt x="0" y="83"/>
                </a:moveTo>
                <a:lnTo>
                  <a:pt x="195" y="0"/>
                </a:lnTo>
                <a:lnTo>
                  <a:pt x="187" y="83"/>
                </a:lnTo>
                <a:lnTo>
                  <a:pt x="472" y="60"/>
                </a:lnTo>
              </a:path>
            </a:pathLst>
          </a:custGeom>
          <a:noFill/>
          <a:ln w="12700" cap="rnd" cmpd="sng">
            <a:solidFill>
              <a:schemeClr val="tx2"/>
            </a:solidFill>
            <a:prstDash val="solid"/>
            <a:round/>
            <a:headEnd type="none" w="sm" len="sm"/>
            <a:tailEnd type="stealth" w="med" len="med"/>
          </a:ln>
        </p:spPr>
        <p:txBody>
          <a:bodyPr/>
          <a:lstStyle/>
          <a:p>
            <a:endParaRPr lang="tr-TR"/>
          </a:p>
        </p:txBody>
      </p:sp>
      <p:sp>
        <p:nvSpPr>
          <p:cNvPr id="31792" name="Freeform 49"/>
          <p:cNvSpPr>
            <a:spLocks/>
          </p:cNvSpPr>
          <p:nvPr/>
        </p:nvSpPr>
        <p:spPr bwMode="auto">
          <a:xfrm>
            <a:off x="4559300" y="857250"/>
            <a:ext cx="455613" cy="358775"/>
          </a:xfrm>
          <a:custGeom>
            <a:avLst/>
            <a:gdLst>
              <a:gd name="T0" fmla="*/ 0 w 287"/>
              <a:gd name="T1" fmla="*/ 0 h 226"/>
              <a:gd name="T2" fmla="*/ 84138 w 287"/>
              <a:gd name="T3" fmla="*/ 285750 h 226"/>
              <a:gd name="T4" fmla="*/ 250825 w 287"/>
              <a:gd name="T5" fmla="*/ 119063 h 226"/>
              <a:gd name="T6" fmla="*/ 454025 w 287"/>
              <a:gd name="T7" fmla="*/ 357188 h 226"/>
              <a:gd name="T8" fmla="*/ 0 60000 65536"/>
              <a:gd name="T9" fmla="*/ 0 60000 65536"/>
              <a:gd name="T10" fmla="*/ 0 60000 65536"/>
              <a:gd name="T11" fmla="*/ 0 60000 65536"/>
              <a:gd name="T12" fmla="*/ 0 w 287"/>
              <a:gd name="T13" fmla="*/ 0 h 226"/>
              <a:gd name="T14" fmla="*/ 287 w 287"/>
              <a:gd name="T15" fmla="*/ 226 h 226"/>
            </a:gdLst>
            <a:ahLst/>
            <a:cxnLst>
              <a:cxn ang="T8">
                <a:pos x="T0" y="T1"/>
              </a:cxn>
              <a:cxn ang="T9">
                <a:pos x="T2" y="T3"/>
              </a:cxn>
              <a:cxn ang="T10">
                <a:pos x="T4" y="T5"/>
              </a:cxn>
              <a:cxn ang="T11">
                <a:pos x="T6" y="T7"/>
              </a:cxn>
            </a:cxnLst>
            <a:rect l="T12" t="T13" r="T14" b="T15"/>
            <a:pathLst>
              <a:path w="287" h="226">
                <a:moveTo>
                  <a:pt x="0" y="0"/>
                </a:moveTo>
                <a:lnTo>
                  <a:pt x="53" y="180"/>
                </a:lnTo>
                <a:lnTo>
                  <a:pt x="158" y="75"/>
                </a:lnTo>
                <a:lnTo>
                  <a:pt x="286" y="225"/>
                </a:lnTo>
              </a:path>
            </a:pathLst>
          </a:custGeom>
          <a:noFill/>
          <a:ln w="12700" cap="rnd" cmpd="sng">
            <a:solidFill>
              <a:schemeClr val="tx2"/>
            </a:solidFill>
            <a:prstDash val="solid"/>
            <a:round/>
            <a:headEnd type="none" w="sm" len="sm"/>
            <a:tailEnd type="stealth" w="med" len="med"/>
          </a:ln>
        </p:spPr>
        <p:txBody>
          <a:bodyPr/>
          <a:lstStyle/>
          <a:p>
            <a:endParaRPr lang="tr-TR"/>
          </a:p>
        </p:txBody>
      </p:sp>
      <p:sp>
        <p:nvSpPr>
          <p:cNvPr id="31793" name="Rectangle 50"/>
          <p:cNvSpPr>
            <a:spLocks noChangeArrowheads="1"/>
          </p:cNvSpPr>
          <p:nvPr/>
        </p:nvSpPr>
        <p:spPr bwMode="auto">
          <a:xfrm>
            <a:off x="4959350" y="1565275"/>
            <a:ext cx="684213" cy="333375"/>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1794" name="Rectangle 51"/>
          <p:cNvSpPr>
            <a:spLocks noChangeArrowheads="1"/>
          </p:cNvSpPr>
          <p:nvPr/>
        </p:nvSpPr>
        <p:spPr bwMode="auto">
          <a:xfrm>
            <a:off x="4959350" y="1908175"/>
            <a:ext cx="684213" cy="333375"/>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1795" name="Rectangle 52"/>
          <p:cNvSpPr>
            <a:spLocks noChangeArrowheads="1"/>
          </p:cNvSpPr>
          <p:nvPr/>
        </p:nvSpPr>
        <p:spPr bwMode="auto">
          <a:xfrm>
            <a:off x="4959350" y="2251075"/>
            <a:ext cx="684213" cy="333375"/>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1796" name="Line 53"/>
          <p:cNvSpPr>
            <a:spLocks noChangeShapeType="1"/>
          </p:cNvSpPr>
          <p:nvPr/>
        </p:nvSpPr>
        <p:spPr bwMode="auto">
          <a:xfrm flipV="1">
            <a:off x="5381625" y="762000"/>
            <a:ext cx="965200" cy="1095375"/>
          </a:xfrm>
          <a:prstGeom prst="line">
            <a:avLst/>
          </a:prstGeom>
          <a:noFill/>
          <a:ln w="12700">
            <a:solidFill>
              <a:schemeClr val="tx2"/>
            </a:solidFill>
            <a:round/>
            <a:headEnd type="none" w="sm" len="sm"/>
            <a:tailEnd type="stealth" w="med" len="med"/>
          </a:ln>
        </p:spPr>
        <p:txBody>
          <a:bodyPr/>
          <a:lstStyle/>
          <a:p>
            <a:endParaRPr lang="tr-TR"/>
          </a:p>
        </p:txBody>
      </p:sp>
      <p:sp>
        <p:nvSpPr>
          <p:cNvPr id="31797" name="Line 54"/>
          <p:cNvSpPr>
            <a:spLocks noChangeShapeType="1"/>
          </p:cNvSpPr>
          <p:nvPr/>
        </p:nvSpPr>
        <p:spPr bwMode="auto">
          <a:xfrm flipV="1">
            <a:off x="5381625" y="1768475"/>
            <a:ext cx="965200" cy="322263"/>
          </a:xfrm>
          <a:prstGeom prst="line">
            <a:avLst/>
          </a:prstGeom>
          <a:noFill/>
          <a:ln w="12700">
            <a:solidFill>
              <a:schemeClr val="tx2"/>
            </a:solidFill>
            <a:round/>
            <a:headEnd type="none" w="sm" len="sm"/>
            <a:tailEnd type="stealth" w="med" len="med"/>
          </a:ln>
        </p:spPr>
        <p:txBody>
          <a:bodyPr/>
          <a:lstStyle/>
          <a:p>
            <a:endParaRPr lang="tr-TR"/>
          </a:p>
        </p:txBody>
      </p:sp>
      <p:sp>
        <p:nvSpPr>
          <p:cNvPr id="31798" name="Line 55"/>
          <p:cNvSpPr>
            <a:spLocks noChangeShapeType="1"/>
          </p:cNvSpPr>
          <p:nvPr/>
        </p:nvSpPr>
        <p:spPr bwMode="auto">
          <a:xfrm>
            <a:off x="5418138" y="2428875"/>
            <a:ext cx="939800" cy="357188"/>
          </a:xfrm>
          <a:prstGeom prst="line">
            <a:avLst/>
          </a:prstGeom>
          <a:noFill/>
          <a:ln w="12700">
            <a:solidFill>
              <a:schemeClr val="tx2"/>
            </a:solidFill>
            <a:round/>
            <a:headEnd type="none" w="sm" len="sm"/>
            <a:tailEnd type="stealth" w="med" len="med"/>
          </a:ln>
        </p:spPr>
        <p:txBody>
          <a:bodyPr/>
          <a:lstStyle/>
          <a:p>
            <a:endParaRPr lang="tr-TR"/>
          </a:p>
        </p:txBody>
      </p:sp>
      <p:sp>
        <p:nvSpPr>
          <p:cNvPr id="31799" name="Line 56"/>
          <p:cNvSpPr>
            <a:spLocks noChangeShapeType="1"/>
          </p:cNvSpPr>
          <p:nvPr/>
        </p:nvSpPr>
        <p:spPr bwMode="auto">
          <a:xfrm>
            <a:off x="5500688" y="2809875"/>
            <a:ext cx="846137" cy="714375"/>
          </a:xfrm>
          <a:prstGeom prst="line">
            <a:avLst/>
          </a:prstGeom>
          <a:noFill/>
          <a:ln w="12700">
            <a:solidFill>
              <a:schemeClr val="tx2"/>
            </a:solidFill>
            <a:round/>
            <a:headEnd type="none" w="sm" len="sm"/>
            <a:tailEnd type="stealth" w="med" len="med"/>
          </a:ln>
        </p:spPr>
        <p:txBody>
          <a:bodyPr/>
          <a:lstStyle/>
          <a:p>
            <a:endParaRPr lang="tr-TR"/>
          </a:p>
        </p:txBody>
      </p:sp>
    </p:spTree>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33794"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33795" name="Rectangle 4"/>
          <p:cNvSpPr>
            <a:spLocks noGrp="1" noChangeArrowheads="1"/>
          </p:cNvSpPr>
          <p:nvPr>
            <p:ph type="title"/>
          </p:nvPr>
        </p:nvSpPr>
        <p:spPr/>
        <p:txBody>
          <a:bodyPr/>
          <a:lstStyle/>
          <a:p>
            <a:r>
              <a:rPr lang="en-US" altLang="tr-TR" smtClean="0"/>
              <a:t>Insert </a:t>
            </a:r>
            <a:r>
              <a:rPr lang="en-US" altLang="tr-TR" b="1" smtClean="0"/>
              <a:t>h</a:t>
            </a:r>
            <a:r>
              <a:rPr lang="en-US" altLang="tr-TR" smtClean="0"/>
              <a:t>(r)=20 (Causes Doubling)</a:t>
            </a:r>
          </a:p>
        </p:txBody>
      </p:sp>
      <p:sp>
        <p:nvSpPr>
          <p:cNvPr id="33796" name="AutoShape 5"/>
          <p:cNvSpPr>
            <a:spLocks noChangeArrowheads="1"/>
          </p:cNvSpPr>
          <p:nvPr/>
        </p:nvSpPr>
        <p:spPr bwMode="auto">
          <a:xfrm>
            <a:off x="4452938" y="3751263"/>
            <a:ext cx="444500" cy="673100"/>
          </a:xfrm>
          <a:prstGeom prst="rightArrow">
            <a:avLst>
              <a:gd name="adj1" fmla="val 75009"/>
              <a:gd name="adj2" fmla="val 50032"/>
            </a:avLst>
          </a:prstGeom>
          <a:solidFill>
            <a:schemeClr val="accent1"/>
          </a:solidFill>
          <a:ln w="12700">
            <a:solidFill>
              <a:schemeClr val="tx1"/>
            </a:solidFill>
            <a:miter lim="800000"/>
            <a:headEnd/>
            <a:tailEnd/>
          </a:ln>
        </p:spPr>
        <p:txBody>
          <a:bodyPr wrap="none" anchor="ctr"/>
          <a:lstStyle/>
          <a:p>
            <a:pPr eaLnBrk="0" hangingPunct="0"/>
            <a:endParaRPr lang="tr-TR"/>
          </a:p>
        </p:txBody>
      </p:sp>
      <p:sp>
        <p:nvSpPr>
          <p:cNvPr id="33797" name="Freeform 6"/>
          <p:cNvSpPr>
            <a:spLocks/>
          </p:cNvSpPr>
          <p:nvPr/>
        </p:nvSpPr>
        <p:spPr bwMode="auto">
          <a:xfrm>
            <a:off x="1050925" y="2693988"/>
            <a:ext cx="298450" cy="298450"/>
          </a:xfrm>
          <a:custGeom>
            <a:avLst/>
            <a:gdLst>
              <a:gd name="T0" fmla="*/ 0 w 188"/>
              <a:gd name="T1" fmla="*/ 296863 h 188"/>
              <a:gd name="T2" fmla="*/ 0 w 188"/>
              <a:gd name="T3" fmla="*/ 0 h 188"/>
              <a:gd name="T4" fmla="*/ 296863 w 188"/>
              <a:gd name="T5" fmla="*/ 0 h 188"/>
              <a:gd name="T6" fmla="*/ 296863 w 188"/>
              <a:gd name="T7" fmla="*/ 296863 h 188"/>
              <a:gd name="T8" fmla="*/ 0 w 188"/>
              <a:gd name="T9" fmla="*/ 296863 h 188"/>
              <a:gd name="T10" fmla="*/ 0 60000 65536"/>
              <a:gd name="T11" fmla="*/ 0 60000 65536"/>
              <a:gd name="T12" fmla="*/ 0 60000 65536"/>
              <a:gd name="T13" fmla="*/ 0 60000 65536"/>
              <a:gd name="T14" fmla="*/ 0 60000 65536"/>
              <a:gd name="T15" fmla="*/ 0 w 188"/>
              <a:gd name="T16" fmla="*/ 0 h 188"/>
              <a:gd name="T17" fmla="*/ 188 w 188"/>
              <a:gd name="T18" fmla="*/ 188 h 188"/>
            </a:gdLst>
            <a:ahLst/>
            <a:cxnLst>
              <a:cxn ang="T10">
                <a:pos x="T0" y="T1"/>
              </a:cxn>
              <a:cxn ang="T11">
                <a:pos x="T2" y="T3"/>
              </a:cxn>
              <a:cxn ang="T12">
                <a:pos x="T4" y="T5"/>
              </a:cxn>
              <a:cxn ang="T13">
                <a:pos x="T6" y="T7"/>
              </a:cxn>
              <a:cxn ang="T14">
                <a:pos x="T8" y="T9"/>
              </a:cxn>
            </a:cxnLst>
            <a:rect l="T15" t="T16" r="T17" b="T18"/>
            <a:pathLst>
              <a:path w="188" h="188">
                <a:moveTo>
                  <a:pt x="0" y="187"/>
                </a:moveTo>
                <a:lnTo>
                  <a:pt x="0" y="0"/>
                </a:lnTo>
                <a:lnTo>
                  <a:pt x="187" y="0"/>
                </a:lnTo>
                <a:lnTo>
                  <a:pt x="187" y="187"/>
                </a:lnTo>
                <a:lnTo>
                  <a:pt x="0" y="187"/>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3798" name="Freeform 7"/>
          <p:cNvSpPr>
            <a:spLocks/>
          </p:cNvSpPr>
          <p:nvPr/>
        </p:nvSpPr>
        <p:spPr bwMode="auto">
          <a:xfrm>
            <a:off x="2236788" y="2990850"/>
            <a:ext cx="1189037" cy="298450"/>
          </a:xfrm>
          <a:custGeom>
            <a:avLst/>
            <a:gdLst>
              <a:gd name="T0" fmla="*/ 0 w 749"/>
              <a:gd name="T1" fmla="*/ 296863 h 188"/>
              <a:gd name="T2" fmla="*/ 0 w 749"/>
              <a:gd name="T3" fmla="*/ 0 h 188"/>
              <a:gd name="T4" fmla="*/ 1187450 w 749"/>
              <a:gd name="T5" fmla="*/ 0 h 188"/>
              <a:gd name="T6" fmla="*/ 1187450 w 749"/>
              <a:gd name="T7" fmla="*/ 296863 h 188"/>
              <a:gd name="T8" fmla="*/ 0 w 749"/>
              <a:gd name="T9" fmla="*/ 296863 h 188"/>
              <a:gd name="T10" fmla="*/ 0 60000 65536"/>
              <a:gd name="T11" fmla="*/ 0 60000 65536"/>
              <a:gd name="T12" fmla="*/ 0 60000 65536"/>
              <a:gd name="T13" fmla="*/ 0 60000 65536"/>
              <a:gd name="T14" fmla="*/ 0 60000 65536"/>
              <a:gd name="T15" fmla="*/ 0 w 749"/>
              <a:gd name="T16" fmla="*/ 0 h 188"/>
              <a:gd name="T17" fmla="*/ 749 w 749"/>
              <a:gd name="T18" fmla="*/ 188 h 188"/>
            </a:gdLst>
            <a:ahLst/>
            <a:cxnLst>
              <a:cxn ang="T10">
                <a:pos x="T0" y="T1"/>
              </a:cxn>
              <a:cxn ang="T11">
                <a:pos x="T2" y="T3"/>
              </a:cxn>
              <a:cxn ang="T12">
                <a:pos x="T4" y="T5"/>
              </a:cxn>
              <a:cxn ang="T13">
                <a:pos x="T6" y="T7"/>
              </a:cxn>
              <a:cxn ang="T14">
                <a:pos x="T8" y="T9"/>
              </a:cxn>
            </a:cxnLst>
            <a:rect l="T15" t="T16" r="T17" b="T18"/>
            <a:pathLst>
              <a:path w="749" h="188">
                <a:moveTo>
                  <a:pt x="0" y="187"/>
                </a:moveTo>
                <a:lnTo>
                  <a:pt x="0" y="0"/>
                </a:lnTo>
                <a:lnTo>
                  <a:pt x="748" y="0"/>
                </a:lnTo>
                <a:lnTo>
                  <a:pt x="748" y="187"/>
                </a:lnTo>
                <a:lnTo>
                  <a:pt x="0" y="187"/>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799" name="Freeform 8"/>
          <p:cNvSpPr>
            <a:spLocks/>
          </p:cNvSpPr>
          <p:nvPr/>
        </p:nvSpPr>
        <p:spPr bwMode="auto">
          <a:xfrm>
            <a:off x="2236788" y="3881438"/>
            <a:ext cx="1189037" cy="298450"/>
          </a:xfrm>
          <a:custGeom>
            <a:avLst/>
            <a:gdLst>
              <a:gd name="T0" fmla="*/ 0 w 749"/>
              <a:gd name="T1" fmla="*/ 296863 h 188"/>
              <a:gd name="T2" fmla="*/ 0 w 749"/>
              <a:gd name="T3" fmla="*/ 0 h 188"/>
              <a:gd name="T4" fmla="*/ 1187450 w 749"/>
              <a:gd name="T5" fmla="*/ 0 h 188"/>
              <a:gd name="T6" fmla="*/ 1187450 w 749"/>
              <a:gd name="T7" fmla="*/ 296863 h 188"/>
              <a:gd name="T8" fmla="*/ 0 w 749"/>
              <a:gd name="T9" fmla="*/ 296863 h 188"/>
              <a:gd name="T10" fmla="*/ 0 60000 65536"/>
              <a:gd name="T11" fmla="*/ 0 60000 65536"/>
              <a:gd name="T12" fmla="*/ 0 60000 65536"/>
              <a:gd name="T13" fmla="*/ 0 60000 65536"/>
              <a:gd name="T14" fmla="*/ 0 60000 65536"/>
              <a:gd name="T15" fmla="*/ 0 w 749"/>
              <a:gd name="T16" fmla="*/ 0 h 188"/>
              <a:gd name="T17" fmla="*/ 749 w 749"/>
              <a:gd name="T18" fmla="*/ 188 h 188"/>
            </a:gdLst>
            <a:ahLst/>
            <a:cxnLst>
              <a:cxn ang="T10">
                <a:pos x="T0" y="T1"/>
              </a:cxn>
              <a:cxn ang="T11">
                <a:pos x="T2" y="T3"/>
              </a:cxn>
              <a:cxn ang="T12">
                <a:pos x="T4" y="T5"/>
              </a:cxn>
              <a:cxn ang="T13">
                <a:pos x="T6" y="T7"/>
              </a:cxn>
              <a:cxn ang="T14">
                <a:pos x="T8" y="T9"/>
              </a:cxn>
            </a:cxnLst>
            <a:rect l="T15" t="T16" r="T17" b="T18"/>
            <a:pathLst>
              <a:path w="749" h="188">
                <a:moveTo>
                  <a:pt x="0" y="187"/>
                </a:moveTo>
                <a:lnTo>
                  <a:pt x="0" y="0"/>
                </a:lnTo>
                <a:lnTo>
                  <a:pt x="748" y="0"/>
                </a:lnTo>
                <a:lnTo>
                  <a:pt x="748" y="187"/>
                </a:lnTo>
                <a:lnTo>
                  <a:pt x="0" y="187"/>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800" name="Freeform 9"/>
          <p:cNvSpPr>
            <a:spLocks/>
          </p:cNvSpPr>
          <p:nvPr/>
        </p:nvSpPr>
        <p:spPr bwMode="auto">
          <a:xfrm>
            <a:off x="2236788" y="4772025"/>
            <a:ext cx="1189037" cy="298450"/>
          </a:xfrm>
          <a:custGeom>
            <a:avLst/>
            <a:gdLst>
              <a:gd name="T0" fmla="*/ 0 w 749"/>
              <a:gd name="T1" fmla="*/ 296863 h 188"/>
              <a:gd name="T2" fmla="*/ 0 w 749"/>
              <a:gd name="T3" fmla="*/ 0 h 188"/>
              <a:gd name="T4" fmla="*/ 1187450 w 749"/>
              <a:gd name="T5" fmla="*/ 0 h 188"/>
              <a:gd name="T6" fmla="*/ 1187450 w 749"/>
              <a:gd name="T7" fmla="*/ 296863 h 188"/>
              <a:gd name="T8" fmla="*/ 0 w 749"/>
              <a:gd name="T9" fmla="*/ 296863 h 188"/>
              <a:gd name="T10" fmla="*/ 0 60000 65536"/>
              <a:gd name="T11" fmla="*/ 0 60000 65536"/>
              <a:gd name="T12" fmla="*/ 0 60000 65536"/>
              <a:gd name="T13" fmla="*/ 0 60000 65536"/>
              <a:gd name="T14" fmla="*/ 0 60000 65536"/>
              <a:gd name="T15" fmla="*/ 0 w 749"/>
              <a:gd name="T16" fmla="*/ 0 h 188"/>
              <a:gd name="T17" fmla="*/ 749 w 749"/>
              <a:gd name="T18" fmla="*/ 188 h 188"/>
            </a:gdLst>
            <a:ahLst/>
            <a:cxnLst>
              <a:cxn ang="T10">
                <a:pos x="T0" y="T1"/>
              </a:cxn>
              <a:cxn ang="T11">
                <a:pos x="T2" y="T3"/>
              </a:cxn>
              <a:cxn ang="T12">
                <a:pos x="T4" y="T5"/>
              </a:cxn>
              <a:cxn ang="T13">
                <a:pos x="T6" y="T7"/>
              </a:cxn>
              <a:cxn ang="T14">
                <a:pos x="T8" y="T9"/>
              </a:cxn>
            </a:cxnLst>
            <a:rect l="T15" t="T16" r="T17" b="T18"/>
            <a:pathLst>
              <a:path w="749" h="188">
                <a:moveTo>
                  <a:pt x="0" y="187"/>
                </a:moveTo>
                <a:lnTo>
                  <a:pt x="0" y="0"/>
                </a:lnTo>
                <a:lnTo>
                  <a:pt x="748" y="0"/>
                </a:lnTo>
                <a:lnTo>
                  <a:pt x="748" y="187"/>
                </a:lnTo>
                <a:lnTo>
                  <a:pt x="0" y="187"/>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801" name="Freeform 10"/>
          <p:cNvSpPr>
            <a:spLocks/>
          </p:cNvSpPr>
          <p:nvPr/>
        </p:nvSpPr>
        <p:spPr bwMode="auto">
          <a:xfrm>
            <a:off x="2236788" y="2693988"/>
            <a:ext cx="298450" cy="298450"/>
          </a:xfrm>
          <a:custGeom>
            <a:avLst/>
            <a:gdLst>
              <a:gd name="T0" fmla="*/ 0 w 188"/>
              <a:gd name="T1" fmla="*/ 296863 h 188"/>
              <a:gd name="T2" fmla="*/ 0 w 188"/>
              <a:gd name="T3" fmla="*/ 0 h 188"/>
              <a:gd name="T4" fmla="*/ 296863 w 188"/>
              <a:gd name="T5" fmla="*/ 0 h 188"/>
              <a:gd name="T6" fmla="*/ 296863 w 188"/>
              <a:gd name="T7" fmla="*/ 296863 h 188"/>
              <a:gd name="T8" fmla="*/ 0 w 188"/>
              <a:gd name="T9" fmla="*/ 296863 h 188"/>
              <a:gd name="T10" fmla="*/ 0 60000 65536"/>
              <a:gd name="T11" fmla="*/ 0 60000 65536"/>
              <a:gd name="T12" fmla="*/ 0 60000 65536"/>
              <a:gd name="T13" fmla="*/ 0 60000 65536"/>
              <a:gd name="T14" fmla="*/ 0 60000 65536"/>
              <a:gd name="T15" fmla="*/ 0 w 188"/>
              <a:gd name="T16" fmla="*/ 0 h 188"/>
              <a:gd name="T17" fmla="*/ 188 w 188"/>
              <a:gd name="T18" fmla="*/ 188 h 188"/>
            </a:gdLst>
            <a:ahLst/>
            <a:cxnLst>
              <a:cxn ang="T10">
                <a:pos x="T0" y="T1"/>
              </a:cxn>
              <a:cxn ang="T11">
                <a:pos x="T2" y="T3"/>
              </a:cxn>
              <a:cxn ang="T12">
                <a:pos x="T4" y="T5"/>
              </a:cxn>
              <a:cxn ang="T13">
                <a:pos x="T6" y="T7"/>
              </a:cxn>
              <a:cxn ang="T14">
                <a:pos x="T8" y="T9"/>
              </a:cxn>
            </a:cxnLst>
            <a:rect l="T15" t="T16" r="T17" b="T18"/>
            <a:pathLst>
              <a:path w="188" h="188">
                <a:moveTo>
                  <a:pt x="0" y="187"/>
                </a:moveTo>
                <a:lnTo>
                  <a:pt x="0" y="0"/>
                </a:lnTo>
                <a:lnTo>
                  <a:pt x="187" y="0"/>
                </a:lnTo>
                <a:lnTo>
                  <a:pt x="187" y="187"/>
                </a:lnTo>
                <a:lnTo>
                  <a:pt x="0" y="187"/>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3802" name="Freeform 11"/>
          <p:cNvSpPr>
            <a:spLocks/>
          </p:cNvSpPr>
          <p:nvPr/>
        </p:nvSpPr>
        <p:spPr bwMode="auto">
          <a:xfrm>
            <a:off x="2236788" y="3584575"/>
            <a:ext cx="298450" cy="298450"/>
          </a:xfrm>
          <a:custGeom>
            <a:avLst/>
            <a:gdLst>
              <a:gd name="T0" fmla="*/ 0 w 188"/>
              <a:gd name="T1" fmla="*/ 296863 h 188"/>
              <a:gd name="T2" fmla="*/ 0 w 188"/>
              <a:gd name="T3" fmla="*/ 0 h 188"/>
              <a:gd name="T4" fmla="*/ 296863 w 188"/>
              <a:gd name="T5" fmla="*/ 0 h 188"/>
              <a:gd name="T6" fmla="*/ 296863 w 188"/>
              <a:gd name="T7" fmla="*/ 296863 h 188"/>
              <a:gd name="T8" fmla="*/ 0 w 188"/>
              <a:gd name="T9" fmla="*/ 296863 h 188"/>
              <a:gd name="T10" fmla="*/ 0 60000 65536"/>
              <a:gd name="T11" fmla="*/ 0 60000 65536"/>
              <a:gd name="T12" fmla="*/ 0 60000 65536"/>
              <a:gd name="T13" fmla="*/ 0 60000 65536"/>
              <a:gd name="T14" fmla="*/ 0 60000 65536"/>
              <a:gd name="T15" fmla="*/ 0 w 188"/>
              <a:gd name="T16" fmla="*/ 0 h 188"/>
              <a:gd name="T17" fmla="*/ 188 w 188"/>
              <a:gd name="T18" fmla="*/ 188 h 188"/>
            </a:gdLst>
            <a:ahLst/>
            <a:cxnLst>
              <a:cxn ang="T10">
                <a:pos x="T0" y="T1"/>
              </a:cxn>
              <a:cxn ang="T11">
                <a:pos x="T2" y="T3"/>
              </a:cxn>
              <a:cxn ang="T12">
                <a:pos x="T4" y="T5"/>
              </a:cxn>
              <a:cxn ang="T13">
                <a:pos x="T6" y="T7"/>
              </a:cxn>
              <a:cxn ang="T14">
                <a:pos x="T8" y="T9"/>
              </a:cxn>
            </a:cxnLst>
            <a:rect l="T15" t="T16" r="T17" b="T18"/>
            <a:pathLst>
              <a:path w="188" h="188">
                <a:moveTo>
                  <a:pt x="0" y="187"/>
                </a:moveTo>
                <a:lnTo>
                  <a:pt x="0" y="0"/>
                </a:lnTo>
                <a:lnTo>
                  <a:pt x="187" y="0"/>
                </a:lnTo>
                <a:lnTo>
                  <a:pt x="187" y="187"/>
                </a:lnTo>
                <a:lnTo>
                  <a:pt x="0" y="187"/>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803" name="Freeform 12"/>
          <p:cNvSpPr>
            <a:spLocks/>
          </p:cNvSpPr>
          <p:nvPr/>
        </p:nvSpPr>
        <p:spPr bwMode="auto">
          <a:xfrm>
            <a:off x="2236788" y="4475163"/>
            <a:ext cx="298450" cy="298450"/>
          </a:xfrm>
          <a:custGeom>
            <a:avLst/>
            <a:gdLst>
              <a:gd name="T0" fmla="*/ 0 w 188"/>
              <a:gd name="T1" fmla="*/ 296863 h 188"/>
              <a:gd name="T2" fmla="*/ 0 w 188"/>
              <a:gd name="T3" fmla="*/ 0 h 188"/>
              <a:gd name="T4" fmla="*/ 296863 w 188"/>
              <a:gd name="T5" fmla="*/ 0 h 188"/>
              <a:gd name="T6" fmla="*/ 296863 w 188"/>
              <a:gd name="T7" fmla="*/ 296863 h 188"/>
              <a:gd name="T8" fmla="*/ 0 w 188"/>
              <a:gd name="T9" fmla="*/ 296863 h 188"/>
              <a:gd name="T10" fmla="*/ 0 60000 65536"/>
              <a:gd name="T11" fmla="*/ 0 60000 65536"/>
              <a:gd name="T12" fmla="*/ 0 60000 65536"/>
              <a:gd name="T13" fmla="*/ 0 60000 65536"/>
              <a:gd name="T14" fmla="*/ 0 60000 65536"/>
              <a:gd name="T15" fmla="*/ 0 w 188"/>
              <a:gd name="T16" fmla="*/ 0 h 188"/>
              <a:gd name="T17" fmla="*/ 188 w 188"/>
              <a:gd name="T18" fmla="*/ 188 h 188"/>
            </a:gdLst>
            <a:ahLst/>
            <a:cxnLst>
              <a:cxn ang="T10">
                <a:pos x="T0" y="T1"/>
              </a:cxn>
              <a:cxn ang="T11">
                <a:pos x="T2" y="T3"/>
              </a:cxn>
              <a:cxn ang="T12">
                <a:pos x="T4" y="T5"/>
              </a:cxn>
              <a:cxn ang="T13">
                <a:pos x="T6" y="T7"/>
              </a:cxn>
              <a:cxn ang="T14">
                <a:pos x="T8" y="T9"/>
              </a:cxn>
            </a:cxnLst>
            <a:rect l="T15" t="T16" r="T17" b="T18"/>
            <a:pathLst>
              <a:path w="188" h="188">
                <a:moveTo>
                  <a:pt x="0" y="187"/>
                </a:moveTo>
                <a:lnTo>
                  <a:pt x="0" y="0"/>
                </a:lnTo>
                <a:lnTo>
                  <a:pt x="187" y="0"/>
                </a:lnTo>
                <a:lnTo>
                  <a:pt x="187" y="187"/>
                </a:lnTo>
                <a:lnTo>
                  <a:pt x="0" y="187"/>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3804" name="Freeform 13"/>
          <p:cNvSpPr>
            <a:spLocks/>
          </p:cNvSpPr>
          <p:nvPr/>
        </p:nvSpPr>
        <p:spPr bwMode="auto">
          <a:xfrm>
            <a:off x="2236788" y="2101850"/>
            <a:ext cx="1189037" cy="296863"/>
          </a:xfrm>
          <a:custGeom>
            <a:avLst/>
            <a:gdLst>
              <a:gd name="T0" fmla="*/ 0 w 749"/>
              <a:gd name="T1" fmla="*/ 295275 h 187"/>
              <a:gd name="T2" fmla="*/ 0 w 749"/>
              <a:gd name="T3" fmla="*/ 0 h 187"/>
              <a:gd name="T4" fmla="*/ 1187450 w 749"/>
              <a:gd name="T5" fmla="*/ 0 h 187"/>
              <a:gd name="T6" fmla="*/ 1187450 w 749"/>
              <a:gd name="T7" fmla="*/ 295275 h 187"/>
              <a:gd name="T8" fmla="*/ 0 w 749"/>
              <a:gd name="T9" fmla="*/ 295275 h 187"/>
              <a:gd name="T10" fmla="*/ 0 60000 65536"/>
              <a:gd name="T11" fmla="*/ 0 60000 65536"/>
              <a:gd name="T12" fmla="*/ 0 60000 65536"/>
              <a:gd name="T13" fmla="*/ 0 60000 65536"/>
              <a:gd name="T14" fmla="*/ 0 60000 65536"/>
              <a:gd name="T15" fmla="*/ 0 w 749"/>
              <a:gd name="T16" fmla="*/ 0 h 187"/>
              <a:gd name="T17" fmla="*/ 749 w 749"/>
              <a:gd name="T18" fmla="*/ 187 h 187"/>
            </a:gdLst>
            <a:ahLst/>
            <a:cxnLst>
              <a:cxn ang="T10">
                <a:pos x="T0" y="T1"/>
              </a:cxn>
              <a:cxn ang="T11">
                <a:pos x="T2" y="T3"/>
              </a:cxn>
              <a:cxn ang="T12">
                <a:pos x="T4" y="T5"/>
              </a:cxn>
              <a:cxn ang="T13">
                <a:pos x="T6" y="T7"/>
              </a:cxn>
              <a:cxn ang="T14">
                <a:pos x="T8" y="T9"/>
              </a:cxn>
            </a:cxnLst>
            <a:rect l="T15" t="T16" r="T17" b="T18"/>
            <a:pathLst>
              <a:path w="749" h="187">
                <a:moveTo>
                  <a:pt x="0" y="186"/>
                </a:moveTo>
                <a:lnTo>
                  <a:pt x="0" y="0"/>
                </a:lnTo>
                <a:lnTo>
                  <a:pt x="748" y="0"/>
                </a:lnTo>
                <a:lnTo>
                  <a:pt x="748" y="186"/>
                </a:lnTo>
                <a:lnTo>
                  <a:pt x="0" y="186"/>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805" name="Freeform 14"/>
          <p:cNvSpPr>
            <a:spLocks/>
          </p:cNvSpPr>
          <p:nvPr/>
        </p:nvSpPr>
        <p:spPr bwMode="auto">
          <a:xfrm>
            <a:off x="2236788" y="1804988"/>
            <a:ext cx="298450" cy="298450"/>
          </a:xfrm>
          <a:custGeom>
            <a:avLst/>
            <a:gdLst>
              <a:gd name="T0" fmla="*/ 0 w 188"/>
              <a:gd name="T1" fmla="*/ 296863 h 188"/>
              <a:gd name="T2" fmla="*/ 0 w 188"/>
              <a:gd name="T3" fmla="*/ 0 h 188"/>
              <a:gd name="T4" fmla="*/ 296863 w 188"/>
              <a:gd name="T5" fmla="*/ 0 h 188"/>
              <a:gd name="T6" fmla="*/ 296863 w 188"/>
              <a:gd name="T7" fmla="*/ 296863 h 188"/>
              <a:gd name="T8" fmla="*/ 0 w 188"/>
              <a:gd name="T9" fmla="*/ 296863 h 188"/>
              <a:gd name="T10" fmla="*/ 0 60000 65536"/>
              <a:gd name="T11" fmla="*/ 0 60000 65536"/>
              <a:gd name="T12" fmla="*/ 0 60000 65536"/>
              <a:gd name="T13" fmla="*/ 0 60000 65536"/>
              <a:gd name="T14" fmla="*/ 0 60000 65536"/>
              <a:gd name="T15" fmla="*/ 0 w 188"/>
              <a:gd name="T16" fmla="*/ 0 h 188"/>
              <a:gd name="T17" fmla="*/ 188 w 188"/>
              <a:gd name="T18" fmla="*/ 188 h 188"/>
            </a:gdLst>
            <a:ahLst/>
            <a:cxnLst>
              <a:cxn ang="T10">
                <a:pos x="T0" y="T1"/>
              </a:cxn>
              <a:cxn ang="T11">
                <a:pos x="T2" y="T3"/>
              </a:cxn>
              <a:cxn ang="T12">
                <a:pos x="T4" y="T5"/>
              </a:cxn>
              <a:cxn ang="T13">
                <a:pos x="T6" y="T7"/>
              </a:cxn>
              <a:cxn ang="T14">
                <a:pos x="T8" y="T9"/>
              </a:cxn>
            </a:cxnLst>
            <a:rect l="T15" t="T16" r="T17" b="T18"/>
            <a:pathLst>
              <a:path w="188" h="188">
                <a:moveTo>
                  <a:pt x="0" y="187"/>
                </a:moveTo>
                <a:lnTo>
                  <a:pt x="0" y="0"/>
                </a:lnTo>
                <a:lnTo>
                  <a:pt x="187" y="0"/>
                </a:lnTo>
                <a:lnTo>
                  <a:pt x="187" y="187"/>
                </a:lnTo>
                <a:lnTo>
                  <a:pt x="0" y="187"/>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3806" name="Freeform 15"/>
          <p:cNvSpPr>
            <a:spLocks/>
          </p:cNvSpPr>
          <p:nvPr/>
        </p:nvSpPr>
        <p:spPr bwMode="auto">
          <a:xfrm>
            <a:off x="1050925" y="2990850"/>
            <a:ext cx="593725" cy="1189038"/>
          </a:xfrm>
          <a:custGeom>
            <a:avLst/>
            <a:gdLst>
              <a:gd name="T0" fmla="*/ 0 w 374"/>
              <a:gd name="T1" fmla="*/ 1187450 h 749"/>
              <a:gd name="T2" fmla="*/ 0 w 374"/>
              <a:gd name="T3" fmla="*/ 0 h 749"/>
              <a:gd name="T4" fmla="*/ 592138 w 374"/>
              <a:gd name="T5" fmla="*/ 0 h 749"/>
              <a:gd name="T6" fmla="*/ 592138 w 374"/>
              <a:gd name="T7" fmla="*/ 1187450 h 749"/>
              <a:gd name="T8" fmla="*/ 0 w 374"/>
              <a:gd name="T9" fmla="*/ 1187450 h 749"/>
              <a:gd name="T10" fmla="*/ 0 60000 65536"/>
              <a:gd name="T11" fmla="*/ 0 60000 65536"/>
              <a:gd name="T12" fmla="*/ 0 60000 65536"/>
              <a:gd name="T13" fmla="*/ 0 60000 65536"/>
              <a:gd name="T14" fmla="*/ 0 60000 65536"/>
              <a:gd name="T15" fmla="*/ 0 w 374"/>
              <a:gd name="T16" fmla="*/ 0 h 749"/>
              <a:gd name="T17" fmla="*/ 374 w 374"/>
              <a:gd name="T18" fmla="*/ 749 h 749"/>
            </a:gdLst>
            <a:ahLst/>
            <a:cxnLst>
              <a:cxn ang="T10">
                <a:pos x="T0" y="T1"/>
              </a:cxn>
              <a:cxn ang="T11">
                <a:pos x="T2" y="T3"/>
              </a:cxn>
              <a:cxn ang="T12">
                <a:pos x="T4" y="T5"/>
              </a:cxn>
              <a:cxn ang="T13">
                <a:pos x="T6" y="T7"/>
              </a:cxn>
              <a:cxn ang="T14">
                <a:pos x="T8" y="T9"/>
              </a:cxn>
            </a:cxnLst>
            <a:rect l="T15" t="T16" r="T17" b="T18"/>
            <a:pathLst>
              <a:path w="374" h="749">
                <a:moveTo>
                  <a:pt x="0" y="748"/>
                </a:moveTo>
                <a:lnTo>
                  <a:pt x="0" y="0"/>
                </a:lnTo>
                <a:lnTo>
                  <a:pt x="373" y="0"/>
                </a:lnTo>
                <a:lnTo>
                  <a:pt x="373" y="748"/>
                </a:lnTo>
                <a:lnTo>
                  <a:pt x="0" y="74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807" name="Rectangle 16"/>
          <p:cNvSpPr>
            <a:spLocks noChangeArrowheads="1"/>
          </p:cNvSpPr>
          <p:nvPr/>
        </p:nvSpPr>
        <p:spPr bwMode="auto">
          <a:xfrm>
            <a:off x="2825750" y="568642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20*</a:t>
            </a:r>
          </a:p>
        </p:txBody>
      </p:sp>
      <p:sp>
        <p:nvSpPr>
          <p:cNvPr id="33808" name="Freeform 17"/>
          <p:cNvSpPr>
            <a:spLocks/>
          </p:cNvSpPr>
          <p:nvPr/>
        </p:nvSpPr>
        <p:spPr bwMode="auto">
          <a:xfrm>
            <a:off x="2249488" y="5697538"/>
            <a:ext cx="1187450" cy="298450"/>
          </a:xfrm>
          <a:custGeom>
            <a:avLst/>
            <a:gdLst>
              <a:gd name="T0" fmla="*/ 0 w 748"/>
              <a:gd name="T1" fmla="*/ 296863 h 188"/>
              <a:gd name="T2" fmla="*/ 0 w 748"/>
              <a:gd name="T3" fmla="*/ 0 h 188"/>
              <a:gd name="T4" fmla="*/ 1185863 w 748"/>
              <a:gd name="T5" fmla="*/ 0 h 188"/>
              <a:gd name="T6" fmla="*/ 1185863 w 748"/>
              <a:gd name="T7" fmla="*/ 296863 h 188"/>
              <a:gd name="T8" fmla="*/ 0 w 748"/>
              <a:gd name="T9" fmla="*/ 296863 h 188"/>
              <a:gd name="T10" fmla="*/ 0 60000 65536"/>
              <a:gd name="T11" fmla="*/ 0 60000 65536"/>
              <a:gd name="T12" fmla="*/ 0 60000 65536"/>
              <a:gd name="T13" fmla="*/ 0 60000 65536"/>
              <a:gd name="T14" fmla="*/ 0 60000 65536"/>
              <a:gd name="T15" fmla="*/ 0 w 748"/>
              <a:gd name="T16" fmla="*/ 0 h 188"/>
              <a:gd name="T17" fmla="*/ 748 w 748"/>
              <a:gd name="T18" fmla="*/ 188 h 188"/>
            </a:gdLst>
            <a:ahLst/>
            <a:cxnLst>
              <a:cxn ang="T10">
                <a:pos x="T0" y="T1"/>
              </a:cxn>
              <a:cxn ang="T11">
                <a:pos x="T2" y="T3"/>
              </a:cxn>
              <a:cxn ang="T12">
                <a:pos x="T4" y="T5"/>
              </a:cxn>
              <a:cxn ang="T13">
                <a:pos x="T6" y="T7"/>
              </a:cxn>
              <a:cxn ang="T14">
                <a:pos x="T8" y="T9"/>
              </a:cxn>
            </a:cxnLst>
            <a:rect l="T15" t="T16" r="T17" b="T18"/>
            <a:pathLst>
              <a:path w="748" h="188">
                <a:moveTo>
                  <a:pt x="0" y="187"/>
                </a:moveTo>
                <a:lnTo>
                  <a:pt x="0" y="0"/>
                </a:lnTo>
                <a:lnTo>
                  <a:pt x="747" y="0"/>
                </a:lnTo>
                <a:lnTo>
                  <a:pt x="747" y="187"/>
                </a:lnTo>
                <a:lnTo>
                  <a:pt x="0" y="187"/>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809" name="Freeform 18"/>
          <p:cNvSpPr>
            <a:spLocks/>
          </p:cNvSpPr>
          <p:nvPr/>
        </p:nvSpPr>
        <p:spPr bwMode="auto">
          <a:xfrm>
            <a:off x="2249488" y="5402263"/>
            <a:ext cx="298450" cy="296862"/>
          </a:xfrm>
          <a:custGeom>
            <a:avLst/>
            <a:gdLst>
              <a:gd name="T0" fmla="*/ 0 w 188"/>
              <a:gd name="T1" fmla="*/ 295275 h 187"/>
              <a:gd name="T2" fmla="*/ 0 w 188"/>
              <a:gd name="T3" fmla="*/ 0 h 187"/>
              <a:gd name="T4" fmla="*/ 296863 w 188"/>
              <a:gd name="T5" fmla="*/ 0 h 187"/>
              <a:gd name="T6" fmla="*/ 296863 w 188"/>
              <a:gd name="T7" fmla="*/ 295275 h 187"/>
              <a:gd name="T8" fmla="*/ 0 w 188"/>
              <a:gd name="T9" fmla="*/ 295275 h 187"/>
              <a:gd name="T10" fmla="*/ 0 60000 65536"/>
              <a:gd name="T11" fmla="*/ 0 60000 65536"/>
              <a:gd name="T12" fmla="*/ 0 60000 65536"/>
              <a:gd name="T13" fmla="*/ 0 60000 65536"/>
              <a:gd name="T14" fmla="*/ 0 60000 65536"/>
              <a:gd name="T15" fmla="*/ 0 w 188"/>
              <a:gd name="T16" fmla="*/ 0 h 187"/>
              <a:gd name="T17" fmla="*/ 188 w 188"/>
              <a:gd name="T18" fmla="*/ 187 h 187"/>
            </a:gdLst>
            <a:ahLst/>
            <a:cxnLst>
              <a:cxn ang="T10">
                <a:pos x="T0" y="T1"/>
              </a:cxn>
              <a:cxn ang="T11">
                <a:pos x="T2" y="T3"/>
              </a:cxn>
              <a:cxn ang="T12">
                <a:pos x="T4" y="T5"/>
              </a:cxn>
              <a:cxn ang="T13">
                <a:pos x="T6" y="T7"/>
              </a:cxn>
              <a:cxn ang="T14">
                <a:pos x="T8" y="T9"/>
              </a:cxn>
            </a:cxnLst>
            <a:rect l="T15" t="T16" r="T17" b="T18"/>
            <a:pathLst>
              <a:path w="188" h="187">
                <a:moveTo>
                  <a:pt x="0" y="186"/>
                </a:moveTo>
                <a:lnTo>
                  <a:pt x="0" y="0"/>
                </a:lnTo>
                <a:lnTo>
                  <a:pt x="187" y="0"/>
                </a:lnTo>
                <a:lnTo>
                  <a:pt x="187" y="186"/>
                </a:lnTo>
                <a:lnTo>
                  <a:pt x="0" y="186"/>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3810" name="Rectangle 19"/>
          <p:cNvSpPr>
            <a:spLocks noChangeArrowheads="1"/>
          </p:cNvSpPr>
          <p:nvPr/>
        </p:nvSpPr>
        <p:spPr bwMode="auto">
          <a:xfrm>
            <a:off x="590550" y="3011488"/>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00</a:t>
            </a:r>
          </a:p>
        </p:txBody>
      </p:sp>
      <p:sp>
        <p:nvSpPr>
          <p:cNvPr id="33811" name="Rectangle 20"/>
          <p:cNvSpPr>
            <a:spLocks noChangeArrowheads="1"/>
          </p:cNvSpPr>
          <p:nvPr/>
        </p:nvSpPr>
        <p:spPr bwMode="auto">
          <a:xfrm>
            <a:off x="590550" y="332105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01</a:t>
            </a:r>
          </a:p>
        </p:txBody>
      </p:sp>
      <p:sp>
        <p:nvSpPr>
          <p:cNvPr id="33812" name="Rectangle 21"/>
          <p:cNvSpPr>
            <a:spLocks noChangeArrowheads="1"/>
          </p:cNvSpPr>
          <p:nvPr/>
        </p:nvSpPr>
        <p:spPr bwMode="auto">
          <a:xfrm>
            <a:off x="568325" y="3605213"/>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10</a:t>
            </a:r>
          </a:p>
        </p:txBody>
      </p:sp>
      <p:sp>
        <p:nvSpPr>
          <p:cNvPr id="33813" name="Rectangle 22"/>
          <p:cNvSpPr>
            <a:spLocks noChangeArrowheads="1"/>
          </p:cNvSpPr>
          <p:nvPr/>
        </p:nvSpPr>
        <p:spPr bwMode="auto">
          <a:xfrm>
            <a:off x="581025" y="3889375"/>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11</a:t>
            </a:r>
          </a:p>
        </p:txBody>
      </p:sp>
      <p:sp>
        <p:nvSpPr>
          <p:cNvPr id="33814" name="Rectangle 23"/>
          <p:cNvSpPr>
            <a:spLocks noChangeArrowheads="1"/>
          </p:cNvSpPr>
          <p:nvPr/>
        </p:nvSpPr>
        <p:spPr bwMode="auto">
          <a:xfrm>
            <a:off x="1042988" y="2679700"/>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3815" name="Rectangle 24"/>
          <p:cNvSpPr>
            <a:spLocks noChangeArrowheads="1"/>
          </p:cNvSpPr>
          <p:nvPr/>
        </p:nvSpPr>
        <p:spPr bwMode="auto">
          <a:xfrm>
            <a:off x="2243138" y="2644775"/>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3816" name="Rectangle 25"/>
          <p:cNvSpPr>
            <a:spLocks noChangeArrowheads="1"/>
          </p:cNvSpPr>
          <p:nvPr/>
        </p:nvSpPr>
        <p:spPr bwMode="auto">
          <a:xfrm>
            <a:off x="2265363" y="3568700"/>
            <a:ext cx="269875" cy="301625"/>
          </a:xfrm>
          <a:prstGeom prst="rect">
            <a:avLst/>
          </a:prstGeom>
          <a:pattFill prst="pct20">
            <a:fgClr>
              <a:schemeClr val="tx2"/>
            </a:fgClr>
            <a:bgClr>
              <a:schemeClr val="bg1"/>
            </a:bgClr>
          </a:patt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3817" name="Rectangle 26"/>
          <p:cNvSpPr>
            <a:spLocks noChangeArrowheads="1"/>
          </p:cNvSpPr>
          <p:nvPr/>
        </p:nvSpPr>
        <p:spPr bwMode="auto">
          <a:xfrm>
            <a:off x="2243138" y="4398963"/>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3818" name="Rectangle 27"/>
          <p:cNvSpPr>
            <a:spLocks noChangeArrowheads="1"/>
          </p:cNvSpPr>
          <p:nvPr/>
        </p:nvSpPr>
        <p:spPr bwMode="auto">
          <a:xfrm>
            <a:off x="390525" y="1816100"/>
            <a:ext cx="1354138"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Courier New" pitchFamily="49" charset="0"/>
              </a:rPr>
              <a:t>LOCAL DEPTH</a:t>
            </a:r>
          </a:p>
        </p:txBody>
      </p:sp>
      <p:sp>
        <p:nvSpPr>
          <p:cNvPr id="33819" name="Rectangle 28"/>
          <p:cNvSpPr>
            <a:spLocks noChangeArrowheads="1"/>
          </p:cNvSpPr>
          <p:nvPr/>
        </p:nvSpPr>
        <p:spPr bwMode="auto">
          <a:xfrm>
            <a:off x="2243138" y="1752600"/>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3820" name="Rectangle 29"/>
          <p:cNvSpPr>
            <a:spLocks noChangeArrowheads="1"/>
          </p:cNvSpPr>
          <p:nvPr/>
        </p:nvSpPr>
        <p:spPr bwMode="auto">
          <a:xfrm>
            <a:off x="2255838" y="5348288"/>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3821" name="Rectangle 30"/>
          <p:cNvSpPr>
            <a:spLocks noChangeArrowheads="1"/>
          </p:cNvSpPr>
          <p:nvPr/>
        </p:nvSpPr>
        <p:spPr bwMode="auto">
          <a:xfrm>
            <a:off x="781050" y="4602163"/>
            <a:ext cx="12684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DIRECTORY</a:t>
            </a:r>
          </a:p>
        </p:txBody>
      </p:sp>
      <p:sp>
        <p:nvSpPr>
          <p:cNvPr id="33822" name="Rectangle 31"/>
          <p:cNvSpPr>
            <a:spLocks noChangeArrowheads="1"/>
          </p:cNvSpPr>
          <p:nvPr/>
        </p:nvSpPr>
        <p:spPr bwMode="auto">
          <a:xfrm>
            <a:off x="292100" y="2170113"/>
            <a:ext cx="1462088"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Courier New" pitchFamily="49" charset="0"/>
              </a:rPr>
              <a:t>GLOBAL DEPTH</a:t>
            </a:r>
          </a:p>
        </p:txBody>
      </p:sp>
      <p:sp>
        <p:nvSpPr>
          <p:cNvPr id="33823" name="Rectangle 32"/>
          <p:cNvSpPr>
            <a:spLocks noChangeArrowheads="1"/>
          </p:cNvSpPr>
          <p:nvPr/>
        </p:nvSpPr>
        <p:spPr bwMode="auto">
          <a:xfrm>
            <a:off x="3463925" y="1989138"/>
            <a:ext cx="8874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A</a:t>
            </a:r>
          </a:p>
        </p:txBody>
      </p:sp>
      <p:sp>
        <p:nvSpPr>
          <p:cNvPr id="33824" name="Rectangle 33"/>
          <p:cNvSpPr>
            <a:spLocks noChangeArrowheads="1"/>
          </p:cNvSpPr>
          <p:nvPr/>
        </p:nvSpPr>
        <p:spPr bwMode="auto">
          <a:xfrm>
            <a:off x="3463925" y="2928938"/>
            <a:ext cx="877888"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B</a:t>
            </a:r>
          </a:p>
        </p:txBody>
      </p:sp>
      <p:sp>
        <p:nvSpPr>
          <p:cNvPr id="33825" name="Rectangle 34"/>
          <p:cNvSpPr>
            <a:spLocks noChangeArrowheads="1"/>
          </p:cNvSpPr>
          <p:nvPr/>
        </p:nvSpPr>
        <p:spPr bwMode="auto">
          <a:xfrm>
            <a:off x="3463925" y="3797300"/>
            <a:ext cx="8874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C</a:t>
            </a:r>
          </a:p>
        </p:txBody>
      </p:sp>
      <p:sp>
        <p:nvSpPr>
          <p:cNvPr id="33826" name="Rectangle 35"/>
          <p:cNvSpPr>
            <a:spLocks noChangeArrowheads="1"/>
          </p:cNvSpPr>
          <p:nvPr/>
        </p:nvSpPr>
        <p:spPr bwMode="auto">
          <a:xfrm>
            <a:off x="3463925" y="4670425"/>
            <a:ext cx="8874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D</a:t>
            </a:r>
          </a:p>
        </p:txBody>
      </p:sp>
      <p:sp>
        <p:nvSpPr>
          <p:cNvPr id="33827" name="Rectangle 36"/>
          <p:cNvSpPr>
            <a:spLocks noChangeArrowheads="1"/>
          </p:cNvSpPr>
          <p:nvPr/>
        </p:nvSpPr>
        <p:spPr bwMode="auto">
          <a:xfrm>
            <a:off x="3463925" y="5608638"/>
            <a:ext cx="9763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A2</a:t>
            </a:r>
          </a:p>
        </p:txBody>
      </p:sp>
      <p:sp>
        <p:nvSpPr>
          <p:cNvPr id="33828" name="Rectangle 37"/>
          <p:cNvSpPr>
            <a:spLocks noChangeArrowheads="1"/>
          </p:cNvSpPr>
          <p:nvPr/>
        </p:nvSpPr>
        <p:spPr bwMode="auto">
          <a:xfrm>
            <a:off x="3463925" y="5808663"/>
            <a:ext cx="117316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(`split image'</a:t>
            </a:r>
          </a:p>
        </p:txBody>
      </p:sp>
      <p:sp>
        <p:nvSpPr>
          <p:cNvPr id="33829" name="Rectangle 38"/>
          <p:cNvSpPr>
            <a:spLocks noChangeArrowheads="1"/>
          </p:cNvSpPr>
          <p:nvPr/>
        </p:nvSpPr>
        <p:spPr bwMode="auto">
          <a:xfrm>
            <a:off x="3463925" y="6010275"/>
            <a:ext cx="1138238"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of Bucket A)</a:t>
            </a:r>
          </a:p>
        </p:txBody>
      </p:sp>
      <p:sp>
        <p:nvSpPr>
          <p:cNvPr id="33830" name="Rectangle 39"/>
          <p:cNvSpPr>
            <a:spLocks noChangeArrowheads="1"/>
          </p:cNvSpPr>
          <p:nvPr/>
        </p:nvSpPr>
        <p:spPr bwMode="auto">
          <a:xfrm>
            <a:off x="2247900" y="2995613"/>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a:t>
            </a:r>
          </a:p>
        </p:txBody>
      </p:sp>
      <p:sp>
        <p:nvSpPr>
          <p:cNvPr id="33831" name="Rectangle 40"/>
          <p:cNvSpPr>
            <a:spLocks noChangeArrowheads="1"/>
          </p:cNvSpPr>
          <p:nvPr/>
        </p:nvSpPr>
        <p:spPr bwMode="auto">
          <a:xfrm>
            <a:off x="2538413" y="2994025"/>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5*</a:t>
            </a:r>
          </a:p>
        </p:txBody>
      </p:sp>
      <p:sp>
        <p:nvSpPr>
          <p:cNvPr id="33832" name="Rectangle 41"/>
          <p:cNvSpPr>
            <a:spLocks noChangeArrowheads="1"/>
          </p:cNvSpPr>
          <p:nvPr/>
        </p:nvSpPr>
        <p:spPr bwMode="auto">
          <a:xfrm>
            <a:off x="2838450" y="299402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21*</a:t>
            </a:r>
          </a:p>
        </p:txBody>
      </p:sp>
      <p:sp>
        <p:nvSpPr>
          <p:cNvPr id="33833" name="Rectangle 42"/>
          <p:cNvSpPr>
            <a:spLocks noChangeArrowheads="1"/>
          </p:cNvSpPr>
          <p:nvPr/>
        </p:nvSpPr>
        <p:spPr bwMode="auto">
          <a:xfrm>
            <a:off x="3097213" y="299402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13*</a:t>
            </a:r>
          </a:p>
        </p:txBody>
      </p:sp>
      <p:sp>
        <p:nvSpPr>
          <p:cNvPr id="33834" name="Rectangle 43"/>
          <p:cNvSpPr>
            <a:spLocks noChangeArrowheads="1"/>
          </p:cNvSpPr>
          <p:nvPr/>
        </p:nvSpPr>
        <p:spPr bwMode="auto">
          <a:xfrm>
            <a:off x="2825750" y="21034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32*</a:t>
            </a:r>
          </a:p>
        </p:txBody>
      </p:sp>
      <p:sp>
        <p:nvSpPr>
          <p:cNvPr id="33835" name="Rectangle 44"/>
          <p:cNvSpPr>
            <a:spLocks noChangeArrowheads="1"/>
          </p:cNvSpPr>
          <p:nvPr/>
        </p:nvSpPr>
        <p:spPr bwMode="auto">
          <a:xfrm>
            <a:off x="3097213" y="20907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16*</a:t>
            </a:r>
          </a:p>
        </p:txBody>
      </p:sp>
      <p:sp>
        <p:nvSpPr>
          <p:cNvPr id="33836" name="Rectangle 45"/>
          <p:cNvSpPr>
            <a:spLocks noChangeArrowheads="1"/>
          </p:cNvSpPr>
          <p:nvPr/>
        </p:nvSpPr>
        <p:spPr bwMode="auto">
          <a:xfrm>
            <a:off x="2233613" y="387032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10*</a:t>
            </a:r>
          </a:p>
        </p:txBody>
      </p:sp>
      <p:sp>
        <p:nvSpPr>
          <p:cNvPr id="33837" name="Rectangle 46"/>
          <p:cNvSpPr>
            <a:spLocks noChangeArrowheads="1"/>
          </p:cNvSpPr>
          <p:nvPr/>
        </p:nvSpPr>
        <p:spPr bwMode="auto">
          <a:xfrm>
            <a:off x="2220913" y="476091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15*</a:t>
            </a:r>
          </a:p>
        </p:txBody>
      </p:sp>
      <p:sp>
        <p:nvSpPr>
          <p:cNvPr id="33838" name="Rectangle 47"/>
          <p:cNvSpPr>
            <a:spLocks noChangeArrowheads="1"/>
          </p:cNvSpPr>
          <p:nvPr/>
        </p:nvSpPr>
        <p:spPr bwMode="auto">
          <a:xfrm>
            <a:off x="2536825" y="4760913"/>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7*</a:t>
            </a:r>
          </a:p>
        </p:txBody>
      </p:sp>
      <p:sp>
        <p:nvSpPr>
          <p:cNvPr id="33839" name="Rectangle 48"/>
          <p:cNvSpPr>
            <a:spLocks noChangeArrowheads="1"/>
          </p:cNvSpPr>
          <p:nvPr/>
        </p:nvSpPr>
        <p:spPr bwMode="auto">
          <a:xfrm>
            <a:off x="2813050" y="476091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19*</a:t>
            </a:r>
          </a:p>
        </p:txBody>
      </p:sp>
      <p:sp>
        <p:nvSpPr>
          <p:cNvPr id="33840" name="Rectangle 49"/>
          <p:cNvSpPr>
            <a:spLocks noChangeArrowheads="1"/>
          </p:cNvSpPr>
          <p:nvPr/>
        </p:nvSpPr>
        <p:spPr bwMode="auto">
          <a:xfrm>
            <a:off x="2243138" y="5684838"/>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4*</a:t>
            </a:r>
          </a:p>
        </p:txBody>
      </p:sp>
      <p:sp>
        <p:nvSpPr>
          <p:cNvPr id="33841" name="Rectangle 50"/>
          <p:cNvSpPr>
            <a:spLocks noChangeArrowheads="1"/>
          </p:cNvSpPr>
          <p:nvPr/>
        </p:nvSpPr>
        <p:spPr bwMode="auto">
          <a:xfrm>
            <a:off x="2530475" y="56848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12*</a:t>
            </a:r>
          </a:p>
        </p:txBody>
      </p:sp>
      <p:sp>
        <p:nvSpPr>
          <p:cNvPr id="33842" name="Freeform 51"/>
          <p:cNvSpPr>
            <a:spLocks/>
          </p:cNvSpPr>
          <p:nvPr/>
        </p:nvSpPr>
        <p:spPr bwMode="auto">
          <a:xfrm>
            <a:off x="5570538" y="2773363"/>
            <a:ext cx="301625" cy="301625"/>
          </a:xfrm>
          <a:custGeom>
            <a:avLst/>
            <a:gdLst>
              <a:gd name="T0" fmla="*/ 0 w 190"/>
              <a:gd name="T1" fmla="*/ 300038 h 190"/>
              <a:gd name="T2" fmla="*/ 0 w 190"/>
              <a:gd name="T3" fmla="*/ 0 h 190"/>
              <a:gd name="T4" fmla="*/ 300038 w 190"/>
              <a:gd name="T5" fmla="*/ 0 h 190"/>
              <a:gd name="T6" fmla="*/ 300038 w 190"/>
              <a:gd name="T7" fmla="*/ 300038 h 190"/>
              <a:gd name="T8" fmla="*/ 0 w 190"/>
              <a:gd name="T9" fmla="*/ 300038 h 190"/>
              <a:gd name="T10" fmla="*/ 0 60000 65536"/>
              <a:gd name="T11" fmla="*/ 0 60000 65536"/>
              <a:gd name="T12" fmla="*/ 0 60000 65536"/>
              <a:gd name="T13" fmla="*/ 0 60000 65536"/>
              <a:gd name="T14" fmla="*/ 0 60000 65536"/>
              <a:gd name="T15" fmla="*/ 0 w 190"/>
              <a:gd name="T16" fmla="*/ 0 h 190"/>
              <a:gd name="T17" fmla="*/ 190 w 190"/>
              <a:gd name="T18" fmla="*/ 190 h 190"/>
            </a:gdLst>
            <a:ahLst/>
            <a:cxnLst>
              <a:cxn ang="T10">
                <a:pos x="T0" y="T1"/>
              </a:cxn>
              <a:cxn ang="T11">
                <a:pos x="T2" y="T3"/>
              </a:cxn>
              <a:cxn ang="T12">
                <a:pos x="T4" y="T5"/>
              </a:cxn>
              <a:cxn ang="T13">
                <a:pos x="T6" y="T7"/>
              </a:cxn>
              <a:cxn ang="T14">
                <a:pos x="T8" y="T9"/>
              </a:cxn>
            </a:cxnLst>
            <a:rect l="T15" t="T16" r="T17" b="T18"/>
            <a:pathLst>
              <a:path w="190" h="190">
                <a:moveTo>
                  <a:pt x="0" y="189"/>
                </a:moveTo>
                <a:lnTo>
                  <a:pt x="0" y="0"/>
                </a:lnTo>
                <a:lnTo>
                  <a:pt x="189" y="0"/>
                </a:lnTo>
                <a:lnTo>
                  <a:pt x="189" y="189"/>
                </a:lnTo>
                <a:lnTo>
                  <a:pt x="0" y="189"/>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3843" name="Freeform 52"/>
          <p:cNvSpPr>
            <a:spLocks/>
          </p:cNvSpPr>
          <p:nvPr/>
        </p:nvSpPr>
        <p:spPr bwMode="auto">
          <a:xfrm>
            <a:off x="6770688" y="3073400"/>
            <a:ext cx="1201737" cy="301625"/>
          </a:xfrm>
          <a:custGeom>
            <a:avLst/>
            <a:gdLst>
              <a:gd name="T0" fmla="*/ 0 w 757"/>
              <a:gd name="T1" fmla="*/ 300038 h 190"/>
              <a:gd name="T2" fmla="*/ 0 w 757"/>
              <a:gd name="T3" fmla="*/ 0 h 190"/>
              <a:gd name="T4" fmla="*/ 1200150 w 757"/>
              <a:gd name="T5" fmla="*/ 0 h 190"/>
              <a:gd name="T6" fmla="*/ 1200150 w 757"/>
              <a:gd name="T7" fmla="*/ 300038 h 190"/>
              <a:gd name="T8" fmla="*/ 0 w 757"/>
              <a:gd name="T9" fmla="*/ 300038 h 190"/>
              <a:gd name="T10" fmla="*/ 0 60000 65536"/>
              <a:gd name="T11" fmla="*/ 0 60000 65536"/>
              <a:gd name="T12" fmla="*/ 0 60000 65536"/>
              <a:gd name="T13" fmla="*/ 0 60000 65536"/>
              <a:gd name="T14" fmla="*/ 0 60000 65536"/>
              <a:gd name="T15" fmla="*/ 0 w 757"/>
              <a:gd name="T16" fmla="*/ 0 h 190"/>
              <a:gd name="T17" fmla="*/ 757 w 757"/>
              <a:gd name="T18" fmla="*/ 190 h 190"/>
            </a:gdLst>
            <a:ahLst/>
            <a:cxnLst>
              <a:cxn ang="T10">
                <a:pos x="T0" y="T1"/>
              </a:cxn>
              <a:cxn ang="T11">
                <a:pos x="T2" y="T3"/>
              </a:cxn>
              <a:cxn ang="T12">
                <a:pos x="T4" y="T5"/>
              </a:cxn>
              <a:cxn ang="T13">
                <a:pos x="T6" y="T7"/>
              </a:cxn>
              <a:cxn ang="T14">
                <a:pos x="T8" y="T9"/>
              </a:cxn>
            </a:cxnLst>
            <a:rect l="T15" t="T16" r="T17" b="T18"/>
            <a:pathLst>
              <a:path w="757" h="190">
                <a:moveTo>
                  <a:pt x="0" y="189"/>
                </a:moveTo>
                <a:lnTo>
                  <a:pt x="0" y="0"/>
                </a:lnTo>
                <a:lnTo>
                  <a:pt x="756" y="0"/>
                </a:lnTo>
                <a:lnTo>
                  <a:pt x="756" y="189"/>
                </a:lnTo>
                <a:lnTo>
                  <a:pt x="0" y="189"/>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844" name="Freeform 53"/>
          <p:cNvSpPr>
            <a:spLocks/>
          </p:cNvSpPr>
          <p:nvPr/>
        </p:nvSpPr>
        <p:spPr bwMode="auto">
          <a:xfrm>
            <a:off x="6770688" y="3971925"/>
            <a:ext cx="1201737" cy="301625"/>
          </a:xfrm>
          <a:custGeom>
            <a:avLst/>
            <a:gdLst>
              <a:gd name="T0" fmla="*/ 0 w 757"/>
              <a:gd name="T1" fmla="*/ 300038 h 190"/>
              <a:gd name="T2" fmla="*/ 0 w 757"/>
              <a:gd name="T3" fmla="*/ 0 h 190"/>
              <a:gd name="T4" fmla="*/ 1200150 w 757"/>
              <a:gd name="T5" fmla="*/ 0 h 190"/>
              <a:gd name="T6" fmla="*/ 1200150 w 757"/>
              <a:gd name="T7" fmla="*/ 300038 h 190"/>
              <a:gd name="T8" fmla="*/ 0 w 757"/>
              <a:gd name="T9" fmla="*/ 300038 h 190"/>
              <a:gd name="T10" fmla="*/ 0 60000 65536"/>
              <a:gd name="T11" fmla="*/ 0 60000 65536"/>
              <a:gd name="T12" fmla="*/ 0 60000 65536"/>
              <a:gd name="T13" fmla="*/ 0 60000 65536"/>
              <a:gd name="T14" fmla="*/ 0 60000 65536"/>
              <a:gd name="T15" fmla="*/ 0 w 757"/>
              <a:gd name="T16" fmla="*/ 0 h 190"/>
              <a:gd name="T17" fmla="*/ 757 w 757"/>
              <a:gd name="T18" fmla="*/ 190 h 190"/>
            </a:gdLst>
            <a:ahLst/>
            <a:cxnLst>
              <a:cxn ang="T10">
                <a:pos x="T0" y="T1"/>
              </a:cxn>
              <a:cxn ang="T11">
                <a:pos x="T2" y="T3"/>
              </a:cxn>
              <a:cxn ang="T12">
                <a:pos x="T4" y="T5"/>
              </a:cxn>
              <a:cxn ang="T13">
                <a:pos x="T6" y="T7"/>
              </a:cxn>
              <a:cxn ang="T14">
                <a:pos x="T8" y="T9"/>
              </a:cxn>
            </a:cxnLst>
            <a:rect l="T15" t="T16" r="T17" b="T18"/>
            <a:pathLst>
              <a:path w="757" h="190">
                <a:moveTo>
                  <a:pt x="0" y="189"/>
                </a:moveTo>
                <a:lnTo>
                  <a:pt x="0" y="0"/>
                </a:lnTo>
                <a:lnTo>
                  <a:pt x="756" y="0"/>
                </a:lnTo>
                <a:lnTo>
                  <a:pt x="756" y="189"/>
                </a:lnTo>
                <a:lnTo>
                  <a:pt x="0" y="189"/>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845" name="Freeform 54"/>
          <p:cNvSpPr>
            <a:spLocks/>
          </p:cNvSpPr>
          <p:nvPr/>
        </p:nvSpPr>
        <p:spPr bwMode="auto">
          <a:xfrm>
            <a:off x="6770688" y="4873625"/>
            <a:ext cx="1201737" cy="301625"/>
          </a:xfrm>
          <a:custGeom>
            <a:avLst/>
            <a:gdLst>
              <a:gd name="T0" fmla="*/ 0 w 757"/>
              <a:gd name="T1" fmla="*/ 300038 h 190"/>
              <a:gd name="T2" fmla="*/ 0 w 757"/>
              <a:gd name="T3" fmla="*/ 0 h 190"/>
              <a:gd name="T4" fmla="*/ 1200150 w 757"/>
              <a:gd name="T5" fmla="*/ 0 h 190"/>
              <a:gd name="T6" fmla="*/ 1200150 w 757"/>
              <a:gd name="T7" fmla="*/ 300038 h 190"/>
              <a:gd name="T8" fmla="*/ 0 w 757"/>
              <a:gd name="T9" fmla="*/ 300038 h 190"/>
              <a:gd name="T10" fmla="*/ 0 60000 65536"/>
              <a:gd name="T11" fmla="*/ 0 60000 65536"/>
              <a:gd name="T12" fmla="*/ 0 60000 65536"/>
              <a:gd name="T13" fmla="*/ 0 60000 65536"/>
              <a:gd name="T14" fmla="*/ 0 60000 65536"/>
              <a:gd name="T15" fmla="*/ 0 w 757"/>
              <a:gd name="T16" fmla="*/ 0 h 190"/>
              <a:gd name="T17" fmla="*/ 757 w 757"/>
              <a:gd name="T18" fmla="*/ 190 h 190"/>
            </a:gdLst>
            <a:ahLst/>
            <a:cxnLst>
              <a:cxn ang="T10">
                <a:pos x="T0" y="T1"/>
              </a:cxn>
              <a:cxn ang="T11">
                <a:pos x="T2" y="T3"/>
              </a:cxn>
              <a:cxn ang="T12">
                <a:pos x="T4" y="T5"/>
              </a:cxn>
              <a:cxn ang="T13">
                <a:pos x="T6" y="T7"/>
              </a:cxn>
              <a:cxn ang="T14">
                <a:pos x="T8" y="T9"/>
              </a:cxn>
            </a:cxnLst>
            <a:rect l="T15" t="T16" r="T17" b="T18"/>
            <a:pathLst>
              <a:path w="757" h="190">
                <a:moveTo>
                  <a:pt x="0" y="189"/>
                </a:moveTo>
                <a:lnTo>
                  <a:pt x="0" y="0"/>
                </a:lnTo>
                <a:lnTo>
                  <a:pt x="756" y="0"/>
                </a:lnTo>
                <a:lnTo>
                  <a:pt x="756" y="189"/>
                </a:lnTo>
                <a:lnTo>
                  <a:pt x="0" y="189"/>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846" name="Freeform 55"/>
          <p:cNvSpPr>
            <a:spLocks/>
          </p:cNvSpPr>
          <p:nvPr/>
        </p:nvSpPr>
        <p:spPr bwMode="auto">
          <a:xfrm>
            <a:off x="6770688" y="2773363"/>
            <a:ext cx="301625" cy="301625"/>
          </a:xfrm>
          <a:custGeom>
            <a:avLst/>
            <a:gdLst>
              <a:gd name="T0" fmla="*/ 0 w 190"/>
              <a:gd name="T1" fmla="*/ 300038 h 190"/>
              <a:gd name="T2" fmla="*/ 0 w 190"/>
              <a:gd name="T3" fmla="*/ 0 h 190"/>
              <a:gd name="T4" fmla="*/ 300038 w 190"/>
              <a:gd name="T5" fmla="*/ 0 h 190"/>
              <a:gd name="T6" fmla="*/ 300038 w 190"/>
              <a:gd name="T7" fmla="*/ 300038 h 190"/>
              <a:gd name="T8" fmla="*/ 0 w 190"/>
              <a:gd name="T9" fmla="*/ 300038 h 190"/>
              <a:gd name="T10" fmla="*/ 0 60000 65536"/>
              <a:gd name="T11" fmla="*/ 0 60000 65536"/>
              <a:gd name="T12" fmla="*/ 0 60000 65536"/>
              <a:gd name="T13" fmla="*/ 0 60000 65536"/>
              <a:gd name="T14" fmla="*/ 0 60000 65536"/>
              <a:gd name="T15" fmla="*/ 0 w 190"/>
              <a:gd name="T16" fmla="*/ 0 h 190"/>
              <a:gd name="T17" fmla="*/ 190 w 190"/>
              <a:gd name="T18" fmla="*/ 190 h 190"/>
            </a:gdLst>
            <a:ahLst/>
            <a:cxnLst>
              <a:cxn ang="T10">
                <a:pos x="T0" y="T1"/>
              </a:cxn>
              <a:cxn ang="T11">
                <a:pos x="T2" y="T3"/>
              </a:cxn>
              <a:cxn ang="T12">
                <a:pos x="T4" y="T5"/>
              </a:cxn>
              <a:cxn ang="T13">
                <a:pos x="T6" y="T7"/>
              </a:cxn>
              <a:cxn ang="T14">
                <a:pos x="T8" y="T9"/>
              </a:cxn>
            </a:cxnLst>
            <a:rect l="T15" t="T16" r="T17" b="T18"/>
            <a:pathLst>
              <a:path w="190" h="190">
                <a:moveTo>
                  <a:pt x="0" y="189"/>
                </a:moveTo>
                <a:lnTo>
                  <a:pt x="0" y="0"/>
                </a:lnTo>
                <a:lnTo>
                  <a:pt x="189" y="0"/>
                </a:lnTo>
                <a:lnTo>
                  <a:pt x="189" y="189"/>
                </a:lnTo>
                <a:lnTo>
                  <a:pt x="0" y="189"/>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3847" name="Freeform 56"/>
          <p:cNvSpPr>
            <a:spLocks/>
          </p:cNvSpPr>
          <p:nvPr/>
        </p:nvSpPr>
        <p:spPr bwMode="auto">
          <a:xfrm>
            <a:off x="6770688" y="3671888"/>
            <a:ext cx="301625" cy="301625"/>
          </a:xfrm>
          <a:custGeom>
            <a:avLst/>
            <a:gdLst>
              <a:gd name="T0" fmla="*/ 0 w 190"/>
              <a:gd name="T1" fmla="*/ 300038 h 190"/>
              <a:gd name="T2" fmla="*/ 0 w 190"/>
              <a:gd name="T3" fmla="*/ 0 h 190"/>
              <a:gd name="T4" fmla="*/ 300038 w 190"/>
              <a:gd name="T5" fmla="*/ 0 h 190"/>
              <a:gd name="T6" fmla="*/ 300038 w 190"/>
              <a:gd name="T7" fmla="*/ 300038 h 190"/>
              <a:gd name="T8" fmla="*/ 0 w 190"/>
              <a:gd name="T9" fmla="*/ 300038 h 190"/>
              <a:gd name="T10" fmla="*/ 0 60000 65536"/>
              <a:gd name="T11" fmla="*/ 0 60000 65536"/>
              <a:gd name="T12" fmla="*/ 0 60000 65536"/>
              <a:gd name="T13" fmla="*/ 0 60000 65536"/>
              <a:gd name="T14" fmla="*/ 0 60000 65536"/>
              <a:gd name="T15" fmla="*/ 0 w 190"/>
              <a:gd name="T16" fmla="*/ 0 h 190"/>
              <a:gd name="T17" fmla="*/ 190 w 190"/>
              <a:gd name="T18" fmla="*/ 190 h 190"/>
            </a:gdLst>
            <a:ahLst/>
            <a:cxnLst>
              <a:cxn ang="T10">
                <a:pos x="T0" y="T1"/>
              </a:cxn>
              <a:cxn ang="T11">
                <a:pos x="T2" y="T3"/>
              </a:cxn>
              <a:cxn ang="T12">
                <a:pos x="T4" y="T5"/>
              </a:cxn>
              <a:cxn ang="T13">
                <a:pos x="T6" y="T7"/>
              </a:cxn>
              <a:cxn ang="T14">
                <a:pos x="T8" y="T9"/>
              </a:cxn>
            </a:cxnLst>
            <a:rect l="T15" t="T16" r="T17" b="T18"/>
            <a:pathLst>
              <a:path w="190" h="190">
                <a:moveTo>
                  <a:pt x="0" y="189"/>
                </a:moveTo>
                <a:lnTo>
                  <a:pt x="0" y="0"/>
                </a:lnTo>
                <a:lnTo>
                  <a:pt x="189" y="0"/>
                </a:lnTo>
                <a:lnTo>
                  <a:pt x="189" y="189"/>
                </a:lnTo>
                <a:lnTo>
                  <a:pt x="0" y="189"/>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3848" name="Freeform 57"/>
          <p:cNvSpPr>
            <a:spLocks/>
          </p:cNvSpPr>
          <p:nvPr/>
        </p:nvSpPr>
        <p:spPr bwMode="auto">
          <a:xfrm>
            <a:off x="6770688" y="4573588"/>
            <a:ext cx="301625" cy="301625"/>
          </a:xfrm>
          <a:custGeom>
            <a:avLst/>
            <a:gdLst>
              <a:gd name="T0" fmla="*/ 0 w 190"/>
              <a:gd name="T1" fmla="*/ 300038 h 190"/>
              <a:gd name="T2" fmla="*/ 0 w 190"/>
              <a:gd name="T3" fmla="*/ 0 h 190"/>
              <a:gd name="T4" fmla="*/ 300038 w 190"/>
              <a:gd name="T5" fmla="*/ 0 h 190"/>
              <a:gd name="T6" fmla="*/ 300038 w 190"/>
              <a:gd name="T7" fmla="*/ 300038 h 190"/>
              <a:gd name="T8" fmla="*/ 0 w 190"/>
              <a:gd name="T9" fmla="*/ 300038 h 190"/>
              <a:gd name="T10" fmla="*/ 0 60000 65536"/>
              <a:gd name="T11" fmla="*/ 0 60000 65536"/>
              <a:gd name="T12" fmla="*/ 0 60000 65536"/>
              <a:gd name="T13" fmla="*/ 0 60000 65536"/>
              <a:gd name="T14" fmla="*/ 0 60000 65536"/>
              <a:gd name="T15" fmla="*/ 0 w 190"/>
              <a:gd name="T16" fmla="*/ 0 h 190"/>
              <a:gd name="T17" fmla="*/ 190 w 190"/>
              <a:gd name="T18" fmla="*/ 190 h 190"/>
            </a:gdLst>
            <a:ahLst/>
            <a:cxnLst>
              <a:cxn ang="T10">
                <a:pos x="T0" y="T1"/>
              </a:cxn>
              <a:cxn ang="T11">
                <a:pos x="T2" y="T3"/>
              </a:cxn>
              <a:cxn ang="T12">
                <a:pos x="T4" y="T5"/>
              </a:cxn>
              <a:cxn ang="T13">
                <a:pos x="T6" y="T7"/>
              </a:cxn>
              <a:cxn ang="T14">
                <a:pos x="T8" y="T9"/>
              </a:cxn>
            </a:cxnLst>
            <a:rect l="T15" t="T16" r="T17" b="T18"/>
            <a:pathLst>
              <a:path w="190" h="190">
                <a:moveTo>
                  <a:pt x="0" y="189"/>
                </a:moveTo>
                <a:lnTo>
                  <a:pt x="0" y="0"/>
                </a:lnTo>
                <a:lnTo>
                  <a:pt x="189" y="0"/>
                </a:lnTo>
                <a:lnTo>
                  <a:pt x="189" y="189"/>
                </a:lnTo>
                <a:lnTo>
                  <a:pt x="0" y="189"/>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3849" name="Freeform 58"/>
          <p:cNvSpPr>
            <a:spLocks/>
          </p:cNvSpPr>
          <p:nvPr/>
        </p:nvSpPr>
        <p:spPr bwMode="auto">
          <a:xfrm>
            <a:off x="6770688" y="2173288"/>
            <a:ext cx="1201737" cy="301625"/>
          </a:xfrm>
          <a:custGeom>
            <a:avLst/>
            <a:gdLst>
              <a:gd name="T0" fmla="*/ 0 w 757"/>
              <a:gd name="T1" fmla="*/ 300038 h 190"/>
              <a:gd name="T2" fmla="*/ 0 w 757"/>
              <a:gd name="T3" fmla="*/ 0 h 190"/>
              <a:gd name="T4" fmla="*/ 1200150 w 757"/>
              <a:gd name="T5" fmla="*/ 0 h 190"/>
              <a:gd name="T6" fmla="*/ 1200150 w 757"/>
              <a:gd name="T7" fmla="*/ 300038 h 190"/>
              <a:gd name="T8" fmla="*/ 0 w 757"/>
              <a:gd name="T9" fmla="*/ 300038 h 190"/>
              <a:gd name="T10" fmla="*/ 0 60000 65536"/>
              <a:gd name="T11" fmla="*/ 0 60000 65536"/>
              <a:gd name="T12" fmla="*/ 0 60000 65536"/>
              <a:gd name="T13" fmla="*/ 0 60000 65536"/>
              <a:gd name="T14" fmla="*/ 0 60000 65536"/>
              <a:gd name="T15" fmla="*/ 0 w 757"/>
              <a:gd name="T16" fmla="*/ 0 h 190"/>
              <a:gd name="T17" fmla="*/ 757 w 757"/>
              <a:gd name="T18" fmla="*/ 190 h 190"/>
            </a:gdLst>
            <a:ahLst/>
            <a:cxnLst>
              <a:cxn ang="T10">
                <a:pos x="T0" y="T1"/>
              </a:cxn>
              <a:cxn ang="T11">
                <a:pos x="T2" y="T3"/>
              </a:cxn>
              <a:cxn ang="T12">
                <a:pos x="T4" y="T5"/>
              </a:cxn>
              <a:cxn ang="T13">
                <a:pos x="T6" y="T7"/>
              </a:cxn>
              <a:cxn ang="T14">
                <a:pos x="T8" y="T9"/>
              </a:cxn>
            </a:cxnLst>
            <a:rect l="T15" t="T16" r="T17" b="T18"/>
            <a:pathLst>
              <a:path w="757" h="190">
                <a:moveTo>
                  <a:pt x="0" y="189"/>
                </a:moveTo>
                <a:lnTo>
                  <a:pt x="0" y="0"/>
                </a:lnTo>
                <a:lnTo>
                  <a:pt x="756" y="0"/>
                </a:lnTo>
                <a:lnTo>
                  <a:pt x="756" y="189"/>
                </a:lnTo>
                <a:lnTo>
                  <a:pt x="0" y="189"/>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850" name="Freeform 59"/>
          <p:cNvSpPr>
            <a:spLocks/>
          </p:cNvSpPr>
          <p:nvPr/>
        </p:nvSpPr>
        <p:spPr bwMode="auto">
          <a:xfrm>
            <a:off x="6770688" y="1873250"/>
            <a:ext cx="301625" cy="301625"/>
          </a:xfrm>
          <a:custGeom>
            <a:avLst/>
            <a:gdLst>
              <a:gd name="T0" fmla="*/ 0 w 190"/>
              <a:gd name="T1" fmla="*/ 300038 h 190"/>
              <a:gd name="T2" fmla="*/ 0 w 190"/>
              <a:gd name="T3" fmla="*/ 0 h 190"/>
              <a:gd name="T4" fmla="*/ 300038 w 190"/>
              <a:gd name="T5" fmla="*/ 0 h 190"/>
              <a:gd name="T6" fmla="*/ 300038 w 190"/>
              <a:gd name="T7" fmla="*/ 300038 h 190"/>
              <a:gd name="T8" fmla="*/ 0 w 190"/>
              <a:gd name="T9" fmla="*/ 300038 h 190"/>
              <a:gd name="T10" fmla="*/ 0 60000 65536"/>
              <a:gd name="T11" fmla="*/ 0 60000 65536"/>
              <a:gd name="T12" fmla="*/ 0 60000 65536"/>
              <a:gd name="T13" fmla="*/ 0 60000 65536"/>
              <a:gd name="T14" fmla="*/ 0 60000 65536"/>
              <a:gd name="T15" fmla="*/ 0 w 190"/>
              <a:gd name="T16" fmla="*/ 0 h 190"/>
              <a:gd name="T17" fmla="*/ 190 w 190"/>
              <a:gd name="T18" fmla="*/ 190 h 190"/>
            </a:gdLst>
            <a:ahLst/>
            <a:cxnLst>
              <a:cxn ang="T10">
                <a:pos x="T0" y="T1"/>
              </a:cxn>
              <a:cxn ang="T11">
                <a:pos x="T2" y="T3"/>
              </a:cxn>
              <a:cxn ang="T12">
                <a:pos x="T4" y="T5"/>
              </a:cxn>
              <a:cxn ang="T13">
                <a:pos x="T6" y="T7"/>
              </a:cxn>
              <a:cxn ang="T14">
                <a:pos x="T8" y="T9"/>
              </a:cxn>
            </a:cxnLst>
            <a:rect l="T15" t="T16" r="T17" b="T18"/>
            <a:pathLst>
              <a:path w="190" h="190">
                <a:moveTo>
                  <a:pt x="0" y="189"/>
                </a:moveTo>
                <a:lnTo>
                  <a:pt x="0" y="0"/>
                </a:lnTo>
                <a:lnTo>
                  <a:pt x="189" y="0"/>
                </a:lnTo>
                <a:lnTo>
                  <a:pt x="189" y="189"/>
                </a:lnTo>
                <a:lnTo>
                  <a:pt x="0" y="189"/>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3851" name="Freeform 60"/>
          <p:cNvSpPr>
            <a:spLocks/>
          </p:cNvSpPr>
          <p:nvPr/>
        </p:nvSpPr>
        <p:spPr bwMode="auto">
          <a:xfrm>
            <a:off x="6781800" y="5810250"/>
            <a:ext cx="1201738" cy="301625"/>
          </a:xfrm>
          <a:custGeom>
            <a:avLst/>
            <a:gdLst>
              <a:gd name="T0" fmla="*/ 0 w 757"/>
              <a:gd name="T1" fmla="*/ 300038 h 190"/>
              <a:gd name="T2" fmla="*/ 0 w 757"/>
              <a:gd name="T3" fmla="*/ 0 h 190"/>
              <a:gd name="T4" fmla="*/ 1200150 w 757"/>
              <a:gd name="T5" fmla="*/ 0 h 190"/>
              <a:gd name="T6" fmla="*/ 1200150 w 757"/>
              <a:gd name="T7" fmla="*/ 300038 h 190"/>
              <a:gd name="T8" fmla="*/ 0 w 757"/>
              <a:gd name="T9" fmla="*/ 300038 h 190"/>
              <a:gd name="T10" fmla="*/ 0 60000 65536"/>
              <a:gd name="T11" fmla="*/ 0 60000 65536"/>
              <a:gd name="T12" fmla="*/ 0 60000 65536"/>
              <a:gd name="T13" fmla="*/ 0 60000 65536"/>
              <a:gd name="T14" fmla="*/ 0 60000 65536"/>
              <a:gd name="T15" fmla="*/ 0 w 757"/>
              <a:gd name="T16" fmla="*/ 0 h 190"/>
              <a:gd name="T17" fmla="*/ 757 w 757"/>
              <a:gd name="T18" fmla="*/ 190 h 190"/>
            </a:gdLst>
            <a:ahLst/>
            <a:cxnLst>
              <a:cxn ang="T10">
                <a:pos x="T0" y="T1"/>
              </a:cxn>
              <a:cxn ang="T11">
                <a:pos x="T2" y="T3"/>
              </a:cxn>
              <a:cxn ang="T12">
                <a:pos x="T4" y="T5"/>
              </a:cxn>
              <a:cxn ang="T13">
                <a:pos x="T6" y="T7"/>
              </a:cxn>
              <a:cxn ang="T14">
                <a:pos x="T8" y="T9"/>
              </a:cxn>
            </a:cxnLst>
            <a:rect l="T15" t="T16" r="T17" b="T18"/>
            <a:pathLst>
              <a:path w="757" h="190">
                <a:moveTo>
                  <a:pt x="0" y="189"/>
                </a:moveTo>
                <a:lnTo>
                  <a:pt x="0" y="0"/>
                </a:lnTo>
                <a:lnTo>
                  <a:pt x="756" y="0"/>
                </a:lnTo>
                <a:lnTo>
                  <a:pt x="756" y="189"/>
                </a:lnTo>
                <a:lnTo>
                  <a:pt x="0" y="189"/>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852" name="Freeform 61"/>
          <p:cNvSpPr>
            <a:spLocks/>
          </p:cNvSpPr>
          <p:nvPr/>
        </p:nvSpPr>
        <p:spPr bwMode="auto">
          <a:xfrm>
            <a:off x="6781800" y="5510213"/>
            <a:ext cx="301625" cy="301625"/>
          </a:xfrm>
          <a:custGeom>
            <a:avLst/>
            <a:gdLst>
              <a:gd name="T0" fmla="*/ 0 w 190"/>
              <a:gd name="T1" fmla="*/ 300038 h 190"/>
              <a:gd name="T2" fmla="*/ 0 w 190"/>
              <a:gd name="T3" fmla="*/ 0 h 190"/>
              <a:gd name="T4" fmla="*/ 300038 w 190"/>
              <a:gd name="T5" fmla="*/ 0 h 190"/>
              <a:gd name="T6" fmla="*/ 300038 w 190"/>
              <a:gd name="T7" fmla="*/ 300038 h 190"/>
              <a:gd name="T8" fmla="*/ 0 w 190"/>
              <a:gd name="T9" fmla="*/ 300038 h 190"/>
              <a:gd name="T10" fmla="*/ 0 60000 65536"/>
              <a:gd name="T11" fmla="*/ 0 60000 65536"/>
              <a:gd name="T12" fmla="*/ 0 60000 65536"/>
              <a:gd name="T13" fmla="*/ 0 60000 65536"/>
              <a:gd name="T14" fmla="*/ 0 60000 65536"/>
              <a:gd name="T15" fmla="*/ 0 w 190"/>
              <a:gd name="T16" fmla="*/ 0 h 190"/>
              <a:gd name="T17" fmla="*/ 190 w 190"/>
              <a:gd name="T18" fmla="*/ 190 h 190"/>
            </a:gdLst>
            <a:ahLst/>
            <a:cxnLst>
              <a:cxn ang="T10">
                <a:pos x="T0" y="T1"/>
              </a:cxn>
              <a:cxn ang="T11">
                <a:pos x="T2" y="T3"/>
              </a:cxn>
              <a:cxn ang="T12">
                <a:pos x="T4" y="T5"/>
              </a:cxn>
              <a:cxn ang="T13">
                <a:pos x="T6" y="T7"/>
              </a:cxn>
              <a:cxn ang="T14">
                <a:pos x="T8" y="T9"/>
              </a:cxn>
            </a:cxnLst>
            <a:rect l="T15" t="T16" r="T17" b="T18"/>
            <a:pathLst>
              <a:path w="190" h="190">
                <a:moveTo>
                  <a:pt x="0" y="189"/>
                </a:moveTo>
                <a:lnTo>
                  <a:pt x="0" y="0"/>
                </a:lnTo>
                <a:lnTo>
                  <a:pt x="189" y="0"/>
                </a:lnTo>
                <a:lnTo>
                  <a:pt x="189" y="189"/>
                </a:lnTo>
                <a:lnTo>
                  <a:pt x="0" y="189"/>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3853" name="Freeform 62"/>
          <p:cNvSpPr>
            <a:spLocks/>
          </p:cNvSpPr>
          <p:nvPr/>
        </p:nvSpPr>
        <p:spPr bwMode="auto">
          <a:xfrm>
            <a:off x="5570538" y="3073400"/>
            <a:ext cx="601662" cy="1200150"/>
          </a:xfrm>
          <a:custGeom>
            <a:avLst/>
            <a:gdLst>
              <a:gd name="T0" fmla="*/ 0 w 379"/>
              <a:gd name="T1" fmla="*/ 1198563 h 756"/>
              <a:gd name="T2" fmla="*/ 0 w 379"/>
              <a:gd name="T3" fmla="*/ 0 h 756"/>
              <a:gd name="T4" fmla="*/ 600075 w 379"/>
              <a:gd name="T5" fmla="*/ 0 h 756"/>
              <a:gd name="T6" fmla="*/ 600075 w 379"/>
              <a:gd name="T7" fmla="*/ 1198563 h 756"/>
              <a:gd name="T8" fmla="*/ 0 w 379"/>
              <a:gd name="T9" fmla="*/ 1198563 h 756"/>
              <a:gd name="T10" fmla="*/ 0 60000 65536"/>
              <a:gd name="T11" fmla="*/ 0 60000 65536"/>
              <a:gd name="T12" fmla="*/ 0 60000 65536"/>
              <a:gd name="T13" fmla="*/ 0 60000 65536"/>
              <a:gd name="T14" fmla="*/ 0 60000 65536"/>
              <a:gd name="T15" fmla="*/ 0 w 379"/>
              <a:gd name="T16" fmla="*/ 0 h 756"/>
              <a:gd name="T17" fmla="*/ 379 w 379"/>
              <a:gd name="T18" fmla="*/ 756 h 756"/>
            </a:gdLst>
            <a:ahLst/>
            <a:cxnLst>
              <a:cxn ang="T10">
                <a:pos x="T0" y="T1"/>
              </a:cxn>
              <a:cxn ang="T11">
                <a:pos x="T2" y="T3"/>
              </a:cxn>
              <a:cxn ang="T12">
                <a:pos x="T4" y="T5"/>
              </a:cxn>
              <a:cxn ang="T13">
                <a:pos x="T6" y="T7"/>
              </a:cxn>
              <a:cxn ang="T14">
                <a:pos x="T8" y="T9"/>
              </a:cxn>
            </a:cxnLst>
            <a:rect l="T15" t="T16" r="T17" b="T18"/>
            <a:pathLst>
              <a:path w="379" h="756">
                <a:moveTo>
                  <a:pt x="0" y="755"/>
                </a:moveTo>
                <a:lnTo>
                  <a:pt x="0" y="0"/>
                </a:lnTo>
                <a:lnTo>
                  <a:pt x="378" y="0"/>
                </a:lnTo>
                <a:lnTo>
                  <a:pt x="378" y="755"/>
                </a:lnTo>
                <a:lnTo>
                  <a:pt x="0" y="755"/>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854" name="Freeform 63"/>
          <p:cNvSpPr>
            <a:spLocks/>
          </p:cNvSpPr>
          <p:nvPr/>
        </p:nvSpPr>
        <p:spPr bwMode="auto">
          <a:xfrm>
            <a:off x="5570538" y="4271963"/>
            <a:ext cx="601662" cy="1203325"/>
          </a:xfrm>
          <a:custGeom>
            <a:avLst/>
            <a:gdLst>
              <a:gd name="T0" fmla="*/ 0 w 379"/>
              <a:gd name="T1" fmla="*/ 1201738 h 758"/>
              <a:gd name="T2" fmla="*/ 0 w 379"/>
              <a:gd name="T3" fmla="*/ 0 h 758"/>
              <a:gd name="T4" fmla="*/ 600075 w 379"/>
              <a:gd name="T5" fmla="*/ 0 h 758"/>
              <a:gd name="T6" fmla="*/ 600075 w 379"/>
              <a:gd name="T7" fmla="*/ 1201738 h 758"/>
              <a:gd name="T8" fmla="*/ 0 w 379"/>
              <a:gd name="T9" fmla="*/ 1201738 h 758"/>
              <a:gd name="T10" fmla="*/ 0 60000 65536"/>
              <a:gd name="T11" fmla="*/ 0 60000 65536"/>
              <a:gd name="T12" fmla="*/ 0 60000 65536"/>
              <a:gd name="T13" fmla="*/ 0 60000 65536"/>
              <a:gd name="T14" fmla="*/ 0 60000 65536"/>
              <a:gd name="T15" fmla="*/ 0 w 379"/>
              <a:gd name="T16" fmla="*/ 0 h 758"/>
              <a:gd name="T17" fmla="*/ 379 w 379"/>
              <a:gd name="T18" fmla="*/ 758 h 758"/>
            </a:gdLst>
            <a:ahLst/>
            <a:cxnLst>
              <a:cxn ang="T10">
                <a:pos x="T0" y="T1"/>
              </a:cxn>
              <a:cxn ang="T11">
                <a:pos x="T2" y="T3"/>
              </a:cxn>
              <a:cxn ang="T12">
                <a:pos x="T4" y="T5"/>
              </a:cxn>
              <a:cxn ang="T13">
                <a:pos x="T6" y="T7"/>
              </a:cxn>
              <a:cxn ang="T14">
                <a:pos x="T8" y="T9"/>
              </a:cxn>
            </a:cxnLst>
            <a:rect l="T15" t="T16" r="T17" b="T18"/>
            <a:pathLst>
              <a:path w="379" h="758">
                <a:moveTo>
                  <a:pt x="0" y="757"/>
                </a:moveTo>
                <a:lnTo>
                  <a:pt x="0" y="0"/>
                </a:lnTo>
                <a:lnTo>
                  <a:pt x="378" y="0"/>
                </a:lnTo>
                <a:lnTo>
                  <a:pt x="378" y="757"/>
                </a:lnTo>
                <a:lnTo>
                  <a:pt x="0" y="757"/>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3855" name="Rectangle 64"/>
          <p:cNvSpPr>
            <a:spLocks noChangeArrowheads="1"/>
          </p:cNvSpPr>
          <p:nvPr/>
        </p:nvSpPr>
        <p:spPr bwMode="auto">
          <a:xfrm>
            <a:off x="7339013" y="48672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19*</a:t>
            </a:r>
          </a:p>
        </p:txBody>
      </p:sp>
      <p:sp>
        <p:nvSpPr>
          <p:cNvPr id="33856" name="Rectangle 65"/>
          <p:cNvSpPr>
            <a:spLocks noChangeArrowheads="1"/>
          </p:cNvSpPr>
          <p:nvPr/>
        </p:nvSpPr>
        <p:spPr bwMode="auto">
          <a:xfrm>
            <a:off x="6759575" y="2736850"/>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3857" name="Rectangle 66"/>
          <p:cNvSpPr>
            <a:spLocks noChangeArrowheads="1"/>
          </p:cNvSpPr>
          <p:nvPr/>
        </p:nvSpPr>
        <p:spPr bwMode="auto">
          <a:xfrm>
            <a:off x="6773863" y="3622675"/>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3858" name="Rectangle 67"/>
          <p:cNvSpPr>
            <a:spLocks noChangeArrowheads="1"/>
          </p:cNvSpPr>
          <p:nvPr/>
        </p:nvSpPr>
        <p:spPr bwMode="auto">
          <a:xfrm>
            <a:off x="6773863" y="4546600"/>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3859" name="Rectangle 68"/>
          <p:cNvSpPr>
            <a:spLocks noChangeArrowheads="1"/>
          </p:cNvSpPr>
          <p:nvPr/>
        </p:nvSpPr>
        <p:spPr bwMode="auto">
          <a:xfrm>
            <a:off x="5075238" y="308292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000</a:t>
            </a:r>
          </a:p>
        </p:txBody>
      </p:sp>
      <p:sp>
        <p:nvSpPr>
          <p:cNvPr id="33860" name="Rectangle 69"/>
          <p:cNvSpPr>
            <a:spLocks noChangeArrowheads="1"/>
          </p:cNvSpPr>
          <p:nvPr/>
        </p:nvSpPr>
        <p:spPr bwMode="auto">
          <a:xfrm>
            <a:off x="5075238" y="33940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001</a:t>
            </a:r>
          </a:p>
        </p:txBody>
      </p:sp>
      <p:sp>
        <p:nvSpPr>
          <p:cNvPr id="33861" name="Rectangle 70"/>
          <p:cNvSpPr>
            <a:spLocks noChangeArrowheads="1"/>
          </p:cNvSpPr>
          <p:nvPr/>
        </p:nvSpPr>
        <p:spPr bwMode="auto">
          <a:xfrm>
            <a:off x="5065713" y="369411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010</a:t>
            </a:r>
          </a:p>
        </p:txBody>
      </p:sp>
      <p:sp>
        <p:nvSpPr>
          <p:cNvPr id="33862" name="Rectangle 71"/>
          <p:cNvSpPr>
            <a:spLocks noChangeArrowheads="1"/>
          </p:cNvSpPr>
          <p:nvPr/>
        </p:nvSpPr>
        <p:spPr bwMode="auto">
          <a:xfrm>
            <a:off x="5065713" y="40068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011</a:t>
            </a:r>
          </a:p>
        </p:txBody>
      </p:sp>
      <p:sp>
        <p:nvSpPr>
          <p:cNvPr id="33863" name="Rectangle 72"/>
          <p:cNvSpPr>
            <a:spLocks noChangeArrowheads="1"/>
          </p:cNvSpPr>
          <p:nvPr/>
        </p:nvSpPr>
        <p:spPr bwMode="auto">
          <a:xfrm>
            <a:off x="5054600" y="42941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100</a:t>
            </a:r>
          </a:p>
        </p:txBody>
      </p:sp>
      <p:sp>
        <p:nvSpPr>
          <p:cNvPr id="33864" name="Rectangle 73"/>
          <p:cNvSpPr>
            <a:spLocks noChangeArrowheads="1"/>
          </p:cNvSpPr>
          <p:nvPr/>
        </p:nvSpPr>
        <p:spPr bwMode="auto">
          <a:xfrm>
            <a:off x="5054600" y="460692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101</a:t>
            </a:r>
          </a:p>
        </p:txBody>
      </p:sp>
      <p:sp>
        <p:nvSpPr>
          <p:cNvPr id="33865" name="Rectangle 74"/>
          <p:cNvSpPr>
            <a:spLocks noChangeArrowheads="1"/>
          </p:cNvSpPr>
          <p:nvPr/>
        </p:nvSpPr>
        <p:spPr bwMode="auto">
          <a:xfrm>
            <a:off x="5041900" y="49291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110</a:t>
            </a:r>
          </a:p>
        </p:txBody>
      </p:sp>
      <p:sp>
        <p:nvSpPr>
          <p:cNvPr id="33866" name="Rectangle 75"/>
          <p:cNvSpPr>
            <a:spLocks noChangeArrowheads="1"/>
          </p:cNvSpPr>
          <p:nvPr/>
        </p:nvSpPr>
        <p:spPr bwMode="auto">
          <a:xfrm>
            <a:off x="5054600" y="521811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111</a:t>
            </a:r>
          </a:p>
        </p:txBody>
      </p:sp>
      <p:sp>
        <p:nvSpPr>
          <p:cNvPr id="33867" name="Rectangle 76"/>
          <p:cNvSpPr>
            <a:spLocks noChangeArrowheads="1"/>
          </p:cNvSpPr>
          <p:nvPr/>
        </p:nvSpPr>
        <p:spPr bwMode="auto">
          <a:xfrm>
            <a:off x="5572125" y="2747963"/>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3</a:t>
            </a:r>
          </a:p>
        </p:txBody>
      </p:sp>
      <p:sp>
        <p:nvSpPr>
          <p:cNvPr id="33868" name="Rectangle 77"/>
          <p:cNvSpPr>
            <a:spLocks noChangeArrowheads="1"/>
          </p:cNvSpPr>
          <p:nvPr/>
        </p:nvSpPr>
        <p:spPr bwMode="auto">
          <a:xfrm>
            <a:off x="6759575" y="1835150"/>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3</a:t>
            </a:r>
          </a:p>
        </p:txBody>
      </p:sp>
      <p:sp>
        <p:nvSpPr>
          <p:cNvPr id="33869" name="Rectangle 78"/>
          <p:cNvSpPr>
            <a:spLocks noChangeArrowheads="1"/>
          </p:cNvSpPr>
          <p:nvPr/>
        </p:nvSpPr>
        <p:spPr bwMode="auto">
          <a:xfrm>
            <a:off x="6786563" y="5483225"/>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3</a:t>
            </a:r>
          </a:p>
        </p:txBody>
      </p:sp>
      <p:sp>
        <p:nvSpPr>
          <p:cNvPr id="33870" name="Rectangle 79"/>
          <p:cNvSpPr>
            <a:spLocks noChangeArrowheads="1"/>
          </p:cNvSpPr>
          <p:nvPr/>
        </p:nvSpPr>
        <p:spPr bwMode="auto">
          <a:xfrm>
            <a:off x="5283200" y="5713413"/>
            <a:ext cx="12684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DIRECTORY</a:t>
            </a:r>
          </a:p>
        </p:txBody>
      </p:sp>
      <p:sp>
        <p:nvSpPr>
          <p:cNvPr id="33871" name="Rectangle 80"/>
          <p:cNvSpPr>
            <a:spLocks noChangeArrowheads="1"/>
          </p:cNvSpPr>
          <p:nvPr/>
        </p:nvSpPr>
        <p:spPr bwMode="auto">
          <a:xfrm>
            <a:off x="8021638" y="2179638"/>
            <a:ext cx="887412"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A</a:t>
            </a:r>
          </a:p>
        </p:txBody>
      </p:sp>
      <p:sp>
        <p:nvSpPr>
          <p:cNvPr id="33872" name="Rectangle 81"/>
          <p:cNvSpPr>
            <a:spLocks noChangeArrowheads="1"/>
          </p:cNvSpPr>
          <p:nvPr/>
        </p:nvSpPr>
        <p:spPr bwMode="auto">
          <a:xfrm>
            <a:off x="8034338" y="3092450"/>
            <a:ext cx="877887"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B</a:t>
            </a:r>
          </a:p>
        </p:txBody>
      </p:sp>
      <p:sp>
        <p:nvSpPr>
          <p:cNvPr id="33873" name="Rectangle 82"/>
          <p:cNvSpPr>
            <a:spLocks noChangeArrowheads="1"/>
          </p:cNvSpPr>
          <p:nvPr/>
        </p:nvSpPr>
        <p:spPr bwMode="auto">
          <a:xfrm>
            <a:off x="8035925" y="3979863"/>
            <a:ext cx="8874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C</a:t>
            </a:r>
          </a:p>
        </p:txBody>
      </p:sp>
      <p:sp>
        <p:nvSpPr>
          <p:cNvPr id="33874" name="Rectangle 83"/>
          <p:cNvSpPr>
            <a:spLocks noChangeArrowheads="1"/>
          </p:cNvSpPr>
          <p:nvPr/>
        </p:nvSpPr>
        <p:spPr bwMode="auto">
          <a:xfrm>
            <a:off x="8035925" y="4892675"/>
            <a:ext cx="8874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D</a:t>
            </a:r>
          </a:p>
        </p:txBody>
      </p:sp>
      <p:sp>
        <p:nvSpPr>
          <p:cNvPr id="33875" name="Rectangle 84"/>
          <p:cNvSpPr>
            <a:spLocks noChangeArrowheads="1"/>
          </p:cNvSpPr>
          <p:nvPr/>
        </p:nvSpPr>
        <p:spPr bwMode="auto">
          <a:xfrm>
            <a:off x="8035925" y="5792788"/>
            <a:ext cx="9763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Bucket A2</a:t>
            </a:r>
          </a:p>
        </p:txBody>
      </p:sp>
      <p:sp>
        <p:nvSpPr>
          <p:cNvPr id="33876" name="Rectangle 85"/>
          <p:cNvSpPr>
            <a:spLocks noChangeArrowheads="1"/>
          </p:cNvSpPr>
          <p:nvPr/>
        </p:nvSpPr>
        <p:spPr bwMode="auto">
          <a:xfrm>
            <a:off x="7870825" y="6021388"/>
            <a:ext cx="117316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(`split image'</a:t>
            </a:r>
          </a:p>
        </p:txBody>
      </p:sp>
      <p:sp>
        <p:nvSpPr>
          <p:cNvPr id="33877" name="Rectangle 86"/>
          <p:cNvSpPr>
            <a:spLocks noChangeArrowheads="1"/>
          </p:cNvSpPr>
          <p:nvPr/>
        </p:nvSpPr>
        <p:spPr bwMode="auto">
          <a:xfrm>
            <a:off x="7940675" y="6200775"/>
            <a:ext cx="1138238"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of Bucket A)</a:t>
            </a:r>
          </a:p>
        </p:txBody>
      </p:sp>
      <p:sp>
        <p:nvSpPr>
          <p:cNvPr id="33878" name="Rectangle 87"/>
          <p:cNvSpPr>
            <a:spLocks noChangeArrowheads="1"/>
          </p:cNvSpPr>
          <p:nvPr/>
        </p:nvSpPr>
        <p:spPr bwMode="auto">
          <a:xfrm>
            <a:off x="7334250" y="216376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32*</a:t>
            </a:r>
          </a:p>
        </p:txBody>
      </p:sp>
      <p:sp>
        <p:nvSpPr>
          <p:cNvPr id="33879" name="Rectangle 88"/>
          <p:cNvSpPr>
            <a:spLocks noChangeArrowheads="1"/>
          </p:cNvSpPr>
          <p:nvPr/>
        </p:nvSpPr>
        <p:spPr bwMode="auto">
          <a:xfrm>
            <a:off x="6764338" y="3065463"/>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a:t>
            </a:r>
          </a:p>
        </p:txBody>
      </p:sp>
      <p:sp>
        <p:nvSpPr>
          <p:cNvPr id="33880" name="Rectangle 89"/>
          <p:cNvSpPr>
            <a:spLocks noChangeArrowheads="1"/>
          </p:cNvSpPr>
          <p:nvPr/>
        </p:nvSpPr>
        <p:spPr bwMode="auto">
          <a:xfrm>
            <a:off x="7058025" y="3065463"/>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5*</a:t>
            </a:r>
          </a:p>
        </p:txBody>
      </p:sp>
      <p:sp>
        <p:nvSpPr>
          <p:cNvPr id="33881" name="Rectangle 90"/>
          <p:cNvSpPr>
            <a:spLocks noChangeArrowheads="1"/>
          </p:cNvSpPr>
          <p:nvPr/>
        </p:nvSpPr>
        <p:spPr bwMode="auto">
          <a:xfrm>
            <a:off x="7348538" y="306546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21*</a:t>
            </a:r>
          </a:p>
        </p:txBody>
      </p:sp>
      <p:sp>
        <p:nvSpPr>
          <p:cNvPr id="33882" name="Rectangle 91"/>
          <p:cNvSpPr>
            <a:spLocks noChangeArrowheads="1"/>
          </p:cNvSpPr>
          <p:nvPr/>
        </p:nvSpPr>
        <p:spPr bwMode="auto">
          <a:xfrm>
            <a:off x="7637463" y="306546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13*</a:t>
            </a:r>
          </a:p>
        </p:txBody>
      </p:sp>
      <p:sp>
        <p:nvSpPr>
          <p:cNvPr id="33883" name="Rectangle 92"/>
          <p:cNvSpPr>
            <a:spLocks noChangeArrowheads="1"/>
          </p:cNvSpPr>
          <p:nvPr/>
        </p:nvSpPr>
        <p:spPr bwMode="auto">
          <a:xfrm>
            <a:off x="7624763" y="21653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16*</a:t>
            </a:r>
          </a:p>
        </p:txBody>
      </p:sp>
      <p:sp>
        <p:nvSpPr>
          <p:cNvPr id="33884" name="Rectangle 93"/>
          <p:cNvSpPr>
            <a:spLocks noChangeArrowheads="1"/>
          </p:cNvSpPr>
          <p:nvPr/>
        </p:nvSpPr>
        <p:spPr bwMode="auto">
          <a:xfrm>
            <a:off x="6738938" y="39655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10*</a:t>
            </a:r>
          </a:p>
        </p:txBody>
      </p:sp>
      <p:sp>
        <p:nvSpPr>
          <p:cNvPr id="33885" name="Rectangle 94"/>
          <p:cNvSpPr>
            <a:spLocks noChangeArrowheads="1"/>
          </p:cNvSpPr>
          <p:nvPr/>
        </p:nvSpPr>
        <p:spPr bwMode="auto">
          <a:xfrm>
            <a:off x="6738938" y="48529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15*</a:t>
            </a:r>
          </a:p>
        </p:txBody>
      </p:sp>
      <p:sp>
        <p:nvSpPr>
          <p:cNvPr id="33886" name="Rectangle 95"/>
          <p:cNvSpPr>
            <a:spLocks noChangeArrowheads="1"/>
          </p:cNvSpPr>
          <p:nvPr/>
        </p:nvSpPr>
        <p:spPr bwMode="auto">
          <a:xfrm>
            <a:off x="7058025" y="4865688"/>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7*</a:t>
            </a:r>
          </a:p>
        </p:txBody>
      </p:sp>
      <p:sp>
        <p:nvSpPr>
          <p:cNvPr id="33887" name="Rectangle 96"/>
          <p:cNvSpPr>
            <a:spLocks noChangeArrowheads="1"/>
          </p:cNvSpPr>
          <p:nvPr/>
        </p:nvSpPr>
        <p:spPr bwMode="auto">
          <a:xfrm>
            <a:off x="6775450" y="5800725"/>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4*</a:t>
            </a:r>
          </a:p>
        </p:txBody>
      </p:sp>
      <p:sp>
        <p:nvSpPr>
          <p:cNvPr id="33888" name="Rectangle 97"/>
          <p:cNvSpPr>
            <a:spLocks noChangeArrowheads="1"/>
          </p:cNvSpPr>
          <p:nvPr/>
        </p:nvSpPr>
        <p:spPr bwMode="auto">
          <a:xfrm>
            <a:off x="7364413" y="578961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20*</a:t>
            </a:r>
          </a:p>
        </p:txBody>
      </p:sp>
      <p:sp>
        <p:nvSpPr>
          <p:cNvPr id="33889" name="Rectangle 98"/>
          <p:cNvSpPr>
            <a:spLocks noChangeArrowheads="1"/>
          </p:cNvSpPr>
          <p:nvPr/>
        </p:nvSpPr>
        <p:spPr bwMode="auto">
          <a:xfrm>
            <a:off x="7064375" y="57864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12*</a:t>
            </a:r>
          </a:p>
        </p:txBody>
      </p:sp>
      <p:sp>
        <p:nvSpPr>
          <p:cNvPr id="33890" name="Line 99"/>
          <p:cNvSpPr>
            <a:spLocks noChangeShapeType="1"/>
          </p:cNvSpPr>
          <p:nvPr/>
        </p:nvSpPr>
        <p:spPr bwMode="auto">
          <a:xfrm>
            <a:off x="5572125" y="3321050"/>
            <a:ext cx="595313" cy="0"/>
          </a:xfrm>
          <a:prstGeom prst="line">
            <a:avLst/>
          </a:prstGeom>
          <a:noFill/>
          <a:ln w="12700">
            <a:solidFill>
              <a:schemeClr val="tx2"/>
            </a:solidFill>
            <a:round/>
            <a:headEnd type="none" w="sm" len="sm"/>
            <a:tailEnd type="none" w="sm" len="sm"/>
          </a:ln>
        </p:spPr>
        <p:txBody>
          <a:bodyPr/>
          <a:lstStyle/>
          <a:p>
            <a:endParaRPr lang="tr-TR"/>
          </a:p>
        </p:txBody>
      </p:sp>
      <p:sp>
        <p:nvSpPr>
          <p:cNvPr id="33891" name="Line 100"/>
          <p:cNvSpPr>
            <a:spLocks noChangeShapeType="1"/>
          </p:cNvSpPr>
          <p:nvPr/>
        </p:nvSpPr>
        <p:spPr bwMode="auto">
          <a:xfrm>
            <a:off x="5581650" y="3616325"/>
            <a:ext cx="595313" cy="0"/>
          </a:xfrm>
          <a:prstGeom prst="line">
            <a:avLst/>
          </a:prstGeom>
          <a:noFill/>
          <a:ln w="12700">
            <a:solidFill>
              <a:schemeClr val="tx2"/>
            </a:solidFill>
            <a:round/>
            <a:headEnd type="none" w="sm" len="sm"/>
            <a:tailEnd type="none" w="sm" len="sm"/>
          </a:ln>
        </p:spPr>
        <p:txBody>
          <a:bodyPr/>
          <a:lstStyle/>
          <a:p>
            <a:endParaRPr lang="tr-TR"/>
          </a:p>
        </p:txBody>
      </p:sp>
      <p:sp>
        <p:nvSpPr>
          <p:cNvPr id="33892" name="Line 101"/>
          <p:cNvSpPr>
            <a:spLocks noChangeShapeType="1"/>
          </p:cNvSpPr>
          <p:nvPr/>
        </p:nvSpPr>
        <p:spPr bwMode="auto">
          <a:xfrm>
            <a:off x="5578475" y="3948113"/>
            <a:ext cx="595313" cy="0"/>
          </a:xfrm>
          <a:prstGeom prst="line">
            <a:avLst/>
          </a:prstGeom>
          <a:noFill/>
          <a:ln w="12700">
            <a:solidFill>
              <a:schemeClr val="tx2"/>
            </a:solidFill>
            <a:round/>
            <a:headEnd type="none" w="sm" len="sm"/>
            <a:tailEnd type="none" w="sm" len="sm"/>
          </a:ln>
        </p:spPr>
        <p:txBody>
          <a:bodyPr/>
          <a:lstStyle/>
          <a:p>
            <a:endParaRPr lang="tr-TR"/>
          </a:p>
        </p:txBody>
      </p:sp>
      <p:sp>
        <p:nvSpPr>
          <p:cNvPr id="33893" name="Line 102"/>
          <p:cNvSpPr>
            <a:spLocks noChangeShapeType="1"/>
          </p:cNvSpPr>
          <p:nvPr/>
        </p:nvSpPr>
        <p:spPr bwMode="auto">
          <a:xfrm>
            <a:off x="5599113" y="4576763"/>
            <a:ext cx="595312" cy="0"/>
          </a:xfrm>
          <a:prstGeom prst="line">
            <a:avLst/>
          </a:prstGeom>
          <a:noFill/>
          <a:ln w="12700">
            <a:solidFill>
              <a:schemeClr val="tx2"/>
            </a:solidFill>
            <a:round/>
            <a:headEnd type="none" w="sm" len="sm"/>
            <a:tailEnd type="none" w="sm" len="sm"/>
          </a:ln>
        </p:spPr>
        <p:txBody>
          <a:bodyPr/>
          <a:lstStyle/>
          <a:p>
            <a:endParaRPr lang="tr-TR"/>
          </a:p>
        </p:txBody>
      </p:sp>
      <p:sp>
        <p:nvSpPr>
          <p:cNvPr id="33894" name="Line 103"/>
          <p:cNvSpPr>
            <a:spLocks noChangeShapeType="1"/>
          </p:cNvSpPr>
          <p:nvPr/>
        </p:nvSpPr>
        <p:spPr bwMode="auto">
          <a:xfrm>
            <a:off x="5573713" y="4930775"/>
            <a:ext cx="595312" cy="0"/>
          </a:xfrm>
          <a:prstGeom prst="line">
            <a:avLst/>
          </a:prstGeom>
          <a:noFill/>
          <a:ln w="12700">
            <a:solidFill>
              <a:schemeClr val="tx2"/>
            </a:solidFill>
            <a:round/>
            <a:headEnd type="none" w="sm" len="sm"/>
            <a:tailEnd type="none" w="sm" len="sm"/>
          </a:ln>
        </p:spPr>
        <p:txBody>
          <a:bodyPr/>
          <a:lstStyle/>
          <a:p>
            <a:endParaRPr lang="tr-TR"/>
          </a:p>
        </p:txBody>
      </p:sp>
      <p:sp>
        <p:nvSpPr>
          <p:cNvPr id="33895" name="Line 104"/>
          <p:cNvSpPr>
            <a:spLocks noChangeShapeType="1"/>
          </p:cNvSpPr>
          <p:nvPr/>
        </p:nvSpPr>
        <p:spPr bwMode="auto">
          <a:xfrm>
            <a:off x="5583238" y="5214938"/>
            <a:ext cx="595312" cy="0"/>
          </a:xfrm>
          <a:prstGeom prst="line">
            <a:avLst/>
          </a:prstGeom>
          <a:noFill/>
          <a:ln w="12700">
            <a:solidFill>
              <a:schemeClr val="tx2"/>
            </a:solidFill>
            <a:round/>
            <a:headEnd type="none" w="sm" len="sm"/>
            <a:tailEnd type="none" w="sm" len="sm"/>
          </a:ln>
        </p:spPr>
        <p:txBody>
          <a:bodyPr/>
          <a:lstStyle/>
          <a:p>
            <a:endParaRPr lang="tr-TR"/>
          </a:p>
        </p:txBody>
      </p:sp>
      <p:sp>
        <p:nvSpPr>
          <p:cNvPr id="33896" name="Line 105"/>
          <p:cNvSpPr>
            <a:spLocks noChangeShapeType="1"/>
          </p:cNvSpPr>
          <p:nvPr/>
        </p:nvSpPr>
        <p:spPr bwMode="auto">
          <a:xfrm flipV="1">
            <a:off x="5857875" y="2357438"/>
            <a:ext cx="904875" cy="857250"/>
          </a:xfrm>
          <a:prstGeom prst="line">
            <a:avLst/>
          </a:prstGeom>
          <a:noFill/>
          <a:ln w="12700">
            <a:solidFill>
              <a:schemeClr val="tx2"/>
            </a:solidFill>
            <a:round/>
            <a:headEnd type="none" w="sm" len="sm"/>
            <a:tailEnd type="stealth" w="med" len="med"/>
          </a:ln>
        </p:spPr>
        <p:txBody>
          <a:bodyPr/>
          <a:lstStyle/>
          <a:p>
            <a:endParaRPr lang="tr-TR"/>
          </a:p>
        </p:txBody>
      </p:sp>
      <p:sp>
        <p:nvSpPr>
          <p:cNvPr id="33897" name="Line 106"/>
          <p:cNvSpPr>
            <a:spLocks noChangeShapeType="1"/>
          </p:cNvSpPr>
          <p:nvPr/>
        </p:nvSpPr>
        <p:spPr bwMode="auto">
          <a:xfrm flipV="1">
            <a:off x="5857875" y="3249613"/>
            <a:ext cx="917575" cy="250825"/>
          </a:xfrm>
          <a:prstGeom prst="line">
            <a:avLst/>
          </a:prstGeom>
          <a:noFill/>
          <a:ln w="12700">
            <a:solidFill>
              <a:schemeClr val="tx2"/>
            </a:solidFill>
            <a:round/>
            <a:headEnd type="none" w="sm" len="sm"/>
            <a:tailEnd type="stealth" w="med" len="med"/>
          </a:ln>
        </p:spPr>
        <p:txBody>
          <a:bodyPr/>
          <a:lstStyle/>
          <a:p>
            <a:endParaRPr lang="tr-TR"/>
          </a:p>
        </p:txBody>
      </p:sp>
      <p:sp>
        <p:nvSpPr>
          <p:cNvPr id="33898" name="Line 107"/>
          <p:cNvSpPr>
            <a:spLocks noChangeShapeType="1"/>
          </p:cNvSpPr>
          <p:nvPr/>
        </p:nvSpPr>
        <p:spPr bwMode="auto">
          <a:xfrm>
            <a:off x="5870575" y="3798888"/>
            <a:ext cx="904875" cy="344487"/>
          </a:xfrm>
          <a:prstGeom prst="line">
            <a:avLst/>
          </a:prstGeom>
          <a:noFill/>
          <a:ln w="12700">
            <a:solidFill>
              <a:schemeClr val="tx2"/>
            </a:solidFill>
            <a:round/>
            <a:headEnd type="none" w="sm" len="sm"/>
            <a:tailEnd type="stealth" w="med" len="med"/>
          </a:ln>
        </p:spPr>
        <p:txBody>
          <a:bodyPr/>
          <a:lstStyle/>
          <a:p>
            <a:endParaRPr lang="tr-TR"/>
          </a:p>
        </p:txBody>
      </p:sp>
      <p:sp>
        <p:nvSpPr>
          <p:cNvPr id="33899" name="Line 108"/>
          <p:cNvSpPr>
            <a:spLocks noChangeShapeType="1"/>
          </p:cNvSpPr>
          <p:nvPr/>
        </p:nvSpPr>
        <p:spPr bwMode="auto">
          <a:xfrm>
            <a:off x="5881688" y="4119563"/>
            <a:ext cx="881062" cy="893762"/>
          </a:xfrm>
          <a:prstGeom prst="line">
            <a:avLst/>
          </a:prstGeom>
          <a:noFill/>
          <a:ln w="12700">
            <a:solidFill>
              <a:schemeClr val="tx2"/>
            </a:solidFill>
            <a:round/>
            <a:headEnd type="none" w="sm" len="sm"/>
            <a:tailEnd type="stealth" w="med" len="med"/>
          </a:ln>
        </p:spPr>
        <p:txBody>
          <a:bodyPr/>
          <a:lstStyle/>
          <a:p>
            <a:endParaRPr lang="tr-TR"/>
          </a:p>
        </p:txBody>
      </p:sp>
      <p:sp>
        <p:nvSpPr>
          <p:cNvPr id="33900" name="Line 109"/>
          <p:cNvSpPr>
            <a:spLocks noChangeShapeType="1"/>
          </p:cNvSpPr>
          <p:nvPr/>
        </p:nvSpPr>
        <p:spPr bwMode="auto">
          <a:xfrm>
            <a:off x="5799138" y="4381500"/>
            <a:ext cx="987425" cy="1560513"/>
          </a:xfrm>
          <a:prstGeom prst="line">
            <a:avLst/>
          </a:prstGeom>
          <a:noFill/>
          <a:ln w="12700">
            <a:solidFill>
              <a:schemeClr val="tx2"/>
            </a:solidFill>
            <a:round/>
            <a:headEnd type="none" w="sm" len="sm"/>
            <a:tailEnd type="stealth" w="med" len="med"/>
          </a:ln>
        </p:spPr>
        <p:txBody>
          <a:bodyPr/>
          <a:lstStyle/>
          <a:p>
            <a:endParaRPr lang="tr-TR"/>
          </a:p>
        </p:txBody>
      </p:sp>
      <p:sp>
        <p:nvSpPr>
          <p:cNvPr id="33901" name="Line 110"/>
          <p:cNvSpPr>
            <a:spLocks noChangeShapeType="1"/>
          </p:cNvSpPr>
          <p:nvPr/>
        </p:nvSpPr>
        <p:spPr bwMode="auto">
          <a:xfrm flipV="1">
            <a:off x="5829300" y="3292475"/>
            <a:ext cx="928688" cy="1465263"/>
          </a:xfrm>
          <a:prstGeom prst="line">
            <a:avLst/>
          </a:prstGeom>
          <a:noFill/>
          <a:ln w="12700">
            <a:solidFill>
              <a:schemeClr val="tx2"/>
            </a:solidFill>
            <a:round/>
            <a:headEnd type="none" w="sm" len="sm"/>
            <a:tailEnd type="stealth" w="med" len="med"/>
          </a:ln>
        </p:spPr>
        <p:txBody>
          <a:bodyPr/>
          <a:lstStyle/>
          <a:p>
            <a:endParaRPr lang="tr-TR"/>
          </a:p>
        </p:txBody>
      </p:sp>
      <p:sp>
        <p:nvSpPr>
          <p:cNvPr id="33902" name="Line 111"/>
          <p:cNvSpPr>
            <a:spLocks noChangeShapeType="1"/>
          </p:cNvSpPr>
          <p:nvPr/>
        </p:nvSpPr>
        <p:spPr bwMode="auto">
          <a:xfrm flipV="1">
            <a:off x="5842000" y="4191000"/>
            <a:ext cx="928688" cy="904875"/>
          </a:xfrm>
          <a:prstGeom prst="line">
            <a:avLst/>
          </a:prstGeom>
          <a:noFill/>
          <a:ln w="12700">
            <a:solidFill>
              <a:schemeClr val="tx2"/>
            </a:solidFill>
            <a:round/>
            <a:headEnd type="none" w="sm" len="sm"/>
            <a:tailEnd type="stealth" w="med" len="med"/>
          </a:ln>
        </p:spPr>
        <p:txBody>
          <a:bodyPr/>
          <a:lstStyle/>
          <a:p>
            <a:endParaRPr lang="tr-TR"/>
          </a:p>
        </p:txBody>
      </p:sp>
      <p:sp>
        <p:nvSpPr>
          <p:cNvPr id="33903" name="Line 112"/>
          <p:cNvSpPr>
            <a:spLocks noChangeShapeType="1"/>
          </p:cNvSpPr>
          <p:nvPr/>
        </p:nvSpPr>
        <p:spPr bwMode="auto">
          <a:xfrm flipV="1">
            <a:off x="5842000" y="5043488"/>
            <a:ext cx="928688" cy="309562"/>
          </a:xfrm>
          <a:prstGeom prst="line">
            <a:avLst/>
          </a:prstGeom>
          <a:noFill/>
          <a:ln w="12700">
            <a:solidFill>
              <a:schemeClr val="tx2"/>
            </a:solidFill>
            <a:round/>
            <a:headEnd type="none" w="sm" len="sm"/>
            <a:tailEnd type="stealth" w="med" len="med"/>
          </a:ln>
        </p:spPr>
        <p:txBody>
          <a:bodyPr/>
          <a:lstStyle/>
          <a:p>
            <a:endParaRPr lang="tr-TR"/>
          </a:p>
        </p:txBody>
      </p:sp>
      <p:sp>
        <p:nvSpPr>
          <p:cNvPr id="33904" name="Line 113"/>
          <p:cNvSpPr>
            <a:spLocks noChangeShapeType="1"/>
          </p:cNvSpPr>
          <p:nvPr/>
        </p:nvSpPr>
        <p:spPr bwMode="auto">
          <a:xfrm>
            <a:off x="1074738" y="3279775"/>
            <a:ext cx="595312" cy="0"/>
          </a:xfrm>
          <a:prstGeom prst="line">
            <a:avLst/>
          </a:prstGeom>
          <a:noFill/>
          <a:ln w="12700">
            <a:solidFill>
              <a:schemeClr val="tx2"/>
            </a:solidFill>
            <a:round/>
            <a:headEnd type="none" w="sm" len="sm"/>
            <a:tailEnd type="none" w="sm" len="sm"/>
          </a:ln>
        </p:spPr>
        <p:txBody>
          <a:bodyPr/>
          <a:lstStyle/>
          <a:p>
            <a:endParaRPr lang="tr-TR"/>
          </a:p>
        </p:txBody>
      </p:sp>
      <p:sp>
        <p:nvSpPr>
          <p:cNvPr id="33905" name="Line 114"/>
          <p:cNvSpPr>
            <a:spLocks noChangeShapeType="1"/>
          </p:cNvSpPr>
          <p:nvPr/>
        </p:nvSpPr>
        <p:spPr bwMode="auto">
          <a:xfrm>
            <a:off x="1060450" y="3551238"/>
            <a:ext cx="595313" cy="0"/>
          </a:xfrm>
          <a:prstGeom prst="line">
            <a:avLst/>
          </a:prstGeom>
          <a:noFill/>
          <a:ln w="12700">
            <a:solidFill>
              <a:schemeClr val="tx2"/>
            </a:solidFill>
            <a:round/>
            <a:headEnd type="none" w="sm" len="sm"/>
            <a:tailEnd type="none" w="sm" len="sm"/>
          </a:ln>
        </p:spPr>
        <p:txBody>
          <a:bodyPr/>
          <a:lstStyle/>
          <a:p>
            <a:endParaRPr lang="tr-TR"/>
          </a:p>
        </p:txBody>
      </p:sp>
      <p:sp>
        <p:nvSpPr>
          <p:cNvPr id="33906" name="Line 115"/>
          <p:cNvSpPr>
            <a:spLocks noChangeShapeType="1"/>
          </p:cNvSpPr>
          <p:nvPr/>
        </p:nvSpPr>
        <p:spPr bwMode="auto">
          <a:xfrm>
            <a:off x="1057275" y="3857625"/>
            <a:ext cx="595313" cy="0"/>
          </a:xfrm>
          <a:prstGeom prst="line">
            <a:avLst/>
          </a:prstGeom>
          <a:noFill/>
          <a:ln w="12700">
            <a:solidFill>
              <a:schemeClr val="tx2"/>
            </a:solidFill>
            <a:round/>
            <a:headEnd type="none" w="sm" len="sm"/>
            <a:tailEnd type="none" w="sm" len="sm"/>
          </a:ln>
        </p:spPr>
        <p:txBody>
          <a:bodyPr/>
          <a:lstStyle/>
          <a:p>
            <a:endParaRPr lang="tr-TR"/>
          </a:p>
        </p:txBody>
      </p:sp>
      <p:sp>
        <p:nvSpPr>
          <p:cNvPr id="33907" name="Line 116"/>
          <p:cNvSpPr>
            <a:spLocks noChangeShapeType="1"/>
          </p:cNvSpPr>
          <p:nvPr/>
        </p:nvSpPr>
        <p:spPr bwMode="auto">
          <a:xfrm flipV="1">
            <a:off x="1304925" y="2257425"/>
            <a:ext cx="915988" cy="868363"/>
          </a:xfrm>
          <a:prstGeom prst="line">
            <a:avLst/>
          </a:prstGeom>
          <a:noFill/>
          <a:ln w="12700">
            <a:solidFill>
              <a:schemeClr val="tx2"/>
            </a:solidFill>
            <a:round/>
            <a:headEnd type="none" w="sm" len="sm"/>
            <a:tailEnd type="stealth" w="med" len="med"/>
          </a:ln>
        </p:spPr>
        <p:txBody>
          <a:bodyPr/>
          <a:lstStyle/>
          <a:p>
            <a:endParaRPr lang="tr-TR"/>
          </a:p>
        </p:txBody>
      </p:sp>
      <p:sp>
        <p:nvSpPr>
          <p:cNvPr id="33908" name="Line 117"/>
          <p:cNvSpPr>
            <a:spLocks noChangeShapeType="1"/>
          </p:cNvSpPr>
          <p:nvPr/>
        </p:nvSpPr>
        <p:spPr bwMode="auto">
          <a:xfrm flipV="1">
            <a:off x="1304925" y="3125788"/>
            <a:ext cx="928688" cy="322262"/>
          </a:xfrm>
          <a:prstGeom prst="line">
            <a:avLst/>
          </a:prstGeom>
          <a:noFill/>
          <a:ln w="12700">
            <a:solidFill>
              <a:schemeClr val="tx2"/>
            </a:solidFill>
            <a:round/>
            <a:headEnd type="none" w="sm" len="sm"/>
            <a:tailEnd type="stealth" w="med" len="med"/>
          </a:ln>
        </p:spPr>
        <p:txBody>
          <a:bodyPr/>
          <a:lstStyle/>
          <a:p>
            <a:endParaRPr lang="tr-TR"/>
          </a:p>
        </p:txBody>
      </p:sp>
      <p:sp>
        <p:nvSpPr>
          <p:cNvPr id="33909" name="Line 118"/>
          <p:cNvSpPr>
            <a:spLocks noChangeShapeType="1"/>
          </p:cNvSpPr>
          <p:nvPr/>
        </p:nvSpPr>
        <p:spPr bwMode="auto">
          <a:xfrm>
            <a:off x="1344613" y="3714750"/>
            <a:ext cx="881062" cy="322263"/>
          </a:xfrm>
          <a:prstGeom prst="line">
            <a:avLst/>
          </a:prstGeom>
          <a:noFill/>
          <a:ln w="12700">
            <a:solidFill>
              <a:schemeClr val="tx2"/>
            </a:solidFill>
            <a:round/>
            <a:headEnd type="none" w="sm" len="sm"/>
            <a:tailEnd type="stealth" w="med" len="med"/>
          </a:ln>
        </p:spPr>
        <p:txBody>
          <a:bodyPr/>
          <a:lstStyle/>
          <a:p>
            <a:endParaRPr lang="tr-TR"/>
          </a:p>
        </p:txBody>
      </p:sp>
      <p:sp>
        <p:nvSpPr>
          <p:cNvPr id="33910" name="Line 119"/>
          <p:cNvSpPr>
            <a:spLocks noChangeShapeType="1"/>
          </p:cNvSpPr>
          <p:nvPr/>
        </p:nvSpPr>
        <p:spPr bwMode="auto">
          <a:xfrm>
            <a:off x="1368425" y="4119563"/>
            <a:ext cx="857250" cy="809625"/>
          </a:xfrm>
          <a:prstGeom prst="line">
            <a:avLst/>
          </a:prstGeom>
          <a:noFill/>
          <a:ln w="12700">
            <a:solidFill>
              <a:schemeClr val="tx2"/>
            </a:solidFill>
            <a:round/>
            <a:headEnd type="none" w="sm" len="sm"/>
            <a:tailEnd type="stealth" w="med" len="med"/>
          </a:ln>
        </p:spPr>
        <p:txBody>
          <a:bodyPr/>
          <a:lstStyle/>
          <a:p>
            <a:endParaRPr lang="tr-TR"/>
          </a:p>
        </p:txBody>
      </p:sp>
      <p:sp>
        <p:nvSpPr>
          <p:cNvPr id="33911" name="Freeform 120"/>
          <p:cNvSpPr>
            <a:spLocks/>
          </p:cNvSpPr>
          <p:nvPr/>
        </p:nvSpPr>
        <p:spPr bwMode="auto">
          <a:xfrm>
            <a:off x="1654175" y="1833563"/>
            <a:ext cx="573088" cy="168275"/>
          </a:xfrm>
          <a:custGeom>
            <a:avLst/>
            <a:gdLst>
              <a:gd name="T0" fmla="*/ 0 w 361"/>
              <a:gd name="T1" fmla="*/ 130175 h 106"/>
              <a:gd name="T2" fmla="*/ 285750 w 361"/>
              <a:gd name="T3" fmla="*/ 0 h 106"/>
              <a:gd name="T4" fmla="*/ 166688 w 361"/>
              <a:gd name="T5" fmla="*/ 166688 h 106"/>
              <a:gd name="T6" fmla="*/ 571500 w 361"/>
              <a:gd name="T7" fmla="*/ 47625 h 106"/>
              <a:gd name="T8" fmla="*/ 0 60000 65536"/>
              <a:gd name="T9" fmla="*/ 0 60000 65536"/>
              <a:gd name="T10" fmla="*/ 0 60000 65536"/>
              <a:gd name="T11" fmla="*/ 0 60000 65536"/>
              <a:gd name="T12" fmla="*/ 0 w 361"/>
              <a:gd name="T13" fmla="*/ 0 h 106"/>
              <a:gd name="T14" fmla="*/ 361 w 361"/>
              <a:gd name="T15" fmla="*/ 106 h 106"/>
            </a:gdLst>
            <a:ahLst/>
            <a:cxnLst>
              <a:cxn ang="T8">
                <a:pos x="T0" y="T1"/>
              </a:cxn>
              <a:cxn ang="T9">
                <a:pos x="T2" y="T3"/>
              </a:cxn>
              <a:cxn ang="T10">
                <a:pos x="T4" y="T5"/>
              </a:cxn>
              <a:cxn ang="T11">
                <a:pos x="T6" y="T7"/>
              </a:cxn>
            </a:cxnLst>
            <a:rect l="T12" t="T13" r="T14" b="T15"/>
            <a:pathLst>
              <a:path w="361" h="106">
                <a:moveTo>
                  <a:pt x="0" y="82"/>
                </a:moveTo>
                <a:lnTo>
                  <a:pt x="180" y="0"/>
                </a:lnTo>
                <a:lnTo>
                  <a:pt x="105" y="105"/>
                </a:lnTo>
                <a:lnTo>
                  <a:pt x="360" y="30"/>
                </a:lnTo>
              </a:path>
            </a:pathLst>
          </a:custGeom>
          <a:noFill/>
          <a:ln w="12700" cap="rnd" cmpd="sng">
            <a:solidFill>
              <a:schemeClr val="tx2"/>
            </a:solidFill>
            <a:prstDash val="solid"/>
            <a:round/>
            <a:headEnd type="none" w="sm" len="sm"/>
            <a:tailEnd type="stealth" w="med" len="med"/>
          </a:ln>
        </p:spPr>
        <p:txBody>
          <a:bodyPr/>
          <a:lstStyle/>
          <a:p>
            <a:endParaRPr lang="tr-TR"/>
          </a:p>
        </p:txBody>
      </p:sp>
      <p:sp>
        <p:nvSpPr>
          <p:cNvPr id="33912" name="Freeform 121"/>
          <p:cNvSpPr>
            <a:spLocks/>
          </p:cNvSpPr>
          <p:nvPr/>
        </p:nvSpPr>
        <p:spPr bwMode="auto">
          <a:xfrm>
            <a:off x="1154113" y="2416175"/>
            <a:ext cx="180975" cy="276225"/>
          </a:xfrm>
          <a:custGeom>
            <a:avLst/>
            <a:gdLst>
              <a:gd name="T0" fmla="*/ 119063 w 114"/>
              <a:gd name="T1" fmla="*/ 0 h 174"/>
              <a:gd name="T2" fmla="*/ 179388 w 114"/>
              <a:gd name="T3" fmla="*/ 107950 h 174"/>
              <a:gd name="T4" fmla="*/ 0 w 114"/>
              <a:gd name="T5" fmla="*/ 60325 h 174"/>
              <a:gd name="T6" fmla="*/ 23812 w 114"/>
              <a:gd name="T7" fmla="*/ 274638 h 174"/>
              <a:gd name="T8" fmla="*/ 0 60000 65536"/>
              <a:gd name="T9" fmla="*/ 0 60000 65536"/>
              <a:gd name="T10" fmla="*/ 0 60000 65536"/>
              <a:gd name="T11" fmla="*/ 0 60000 65536"/>
              <a:gd name="T12" fmla="*/ 0 w 114"/>
              <a:gd name="T13" fmla="*/ 0 h 174"/>
              <a:gd name="T14" fmla="*/ 114 w 114"/>
              <a:gd name="T15" fmla="*/ 174 h 174"/>
            </a:gdLst>
            <a:ahLst/>
            <a:cxnLst>
              <a:cxn ang="T8">
                <a:pos x="T0" y="T1"/>
              </a:cxn>
              <a:cxn ang="T9">
                <a:pos x="T2" y="T3"/>
              </a:cxn>
              <a:cxn ang="T10">
                <a:pos x="T4" y="T5"/>
              </a:cxn>
              <a:cxn ang="T11">
                <a:pos x="T6" y="T7"/>
              </a:cxn>
            </a:cxnLst>
            <a:rect l="T12" t="T13" r="T14" b="T15"/>
            <a:pathLst>
              <a:path w="114" h="174">
                <a:moveTo>
                  <a:pt x="75" y="0"/>
                </a:moveTo>
                <a:lnTo>
                  <a:pt x="113" y="68"/>
                </a:lnTo>
                <a:lnTo>
                  <a:pt x="0" y="38"/>
                </a:lnTo>
                <a:lnTo>
                  <a:pt x="15" y="173"/>
                </a:lnTo>
              </a:path>
            </a:pathLst>
          </a:custGeom>
          <a:noFill/>
          <a:ln w="12700" cap="rnd" cmpd="sng">
            <a:solidFill>
              <a:schemeClr val="tx2"/>
            </a:solidFill>
            <a:prstDash val="solid"/>
            <a:round/>
            <a:headEnd type="none" w="sm" len="sm"/>
            <a:tailEnd type="stealth" w="med" len="med"/>
          </a:ln>
        </p:spPr>
        <p:txBody>
          <a:bodyPr/>
          <a:lstStyle/>
          <a:p>
            <a:endParaRPr lang="tr-TR"/>
          </a:p>
        </p:txBody>
      </p:sp>
      <p:sp>
        <p:nvSpPr>
          <p:cNvPr id="33913" name="Rectangle 122"/>
          <p:cNvSpPr>
            <a:spLocks noChangeArrowheads="1"/>
          </p:cNvSpPr>
          <p:nvPr/>
        </p:nvSpPr>
        <p:spPr bwMode="auto">
          <a:xfrm>
            <a:off x="4946650" y="1908175"/>
            <a:ext cx="1354138"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Courier New" pitchFamily="49" charset="0"/>
              </a:rPr>
              <a:t>LOCAL DEPTH</a:t>
            </a:r>
          </a:p>
        </p:txBody>
      </p:sp>
      <p:sp>
        <p:nvSpPr>
          <p:cNvPr id="33914" name="Rectangle 123"/>
          <p:cNvSpPr>
            <a:spLocks noChangeArrowheads="1"/>
          </p:cNvSpPr>
          <p:nvPr/>
        </p:nvSpPr>
        <p:spPr bwMode="auto">
          <a:xfrm>
            <a:off x="4851400" y="2262188"/>
            <a:ext cx="1462088"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Courier New" pitchFamily="49" charset="0"/>
              </a:rPr>
              <a:t>GLOBAL DEPTH</a:t>
            </a:r>
          </a:p>
        </p:txBody>
      </p:sp>
      <p:sp>
        <p:nvSpPr>
          <p:cNvPr id="33915" name="Freeform 124"/>
          <p:cNvSpPr>
            <a:spLocks/>
          </p:cNvSpPr>
          <p:nvPr/>
        </p:nvSpPr>
        <p:spPr bwMode="auto">
          <a:xfrm>
            <a:off x="6213475" y="1925638"/>
            <a:ext cx="573088" cy="168275"/>
          </a:xfrm>
          <a:custGeom>
            <a:avLst/>
            <a:gdLst>
              <a:gd name="T0" fmla="*/ 0 w 361"/>
              <a:gd name="T1" fmla="*/ 130175 h 106"/>
              <a:gd name="T2" fmla="*/ 285750 w 361"/>
              <a:gd name="T3" fmla="*/ 0 h 106"/>
              <a:gd name="T4" fmla="*/ 166688 w 361"/>
              <a:gd name="T5" fmla="*/ 166688 h 106"/>
              <a:gd name="T6" fmla="*/ 571500 w 361"/>
              <a:gd name="T7" fmla="*/ 47625 h 106"/>
              <a:gd name="T8" fmla="*/ 0 60000 65536"/>
              <a:gd name="T9" fmla="*/ 0 60000 65536"/>
              <a:gd name="T10" fmla="*/ 0 60000 65536"/>
              <a:gd name="T11" fmla="*/ 0 60000 65536"/>
              <a:gd name="T12" fmla="*/ 0 w 361"/>
              <a:gd name="T13" fmla="*/ 0 h 106"/>
              <a:gd name="T14" fmla="*/ 361 w 361"/>
              <a:gd name="T15" fmla="*/ 106 h 106"/>
            </a:gdLst>
            <a:ahLst/>
            <a:cxnLst>
              <a:cxn ang="T8">
                <a:pos x="T0" y="T1"/>
              </a:cxn>
              <a:cxn ang="T9">
                <a:pos x="T2" y="T3"/>
              </a:cxn>
              <a:cxn ang="T10">
                <a:pos x="T4" y="T5"/>
              </a:cxn>
              <a:cxn ang="T11">
                <a:pos x="T6" y="T7"/>
              </a:cxn>
            </a:cxnLst>
            <a:rect l="T12" t="T13" r="T14" b="T15"/>
            <a:pathLst>
              <a:path w="361" h="106">
                <a:moveTo>
                  <a:pt x="0" y="82"/>
                </a:moveTo>
                <a:lnTo>
                  <a:pt x="180" y="0"/>
                </a:lnTo>
                <a:lnTo>
                  <a:pt x="105" y="105"/>
                </a:lnTo>
                <a:lnTo>
                  <a:pt x="360" y="30"/>
                </a:lnTo>
              </a:path>
            </a:pathLst>
          </a:custGeom>
          <a:noFill/>
          <a:ln w="12700" cap="rnd" cmpd="sng">
            <a:solidFill>
              <a:schemeClr val="tx2"/>
            </a:solidFill>
            <a:prstDash val="solid"/>
            <a:round/>
            <a:headEnd type="none" w="sm" len="sm"/>
            <a:tailEnd type="stealth" w="med" len="med"/>
          </a:ln>
        </p:spPr>
        <p:txBody>
          <a:bodyPr/>
          <a:lstStyle/>
          <a:p>
            <a:endParaRPr lang="tr-TR"/>
          </a:p>
        </p:txBody>
      </p:sp>
      <p:sp>
        <p:nvSpPr>
          <p:cNvPr id="33916" name="Freeform 125"/>
          <p:cNvSpPr>
            <a:spLocks/>
          </p:cNvSpPr>
          <p:nvPr/>
        </p:nvSpPr>
        <p:spPr bwMode="auto">
          <a:xfrm>
            <a:off x="5713413" y="2508250"/>
            <a:ext cx="180975" cy="276225"/>
          </a:xfrm>
          <a:custGeom>
            <a:avLst/>
            <a:gdLst>
              <a:gd name="T0" fmla="*/ 119063 w 114"/>
              <a:gd name="T1" fmla="*/ 0 h 174"/>
              <a:gd name="T2" fmla="*/ 179388 w 114"/>
              <a:gd name="T3" fmla="*/ 107950 h 174"/>
              <a:gd name="T4" fmla="*/ 0 w 114"/>
              <a:gd name="T5" fmla="*/ 60325 h 174"/>
              <a:gd name="T6" fmla="*/ 23812 w 114"/>
              <a:gd name="T7" fmla="*/ 274638 h 174"/>
              <a:gd name="T8" fmla="*/ 0 60000 65536"/>
              <a:gd name="T9" fmla="*/ 0 60000 65536"/>
              <a:gd name="T10" fmla="*/ 0 60000 65536"/>
              <a:gd name="T11" fmla="*/ 0 60000 65536"/>
              <a:gd name="T12" fmla="*/ 0 w 114"/>
              <a:gd name="T13" fmla="*/ 0 h 174"/>
              <a:gd name="T14" fmla="*/ 114 w 114"/>
              <a:gd name="T15" fmla="*/ 174 h 174"/>
            </a:gdLst>
            <a:ahLst/>
            <a:cxnLst>
              <a:cxn ang="T8">
                <a:pos x="T0" y="T1"/>
              </a:cxn>
              <a:cxn ang="T9">
                <a:pos x="T2" y="T3"/>
              </a:cxn>
              <a:cxn ang="T10">
                <a:pos x="T4" y="T5"/>
              </a:cxn>
              <a:cxn ang="T11">
                <a:pos x="T6" y="T7"/>
              </a:cxn>
            </a:cxnLst>
            <a:rect l="T12" t="T13" r="T14" b="T15"/>
            <a:pathLst>
              <a:path w="114" h="174">
                <a:moveTo>
                  <a:pt x="75" y="0"/>
                </a:moveTo>
                <a:lnTo>
                  <a:pt x="113" y="68"/>
                </a:lnTo>
                <a:lnTo>
                  <a:pt x="0" y="38"/>
                </a:lnTo>
                <a:lnTo>
                  <a:pt x="15" y="173"/>
                </a:lnTo>
              </a:path>
            </a:pathLst>
          </a:custGeom>
          <a:noFill/>
          <a:ln w="12700" cap="rnd" cmpd="sng">
            <a:solidFill>
              <a:schemeClr val="tx2"/>
            </a:solidFill>
            <a:prstDash val="solid"/>
            <a:round/>
            <a:headEnd type="none" w="sm" len="sm"/>
            <a:tailEnd type="stealth" w="med" len="med"/>
          </a:ln>
        </p:spPr>
        <p:txBody>
          <a:bodyPr/>
          <a:lstStyle/>
          <a:p>
            <a:endParaRPr lang="tr-TR"/>
          </a:p>
        </p:txBody>
      </p:sp>
    </p:spTree>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35842"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35843" name="Rectangle 4"/>
          <p:cNvSpPr>
            <a:spLocks noGrp="1" noChangeArrowheads="1"/>
          </p:cNvSpPr>
          <p:nvPr>
            <p:ph type="title"/>
          </p:nvPr>
        </p:nvSpPr>
        <p:spPr/>
        <p:txBody>
          <a:bodyPr/>
          <a:lstStyle/>
          <a:p>
            <a:r>
              <a:rPr lang="en-US" altLang="tr-TR" smtClean="0"/>
              <a:t>Points to Note</a:t>
            </a:r>
          </a:p>
        </p:txBody>
      </p:sp>
      <p:sp>
        <p:nvSpPr>
          <p:cNvPr id="35844" name="Rectangle 5"/>
          <p:cNvSpPr>
            <a:spLocks noGrp="1" noChangeArrowheads="1"/>
          </p:cNvSpPr>
          <p:nvPr>
            <p:ph type="body" idx="1"/>
          </p:nvPr>
        </p:nvSpPr>
        <p:spPr>
          <a:xfrm>
            <a:off x="152400" y="1524000"/>
            <a:ext cx="8839200" cy="4953000"/>
          </a:xfrm>
        </p:spPr>
        <p:txBody>
          <a:bodyPr/>
          <a:lstStyle/>
          <a:p>
            <a:r>
              <a:rPr lang="en-US" altLang="tr-TR" smtClean="0"/>
              <a:t>20 = binary 10100.  Last </a:t>
            </a:r>
            <a:r>
              <a:rPr lang="en-US" altLang="tr-TR" b="1" smtClean="0"/>
              <a:t>2</a:t>
            </a:r>
            <a:r>
              <a:rPr lang="en-US" altLang="tr-TR" smtClean="0"/>
              <a:t> bits (00) tell us </a:t>
            </a:r>
            <a:r>
              <a:rPr lang="en-US" altLang="tr-TR" i="1" smtClean="0"/>
              <a:t>r </a:t>
            </a:r>
            <a:r>
              <a:rPr lang="en-US" altLang="tr-TR" smtClean="0"/>
              <a:t>belongs in A or A2.  Last </a:t>
            </a:r>
            <a:r>
              <a:rPr lang="en-US" altLang="tr-TR" b="1" u="sng" smtClean="0"/>
              <a:t>3</a:t>
            </a:r>
            <a:r>
              <a:rPr lang="en-US" altLang="tr-TR" smtClean="0"/>
              <a:t> bits needed to tell which.</a:t>
            </a:r>
          </a:p>
          <a:p>
            <a:pPr lvl="1">
              <a:buSzPct val="75000"/>
            </a:pPr>
            <a:r>
              <a:rPr lang="en-US" altLang="tr-TR" i="1" smtClean="0">
                <a:solidFill>
                  <a:schemeClr val="accent2"/>
                </a:solidFill>
              </a:rPr>
              <a:t>Global depth of directory</a:t>
            </a:r>
            <a:r>
              <a:rPr lang="en-US" altLang="tr-TR" smtClean="0">
                <a:solidFill>
                  <a:schemeClr val="accent2"/>
                </a:solidFill>
              </a:rPr>
              <a:t>:  </a:t>
            </a:r>
            <a:r>
              <a:rPr lang="en-US" altLang="tr-TR" smtClean="0"/>
              <a:t>Max # of  bits needed to tell which bucket an entry belongs to.</a:t>
            </a:r>
          </a:p>
          <a:p>
            <a:pPr lvl="1">
              <a:buSzPct val="75000"/>
            </a:pPr>
            <a:r>
              <a:rPr lang="en-US" altLang="tr-TR" i="1" smtClean="0">
                <a:solidFill>
                  <a:schemeClr val="accent2"/>
                </a:solidFill>
              </a:rPr>
              <a:t>Local depth of a bucket</a:t>
            </a:r>
            <a:r>
              <a:rPr lang="en-US" altLang="tr-TR" smtClean="0">
                <a:solidFill>
                  <a:schemeClr val="accent2"/>
                </a:solidFill>
              </a:rPr>
              <a:t>: </a:t>
            </a:r>
            <a:r>
              <a:rPr lang="en-US" altLang="tr-TR" smtClean="0"/>
              <a:t># of bits used to determine if an entry belongs to this bucket.</a:t>
            </a:r>
          </a:p>
          <a:p>
            <a:r>
              <a:rPr lang="en-US" altLang="tr-TR" smtClean="0"/>
              <a:t>When does bucket split cause directory doubling?</a:t>
            </a:r>
          </a:p>
          <a:p>
            <a:pPr lvl="1">
              <a:buSzPct val="75000"/>
            </a:pPr>
            <a:r>
              <a:rPr lang="en-US" altLang="tr-TR" smtClean="0"/>
              <a:t>Before insert, </a:t>
            </a:r>
            <a:r>
              <a:rPr lang="en-US" altLang="tr-TR" i="1" smtClean="0"/>
              <a:t>local depth </a:t>
            </a:r>
            <a:r>
              <a:rPr lang="en-US" altLang="tr-TR" smtClean="0"/>
              <a:t>of bucket = </a:t>
            </a:r>
            <a:r>
              <a:rPr lang="en-US" altLang="tr-TR" i="1" smtClean="0"/>
              <a:t>global depth</a:t>
            </a:r>
            <a:r>
              <a:rPr lang="en-US" altLang="tr-TR" smtClean="0"/>
              <a:t>.  Insert causes </a:t>
            </a:r>
            <a:r>
              <a:rPr lang="en-US" altLang="tr-TR" i="1" smtClean="0"/>
              <a:t>local depth </a:t>
            </a:r>
            <a:r>
              <a:rPr lang="en-US" altLang="tr-TR" smtClean="0"/>
              <a:t>to become &gt; </a:t>
            </a:r>
            <a:r>
              <a:rPr lang="en-US" altLang="tr-TR" i="1" smtClean="0"/>
              <a:t>global depth</a:t>
            </a:r>
            <a:r>
              <a:rPr lang="en-US" altLang="tr-TR" smtClean="0"/>
              <a:t>; directory is doubled by </a:t>
            </a:r>
            <a:r>
              <a:rPr lang="en-US" altLang="tr-TR" i="1" smtClean="0">
                <a:solidFill>
                  <a:schemeClr val="accent2"/>
                </a:solidFill>
              </a:rPr>
              <a:t>copying it over </a:t>
            </a:r>
            <a:r>
              <a:rPr lang="en-US" altLang="tr-TR" smtClean="0"/>
              <a:t>and `fixing’ pointer to split image page.  (Use of least significant bits enables efficient doubling via copying of directory!)</a:t>
            </a:r>
          </a:p>
        </p:txBody>
      </p:sp>
    </p:spTree>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37890"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37891" name="Rectangle 4"/>
          <p:cNvSpPr>
            <a:spLocks noGrp="1" noChangeArrowheads="1"/>
          </p:cNvSpPr>
          <p:nvPr>
            <p:ph type="title"/>
          </p:nvPr>
        </p:nvSpPr>
        <p:spPr/>
        <p:txBody>
          <a:bodyPr/>
          <a:lstStyle/>
          <a:p>
            <a:r>
              <a:rPr lang="en-US" altLang="tr-TR" smtClean="0"/>
              <a:t>Directory Doubling</a:t>
            </a:r>
          </a:p>
        </p:txBody>
      </p:sp>
      <p:sp>
        <p:nvSpPr>
          <p:cNvPr id="37892" name="Freeform 5"/>
          <p:cNvSpPr>
            <a:spLocks/>
          </p:cNvSpPr>
          <p:nvPr/>
        </p:nvSpPr>
        <p:spPr bwMode="auto">
          <a:xfrm>
            <a:off x="1665288" y="3587750"/>
            <a:ext cx="317500" cy="333375"/>
          </a:xfrm>
          <a:custGeom>
            <a:avLst/>
            <a:gdLst>
              <a:gd name="T0" fmla="*/ 0 w 200"/>
              <a:gd name="T1" fmla="*/ 331788 h 210"/>
              <a:gd name="T2" fmla="*/ 0 w 200"/>
              <a:gd name="T3" fmla="*/ 0 h 210"/>
              <a:gd name="T4" fmla="*/ 315913 w 200"/>
              <a:gd name="T5" fmla="*/ 0 h 210"/>
              <a:gd name="T6" fmla="*/ 315913 w 200"/>
              <a:gd name="T7" fmla="*/ 331788 h 210"/>
              <a:gd name="T8" fmla="*/ 0 w 200"/>
              <a:gd name="T9" fmla="*/ 331788 h 210"/>
              <a:gd name="T10" fmla="*/ 0 60000 65536"/>
              <a:gd name="T11" fmla="*/ 0 60000 65536"/>
              <a:gd name="T12" fmla="*/ 0 60000 65536"/>
              <a:gd name="T13" fmla="*/ 0 60000 65536"/>
              <a:gd name="T14" fmla="*/ 0 60000 65536"/>
              <a:gd name="T15" fmla="*/ 0 w 200"/>
              <a:gd name="T16" fmla="*/ 0 h 210"/>
              <a:gd name="T17" fmla="*/ 200 w 200"/>
              <a:gd name="T18" fmla="*/ 210 h 210"/>
            </a:gdLst>
            <a:ahLst/>
            <a:cxnLst>
              <a:cxn ang="T10">
                <a:pos x="T0" y="T1"/>
              </a:cxn>
              <a:cxn ang="T11">
                <a:pos x="T2" y="T3"/>
              </a:cxn>
              <a:cxn ang="T12">
                <a:pos x="T4" y="T5"/>
              </a:cxn>
              <a:cxn ang="T13">
                <a:pos x="T6" y="T7"/>
              </a:cxn>
              <a:cxn ang="T14">
                <a:pos x="T8" y="T9"/>
              </a:cxn>
            </a:cxnLst>
            <a:rect l="T15" t="T16" r="T17" b="T18"/>
            <a:pathLst>
              <a:path w="200" h="210">
                <a:moveTo>
                  <a:pt x="0" y="209"/>
                </a:moveTo>
                <a:lnTo>
                  <a:pt x="0" y="0"/>
                </a:lnTo>
                <a:lnTo>
                  <a:pt x="199" y="0"/>
                </a:lnTo>
                <a:lnTo>
                  <a:pt x="199" y="209"/>
                </a:lnTo>
                <a:lnTo>
                  <a:pt x="0" y="209"/>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7893" name="Freeform 6"/>
          <p:cNvSpPr>
            <a:spLocks/>
          </p:cNvSpPr>
          <p:nvPr/>
        </p:nvSpPr>
        <p:spPr bwMode="auto">
          <a:xfrm>
            <a:off x="1665288" y="3919538"/>
            <a:ext cx="631825" cy="1333500"/>
          </a:xfrm>
          <a:custGeom>
            <a:avLst/>
            <a:gdLst>
              <a:gd name="T0" fmla="*/ 0 w 398"/>
              <a:gd name="T1" fmla="*/ 1331913 h 840"/>
              <a:gd name="T2" fmla="*/ 0 w 398"/>
              <a:gd name="T3" fmla="*/ 0 h 840"/>
              <a:gd name="T4" fmla="*/ 630238 w 398"/>
              <a:gd name="T5" fmla="*/ 0 h 840"/>
              <a:gd name="T6" fmla="*/ 630238 w 398"/>
              <a:gd name="T7" fmla="*/ 1331913 h 840"/>
              <a:gd name="T8" fmla="*/ 0 w 398"/>
              <a:gd name="T9" fmla="*/ 1331913 h 840"/>
              <a:gd name="T10" fmla="*/ 0 60000 65536"/>
              <a:gd name="T11" fmla="*/ 0 60000 65536"/>
              <a:gd name="T12" fmla="*/ 0 60000 65536"/>
              <a:gd name="T13" fmla="*/ 0 60000 65536"/>
              <a:gd name="T14" fmla="*/ 0 60000 65536"/>
              <a:gd name="T15" fmla="*/ 0 w 398"/>
              <a:gd name="T16" fmla="*/ 0 h 840"/>
              <a:gd name="T17" fmla="*/ 398 w 398"/>
              <a:gd name="T18" fmla="*/ 840 h 840"/>
            </a:gdLst>
            <a:ahLst/>
            <a:cxnLst>
              <a:cxn ang="T10">
                <a:pos x="T0" y="T1"/>
              </a:cxn>
              <a:cxn ang="T11">
                <a:pos x="T2" y="T3"/>
              </a:cxn>
              <a:cxn ang="T12">
                <a:pos x="T4" y="T5"/>
              </a:cxn>
              <a:cxn ang="T13">
                <a:pos x="T6" y="T7"/>
              </a:cxn>
              <a:cxn ang="T14">
                <a:pos x="T8" y="T9"/>
              </a:cxn>
            </a:cxnLst>
            <a:rect l="T15" t="T16" r="T17" b="T18"/>
            <a:pathLst>
              <a:path w="398" h="840">
                <a:moveTo>
                  <a:pt x="0" y="839"/>
                </a:moveTo>
                <a:lnTo>
                  <a:pt x="0" y="0"/>
                </a:lnTo>
                <a:lnTo>
                  <a:pt x="397" y="0"/>
                </a:lnTo>
                <a:lnTo>
                  <a:pt x="397" y="839"/>
                </a:lnTo>
                <a:lnTo>
                  <a:pt x="0" y="839"/>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7894" name="Rectangle 7"/>
          <p:cNvSpPr>
            <a:spLocks noChangeArrowheads="1"/>
          </p:cNvSpPr>
          <p:nvPr/>
        </p:nvSpPr>
        <p:spPr bwMode="auto">
          <a:xfrm>
            <a:off x="1320800" y="394335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accent2"/>
                </a:solidFill>
                <a:latin typeface="Helvetica" pitchFamily="34" charset="0"/>
              </a:rPr>
              <a:t>0</a:t>
            </a:r>
            <a:r>
              <a:rPr lang="en-US" altLang="tr-TR" sz="1400" b="1">
                <a:solidFill>
                  <a:srgbClr val="000000"/>
                </a:solidFill>
                <a:latin typeface="Helvetica" pitchFamily="34" charset="0"/>
              </a:rPr>
              <a:t>0</a:t>
            </a:r>
          </a:p>
        </p:txBody>
      </p:sp>
      <p:sp>
        <p:nvSpPr>
          <p:cNvPr id="37895" name="Rectangle 8"/>
          <p:cNvSpPr>
            <a:spLocks noChangeArrowheads="1"/>
          </p:cNvSpPr>
          <p:nvPr/>
        </p:nvSpPr>
        <p:spPr bwMode="auto">
          <a:xfrm>
            <a:off x="1320800" y="4313238"/>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accent2"/>
                </a:solidFill>
                <a:latin typeface="Helvetica" pitchFamily="34" charset="0"/>
              </a:rPr>
              <a:t>0</a:t>
            </a:r>
            <a:r>
              <a:rPr lang="en-US" altLang="tr-TR" sz="1400" b="1">
                <a:solidFill>
                  <a:srgbClr val="000000"/>
                </a:solidFill>
                <a:latin typeface="Helvetica" pitchFamily="34" charset="0"/>
              </a:rPr>
              <a:t>1</a:t>
            </a:r>
          </a:p>
        </p:txBody>
      </p:sp>
      <p:sp>
        <p:nvSpPr>
          <p:cNvPr id="37896" name="Rectangle 9"/>
          <p:cNvSpPr>
            <a:spLocks noChangeArrowheads="1"/>
          </p:cNvSpPr>
          <p:nvPr/>
        </p:nvSpPr>
        <p:spPr bwMode="auto">
          <a:xfrm>
            <a:off x="1320800" y="462915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accent2"/>
                </a:solidFill>
                <a:latin typeface="Helvetica" pitchFamily="34" charset="0"/>
              </a:rPr>
              <a:t>1</a:t>
            </a:r>
            <a:r>
              <a:rPr lang="en-US" altLang="tr-TR" sz="1400" b="1">
                <a:solidFill>
                  <a:srgbClr val="000000"/>
                </a:solidFill>
                <a:latin typeface="Helvetica" pitchFamily="34" charset="0"/>
              </a:rPr>
              <a:t>0</a:t>
            </a:r>
          </a:p>
        </p:txBody>
      </p:sp>
      <p:sp>
        <p:nvSpPr>
          <p:cNvPr id="37897" name="Rectangle 10"/>
          <p:cNvSpPr>
            <a:spLocks noChangeArrowheads="1"/>
          </p:cNvSpPr>
          <p:nvPr/>
        </p:nvSpPr>
        <p:spPr bwMode="auto">
          <a:xfrm>
            <a:off x="1320800" y="497205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accent2"/>
                </a:solidFill>
                <a:latin typeface="Helvetica" pitchFamily="34" charset="0"/>
              </a:rPr>
              <a:t>1</a:t>
            </a:r>
            <a:r>
              <a:rPr lang="en-US" altLang="tr-TR" sz="1400" b="1">
                <a:solidFill>
                  <a:srgbClr val="000000"/>
                </a:solidFill>
                <a:latin typeface="Helvetica" pitchFamily="34" charset="0"/>
              </a:rPr>
              <a:t>1</a:t>
            </a:r>
          </a:p>
        </p:txBody>
      </p:sp>
      <p:sp>
        <p:nvSpPr>
          <p:cNvPr id="37898" name="Rectangle 11"/>
          <p:cNvSpPr>
            <a:spLocks noChangeArrowheads="1"/>
          </p:cNvSpPr>
          <p:nvPr/>
        </p:nvSpPr>
        <p:spPr bwMode="auto">
          <a:xfrm>
            <a:off x="1658938" y="3594100"/>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7899" name="Rectangle 12"/>
          <p:cNvSpPr>
            <a:spLocks noChangeArrowheads="1"/>
          </p:cNvSpPr>
          <p:nvPr/>
        </p:nvSpPr>
        <p:spPr bwMode="auto">
          <a:xfrm>
            <a:off x="1668463" y="3921125"/>
            <a:ext cx="614362" cy="315913"/>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00" name="Rectangle 13"/>
          <p:cNvSpPr>
            <a:spLocks noChangeArrowheads="1"/>
          </p:cNvSpPr>
          <p:nvPr/>
        </p:nvSpPr>
        <p:spPr bwMode="auto">
          <a:xfrm>
            <a:off x="1668463" y="4246563"/>
            <a:ext cx="614362" cy="315912"/>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01" name="Rectangle 14"/>
          <p:cNvSpPr>
            <a:spLocks noChangeArrowheads="1"/>
          </p:cNvSpPr>
          <p:nvPr/>
        </p:nvSpPr>
        <p:spPr bwMode="auto">
          <a:xfrm>
            <a:off x="1668463" y="4572000"/>
            <a:ext cx="614362" cy="317500"/>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02" name="Rectangle 15"/>
          <p:cNvSpPr>
            <a:spLocks noChangeArrowheads="1"/>
          </p:cNvSpPr>
          <p:nvPr/>
        </p:nvSpPr>
        <p:spPr bwMode="auto">
          <a:xfrm>
            <a:off x="1662113" y="1509713"/>
            <a:ext cx="5892800" cy="819150"/>
          </a:xfrm>
          <a:prstGeom prst="rect">
            <a:avLst/>
          </a:prstGeom>
          <a:noFill/>
          <a:ln w="9525">
            <a:noFill/>
            <a:miter lim="800000"/>
            <a:headEnd/>
            <a:tailEnd/>
          </a:ln>
        </p:spPr>
        <p:txBody>
          <a:bodyPr wrap="none" lIns="90488" tIns="44450" rIns="90488" bIns="44450">
            <a:spAutoFit/>
          </a:bodyPr>
          <a:lstStyle/>
          <a:p>
            <a:pPr eaLnBrk="0" hangingPunct="0"/>
            <a:r>
              <a:rPr lang="en-US" altLang="tr-TR">
                <a:solidFill>
                  <a:srgbClr val="CF0E30"/>
                </a:solidFill>
                <a:latin typeface="Book Antiqua" pitchFamily="18" charset="0"/>
              </a:rPr>
              <a:t>Why use least significant bits in directory?</a:t>
            </a:r>
          </a:p>
          <a:p>
            <a:pPr lvl="1" eaLnBrk="0" hangingPunct="0">
              <a:buFont typeface="ZapfDingbats"/>
              <a:buChar char="ó"/>
            </a:pPr>
            <a:r>
              <a:rPr lang="en-US" altLang="tr-TR">
                <a:solidFill>
                  <a:srgbClr val="CF0E30"/>
                </a:solidFill>
                <a:latin typeface="Book Antiqua" pitchFamily="18" charset="0"/>
              </a:rPr>
              <a:t> Allows for doubling via copying!</a:t>
            </a:r>
          </a:p>
        </p:txBody>
      </p:sp>
      <p:sp>
        <p:nvSpPr>
          <p:cNvPr id="37903" name="Freeform 16"/>
          <p:cNvSpPr>
            <a:spLocks/>
          </p:cNvSpPr>
          <p:nvPr/>
        </p:nvSpPr>
        <p:spPr bwMode="auto">
          <a:xfrm>
            <a:off x="2884488" y="2673350"/>
            <a:ext cx="317500" cy="333375"/>
          </a:xfrm>
          <a:custGeom>
            <a:avLst/>
            <a:gdLst>
              <a:gd name="T0" fmla="*/ 0 w 200"/>
              <a:gd name="T1" fmla="*/ 331788 h 210"/>
              <a:gd name="T2" fmla="*/ 0 w 200"/>
              <a:gd name="T3" fmla="*/ 0 h 210"/>
              <a:gd name="T4" fmla="*/ 315913 w 200"/>
              <a:gd name="T5" fmla="*/ 0 h 210"/>
              <a:gd name="T6" fmla="*/ 315913 w 200"/>
              <a:gd name="T7" fmla="*/ 331788 h 210"/>
              <a:gd name="T8" fmla="*/ 0 w 200"/>
              <a:gd name="T9" fmla="*/ 331788 h 210"/>
              <a:gd name="T10" fmla="*/ 0 60000 65536"/>
              <a:gd name="T11" fmla="*/ 0 60000 65536"/>
              <a:gd name="T12" fmla="*/ 0 60000 65536"/>
              <a:gd name="T13" fmla="*/ 0 60000 65536"/>
              <a:gd name="T14" fmla="*/ 0 60000 65536"/>
              <a:gd name="T15" fmla="*/ 0 w 200"/>
              <a:gd name="T16" fmla="*/ 0 h 210"/>
              <a:gd name="T17" fmla="*/ 200 w 200"/>
              <a:gd name="T18" fmla="*/ 210 h 210"/>
            </a:gdLst>
            <a:ahLst/>
            <a:cxnLst>
              <a:cxn ang="T10">
                <a:pos x="T0" y="T1"/>
              </a:cxn>
              <a:cxn ang="T11">
                <a:pos x="T2" y="T3"/>
              </a:cxn>
              <a:cxn ang="T12">
                <a:pos x="T4" y="T5"/>
              </a:cxn>
              <a:cxn ang="T13">
                <a:pos x="T6" y="T7"/>
              </a:cxn>
              <a:cxn ang="T14">
                <a:pos x="T8" y="T9"/>
              </a:cxn>
            </a:cxnLst>
            <a:rect l="T15" t="T16" r="T17" b="T18"/>
            <a:pathLst>
              <a:path w="200" h="210">
                <a:moveTo>
                  <a:pt x="0" y="209"/>
                </a:moveTo>
                <a:lnTo>
                  <a:pt x="0" y="0"/>
                </a:lnTo>
                <a:lnTo>
                  <a:pt x="199" y="0"/>
                </a:lnTo>
                <a:lnTo>
                  <a:pt x="199" y="209"/>
                </a:lnTo>
                <a:lnTo>
                  <a:pt x="0" y="209"/>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7904" name="Freeform 17"/>
          <p:cNvSpPr>
            <a:spLocks/>
          </p:cNvSpPr>
          <p:nvPr/>
        </p:nvSpPr>
        <p:spPr bwMode="auto">
          <a:xfrm>
            <a:off x="2884488" y="3005138"/>
            <a:ext cx="631825" cy="1333500"/>
          </a:xfrm>
          <a:custGeom>
            <a:avLst/>
            <a:gdLst>
              <a:gd name="T0" fmla="*/ 0 w 398"/>
              <a:gd name="T1" fmla="*/ 1331913 h 840"/>
              <a:gd name="T2" fmla="*/ 0 w 398"/>
              <a:gd name="T3" fmla="*/ 0 h 840"/>
              <a:gd name="T4" fmla="*/ 630238 w 398"/>
              <a:gd name="T5" fmla="*/ 0 h 840"/>
              <a:gd name="T6" fmla="*/ 630238 w 398"/>
              <a:gd name="T7" fmla="*/ 1331913 h 840"/>
              <a:gd name="T8" fmla="*/ 0 w 398"/>
              <a:gd name="T9" fmla="*/ 1331913 h 840"/>
              <a:gd name="T10" fmla="*/ 0 60000 65536"/>
              <a:gd name="T11" fmla="*/ 0 60000 65536"/>
              <a:gd name="T12" fmla="*/ 0 60000 65536"/>
              <a:gd name="T13" fmla="*/ 0 60000 65536"/>
              <a:gd name="T14" fmla="*/ 0 60000 65536"/>
              <a:gd name="T15" fmla="*/ 0 w 398"/>
              <a:gd name="T16" fmla="*/ 0 h 840"/>
              <a:gd name="T17" fmla="*/ 398 w 398"/>
              <a:gd name="T18" fmla="*/ 840 h 840"/>
            </a:gdLst>
            <a:ahLst/>
            <a:cxnLst>
              <a:cxn ang="T10">
                <a:pos x="T0" y="T1"/>
              </a:cxn>
              <a:cxn ang="T11">
                <a:pos x="T2" y="T3"/>
              </a:cxn>
              <a:cxn ang="T12">
                <a:pos x="T4" y="T5"/>
              </a:cxn>
              <a:cxn ang="T13">
                <a:pos x="T6" y="T7"/>
              </a:cxn>
              <a:cxn ang="T14">
                <a:pos x="T8" y="T9"/>
              </a:cxn>
            </a:cxnLst>
            <a:rect l="T15" t="T16" r="T17" b="T18"/>
            <a:pathLst>
              <a:path w="398" h="840">
                <a:moveTo>
                  <a:pt x="0" y="839"/>
                </a:moveTo>
                <a:lnTo>
                  <a:pt x="0" y="0"/>
                </a:lnTo>
                <a:lnTo>
                  <a:pt x="397" y="0"/>
                </a:lnTo>
                <a:lnTo>
                  <a:pt x="397" y="839"/>
                </a:lnTo>
                <a:lnTo>
                  <a:pt x="0" y="839"/>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7905" name="Rectangle 18"/>
          <p:cNvSpPr>
            <a:spLocks noChangeArrowheads="1"/>
          </p:cNvSpPr>
          <p:nvPr/>
        </p:nvSpPr>
        <p:spPr bwMode="auto">
          <a:xfrm>
            <a:off x="2463800" y="30289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accent2"/>
                </a:solidFill>
                <a:latin typeface="Helvetica" pitchFamily="34" charset="0"/>
              </a:rPr>
              <a:t>0</a:t>
            </a:r>
            <a:r>
              <a:rPr lang="en-US" altLang="tr-TR" sz="1400" b="1">
                <a:solidFill>
                  <a:srgbClr val="000000"/>
                </a:solidFill>
                <a:latin typeface="Helvetica" pitchFamily="34" charset="0"/>
              </a:rPr>
              <a:t>00</a:t>
            </a:r>
          </a:p>
        </p:txBody>
      </p:sp>
      <p:sp>
        <p:nvSpPr>
          <p:cNvPr id="37906" name="Rectangle 19"/>
          <p:cNvSpPr>
            <a:spLocks noChangeArrowheads="1"/>
          </p:cNvSpPr>
          <p:nvPr/>
        </p:nvSpPr>
        <p:spPr bwMode="auto">
          <a:xfrm>
            <a:off x="2463800" y="33988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accent2"/>
                </a:solidFill>
                <a:latin typeface="Helvetica" pitchFamily="34" charset="0"/>
              </a:rPr>
              <a:t>0</a:t>
            </a:r>
            <a:r>
              <a:rPr lang="en-US" altLang="tr-TR" sz="1400" b="1">
                <a:solidFill>
                  <a:srgbClr val="000000"/>
                </a:solidFill>
                <a:latin typeface="Helvetica" pitchFamily="34" charset="0"/>
              </a:rPr>
              <a:t>01</a:t>
            </a:r>
          </a:p>
        </p:txBody>
      </p:sp>
      <p:sp>
        <p:nvSpPr>
          <p:cNvPr id="37907" name="Rectangle 20"/>
          <p:cNvSpPr>
            <a:spLocks noChangeArrowheads="1"/>
          </p:cNvSpPr>
          <p:nvPr/>
        </p:nvSpPr>
        <p:spPr bwMode="auto">
          <a:xfrm>
            <a:off x="2463800" y="37147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accent2"/>
                </a:solidFill>
                <a:latin typeface="Helvetica" pitchFamily="34" charset="0"/>
              </a:rPr>
              <a:t>0</a:t>
            </a:r>
            <a:r>
              <a:rPr lang="en-US" altLang="tr-TR" sz="1400" b="1">
                <a:solidFill>
                  <a:srgbClr val="000000"/>
                </a:solidFill>
                <a:latin typeface="Helvetica" pitchFamily="34" charset="0"/>
              </a:rPr>
              <a:t>10</a:t>
            </a:r>
          </a:p>
        </p:txBody>
      </p:sp>
      <p:sp>
        <p:nvSpPr>
          <p:cNvPr id="37908" name="Rectangle 21"/>
          <p:cNvSpPr>
            <a:spLocks noChangeArrowheads="1"/>
          </p:cNvSpPr>
          <p:nvPr/>
        </p:nvSpPr>
        <p:spPr bwMode="auto">
          <a:xfrm>
            <a:off x="2463800" y="40576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accent2"/>
                </a:solidFill>
                <a:latin typeface="Helvetica" pitchFamily="34" charset="0"/>
              </a:rPr>
              <a:t>0</a:t>
            </a:r>
            <a:r>
              <a:rPr lang="en-US" altLang="tr-TR" sz="1400" b="1">
                <a:solidFill>
                  <a:srgbClr val="000000"/>
                </a:solidFill>
                <a:latin typeface="Helvetica" pitchFamily="34" charset="0"/>
              </a:rPr>
              <a:t>11</a:t>
            </a:r>
          </a:p>
        </p:txBody>
      </p:sp>
      <p:sp>
        <p:nvSpPr>
          <p:cNvPr id="37909" name="Rectangle 22"/>
          <p:cNvSpPr>
            <a:spLocks noChangeArrowheads="1"/>
          </p:cNvSpPr>
          <p:nvPr/>
        </p:nvSpPr>
        <p:spPr bwMode="auto">
          <a:xfrm>
            <a:off x="2878138" y="2681288"/>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3</a:t>
            </a:r>
          </a:p>
        </p:txBody>
      </p:sp>
      <p:sp>
        <p:nvSpPr>
          <p:cNvPr id="37910" name="Rectangle 23"/>
          <p:cNvSpPr>
            <a:spLocks noChangeArrowheads="1"/>
          </p:cNvSpPr>
          <p:nvPr/>
        </p:nvSpPr>
        <p:spPr bwMode="auto">
          <a:xfrm>
            <a:off x="2887663" y="3006725"/>
            <a:ext cx="614362" cy="315913"/>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11" name="Rectangle 24"/>
          <p:cNvSpPr>
            <a:spLocks noChangeArrowheads="1"/>
          </p:cNvSpPr>
          <p:nvPr/>
        </p:nvSpPr>
        <p:spPr bwMode="auto">
          <a:xfrm>
            <a:off x="2887663" y="3332163"/>
            <a:ext cx="614362" cy="315912"/>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12" name="Rectangle 25"/>
          <p:cNvSpPr>
            <a:spLocks noChangeArrowheads="1"/>
          </p:cNvSpPr>
          <p:nvPr/>
        </p:nvSpPr>
        <p:spPr bwMode="auto">
          <a:xfrm>
            <a:off x="2887663" y="3657600"/>
            <a:ext cx="614362" cy="317500"/>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13" name="Freeform 26"/>
          <p:cNvSpPr>
            <a:spLocks/>
          </p:cNvSpPr>
          <p:nvPr/>
        </p:nvSpPr>
        <p:spPr bwMode="auto">
          <a:xfrm>
            <a:off x="2884488" y="4335463"/>
            <a:ext cx="631825" cy="1333500"/>
          </a:xfrm>
          <a:custGeom>
            <a:avLst/>
            <a:gdLst>
              <a:gd name="T0" fmla="*/ 0 w 398"/>
              <a:gd name="T1" fmla="*/ 1331913 h 840"/>
              <a:gd name="T2" fmla="*/ 0 w 398"/>
              <a:gd name="T3" fmla="*/ 0 h 840"/>
              <a:gd name="T4" fmla="*/ 630238 w 398"/>
              <a:gd name="T5" fmla="*/ 0 h 840"/>
              <a:gd name="T6" fmla="*/ 630238 w 398"/>
              <a:gd name="T7" fmla="*/ 1331913 h 840"/>
              <a:gd name="T8" fmla="*/ 0 w 398"/>
              <a:gd name="T9" fmla="*/ 1331913 h 840"/>
              <a:gd name="T10" fmla="*/ 0 60000 65536"/>
              <a:gd name="T11" fmla="*/ 0 60000 65536"/>
              <a:gd name="T12" fmla="*/ 0 60000 65536"/>
              <a:gd name="T13" fmla="*/ 0 60000 65536"/>
              <a:gd name="T14" fmla="*/ 0 60000 65536"/>
              <a:gd name="T15" fmla="*/ 0 w 398"/>
              <a:gd name="T16" fmla="*/ 0 h 840"/>
              <a:gd name="T17" fmla="*/ 398 w 398"/>
              <a:gd name="T18" fmla="*/ 840 h 840"/>
            </a:gdLst>
            <a:ahLst/>
            <a:cxnLst>
              <a:cxn ang="T10">
                <a:pos x="T0" y="T1"/>
              </a:cxn>
              <a:cxn ang="T11">
                <a:pos x="T2" y="T3"/>
              </a:cxn>
              <a:cxn ang="T12">
                <a:pos x="T4" y="T5"/>
              </a:cxn>
              <a:cxn ang="T13">
                <a:pos x="T6" y="T7"/>
              </a:cxn>
              <a:cxn ang="T14">
                <a:pos x="T8" y="T9"/>
              </a:cxn>
            </a:cxnLst>
            <a:rect l="T15" t="T16" r="T17" b="T18"/>
            <a:pathLst>
              <a:path w="398" h="840">
                <a:moveTo>
                  <a:pt x="0" y="839"/>
                </a:moveTo>
                <a:lnTo>
                  <a:pt x="0" y="0"/>
                </a:lnTo>
                <a:lnTo>
                  <a:pt x="397" y="0"/>
                </a:lnTo>
                <a:lnTo>
                  <a:pt x="397" y="839"/>
                </a:lnTo>
                <a:lnTo>
                  <a:pt x="0" y="839"/>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7914" name="Rectangle 27"/>
          <p:cNvSpPr>
            <a:spLocks noChangeArrowheads="1"/>
          </p:cNvSpPr>
          <p:nvPr/>
        </p:nvSpPr>
        <p:spPr bwMode="auto">
          <a:xfrm>
            <a:off x="2463800" y="43592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accent2"/>
                </a:solidFill>
                <a:latin typeface="Helvetica" pitchFamily="34" charset="0"/>
              </a:rPr>
              <a:t>1</a:t>
            </a:r>
            <a:r>
              <a:rPr lang="en-US" altLang="tr-TR" sz="1400" b="1">
                <a:solidFill>
                  <a:srgbClr val="000000"/>
                </a:solidFill>
                <a:latin typeface="Helvetica" pitchFamily="34" charset="0"/>
              </a:rPr>
              <a:t>00</a:t>
            </a:r>
          </a:p>
        </p:txBody>
      </p:sp>
      <p:sp>
        <p:nvSpPr>
          <p:cNvPr id="37915" name="Rectangle 28"/>
          <p:cNvSpPr>
            <a:spLocks noChangeArrowheads="1"/>
          </p:cNvSpPr>
          <p:nvPr/>
        </p:nvSpPr>
        <p:spPr bwMode="auto">
          <a:xfrm>
            <a:off x="2463800" y="472916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accent2"/>
                </a:solidFill>
                <a:latin typeface="Helvetica" pitchFamily="34" charset="0"/>
              </a:rPr>
              <a:t>1</a:t>
            </a:r>
            <a:r>
              <a:rPr lang="en-US" altLang="tr-TR" sz="1400" b="1">
                <a:solidFill>
                  <a:srgbClr val="000000"/>
                </a:solidFill>
                <a:latin typeface="Helvetica" pitchFamily="34" charset="0"/>
              </a:rPr>
              <a:t>01</a:t>
            </a:r>
          </a:p>
        </p:txBody>
      </p:sp>
      <p:sp>
        <p:nvSpPr>
          <p:cNvPr id="37916" name="Rectangle 29"/>
          <p:cNvSpPr>
            <a:spLocks noChangeArrowheads="1"/>
          </p:cNvSpPr>
          <p:nvPr/>
        </p:nvSpPr>
        <p:spPr bwMode="auto">
          <a:xfrm>
            <a:off x="2463800" y="50450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accent2"/>
                </a:solidFill>
                <a:latin typeface="Helvetica" pitchFamily="34" charset="0"/>
              </a:rPr>
              <a:t>1</a:t>
            </a:r>
            <a:r>
              <a:rPr lang="en-US" altLang="tr-TR" sz="1400" b="1">
                <a:solidFill>
                  <a:srgbClr val="000000"/>
                </a:solidFill>
                <a:latin typeface="Helvetica" pitchFamily="34" charset="0"/>
              </a:rPr>
              <a:t>10</a:t>
            </a:r>
          </a:p>
        </p:txBody>
      </p:sp>
      <p:sp>
        <p:nvSpPr>
          <p:cNvPr id="37917" name="Rectangle 30"/>
          <p:cNvSpPr>
            <a:spLocks noChangeArrowheads="1"/>
          </p:cNvSpPr>
          <p:nvPr/>
        </p:nvSpPr>
        <p:spPr bwMode="auto">
          <a:xfrm>
            <a:off x="2463800" y="53879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accent2"/>
                </a:solidFill>
                <a:latin typeface="Helvetica" pitchFamily="34" charset="0"/>
              </a:rPr>
              <a:t>1</a:t>
            </a:r>
            <a:r>
              <a:rPr lang="en-US" altLang="tr-TR" sz="1400" b="1">
                <a:solidFill>
                  <a:srgbClr val="000000"/>
                </a:solidFill>
                <a:latin typeface="Helvetica" pitchFamily="34" charset="0"/>
              </a:rPr>
              <a:t>11</a:t>
            </a:r>
          </a:p>
        </p:txBody>
      </p:sp>
      <p:sp>
        <p:nvSpPr>
          <p:cNvPr id="37918" name="Rectangle 31"/>
          <p:cNvSpPr>
            <a:spLocks noChangeArrowheads="1"/>
          </p:cNvSpPr>
          <p:nvPr/>
        </p:nvSpPr>
        <p:spPr bwMode="auto">
          <a:xfrm>
            <a:off x="2887663" y="4337050"/>
            <a:ext cx="614362" cy="315913"/>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19" name="Rectangle 32"/>
          <p:cNvSpPr>
            <a:spLocks noChangeArrowheads="1"/>
          </p:cNvSpPr>
          <p:nvPr/>
        </p:nvSpPr>
        <p:spPr bwMode="auto">
          <a:xfrm>
            <a:off x="2887663" y="4662488"/>
            <a:ext cx="614362" cy="315912"/>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20" name="Rectangle 33"/>
          <p:cNvSpPr>
            <a:spLocks noChangeArrowheads="1"/>
          </p:cNvSpPr>
          <p:nvPr/>
        </p:nvSpPr>
        <p:spPr bwMode="auto">
          <a:xfrm>
            <a:off x="2887663" y="4987925"/>
            <a:ext cx="614362" cy="317500"/>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21" name="Rectangle 34"/>
          <p:cNvSpPr>
            <a:spLocks noChangeArrowheads="1"/>
          </p:cNvSpPr>
          <p:nvPr/>
        </p:nvSpPr>
        <p:spPr bwMode="auto">
          <a:xfrm>
            <a:off x="3794125" y="6005513"/>
            <a:ext cx="558800" cy="454025"/>
          </a:xfrm>
          <a:prstGeom prst="rect">
            <a:avLst/>
          </a:prstGeom>
          <a:noFill/>
          <a:ln w="9525">
            <a:noFill/>
            <a:miter lim="800000"/>
            <a:headEnd/>
            <a:tailEnd/>
          </a:ln>
        </p:spPr>
        <p:txBody>
          <a:bodyPr wrap="none" lIns="90488" tIns="44450" rIns="90488" bIns="44450">
            <a:spAutoFit/>
          </a:bodyPr>
          <a:lstStyle/>
          <a:p>
            <a:pPr eaLnBrk="0" hangingPunct="0"/>
            <a:r>
              <a:rPr lang="en-US" altLang="tr-TR">
                <a:solidFill>
                  <a:srgbClr val="CF0E30"/>
                </a:solidFill>
                <a:latin typeface="Book Antiqua" pitchFamily="18" charset="0"/>
              </a:rPr>
              <a:t>vs.</a:t>
            </a:r>
          </a:p>
        </p:txBody>
      </p:sp>
      <p:sp>
        <p:nvSpPr>
          <p:cNvPr id="37922" name="Freeform 35"/>
          <p:cNvSpPr>
            <a:spLocks/>
          </p:cNvSpPr>
          <p:nvPr/>
        </p:nvSpPr>
        <p:spPr bwMode="auto">
          <a:xfrm>
            <a:off x="369888" y="3968750"/>
            <a:ext cx="317500" cy="333375"/>
          </a:xfrm>
          <a:custGeom>
            <a:avLst/>
            <a:gdLst>
              <a:gd name="T0" fmla="*/ 0 w 200"/>
              <a:gd name="T1" fmla="*/ 331788 h 210"/>
              <a:gd name="T2" fmla="*/ 0 w 200"/>
              <a:gd name="T3" fmla="*/ 0 h 210"/>
              <a:gd name="T4" fmla="*/ 315913 w 200"/>
              <a:gd name="T5" fmla="*/ 0 h 210"/>
              <a:gd name="T6" fmla="*/ 315913 w 200"/>
              <a:gd name="T7" fmla="*/ 331788 h 210"/>
              <a:gd name="T8" fmla="*/ 0 w 200"/>
              <a:gd name="T9" fmla="*/ 331788 h 210"/>
              <a:gd name="T10" fmla="*/ 0 60000 65536"/>
              <a:gd name="T11" fmla="*/ 0 60000 65536"/>
              <a:gd name="T12" fmla="*/ 0 60000 65536"/>
              <a:gd name="T13" fmla="*/ 0 60000 65536"/>
              <a:gd name="T14" fmla="*/ 0 60000 65536"/>
              <a:gd name="T15" fmla="*/ 0 w 200"/>
              <a:gd name="T16" fmla="*/ 0 h 210"/>
              <a:gd name="T17" fmla="*/ 200 w 200"/>
              <a:gd name="T18" fmla="*/ 210 h 210"/>
            </a:gdLst>
            <a:ahLst/>
            <a:cxnLst>
              <a:cxn ang="T10">
                <a:pos x="T0" y="T1"/>
              </a:cxn>
              <a:cxn ang="T11">
                <a:pos x="T2" y="T3"/>
              </a:cxn>
              <a:cxn ang="T12">
                <a:pos x="T4" y="T5"/>
              </a:cxn>
              <a:cxn ang="T13">
                <a:pos x="T6" y="T7"/>
              </a:cxn>
              <a:cxn ang="T14">
                <a:pos x="T8" y="T9"/>
              </a:cxn>
            </a:cxnLst>
            <a:rect l="T15" t="T16" r="T17" b="T18"/>
            <a:pathLst>
              <a:path w="200" h="210">
                <a:moveTo>
                  <a:pt x="0" y="209"/>
                </a:moveTo>
                <a:lnTo>
                  <a:pt x="0" y="0"/>
                </a:lnTo>
                <a:lnTo>
                  <a:pt x="199" y="0"/>
                </a:lnTo>
                <a:lnTo>
                  <a:pt x="199" y="209"/>
                </a:lnTo>
                <a:lnTo>
                  <a:pt x="0" y="209"/>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7923" name="Rectangle 36"/>
          <p:cNvSpPr>
            <a:spLocks noChangeArrowheads="1"/>
          </p:cNvSpPr>
          <p:nvPr/>
        </p:nvSpPr>
        <p:spPr bwMode="auto">
          <a:xfrm>
            <a:off x="179388" y="4324350"/>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a:t>
            </a:r>
          </a:p>
        </p:txBody>
      </p:sp>
      <p:sp>
        <p:nvSpPr>
          <p:cNvPr id="37924" name="Rectangle 37"/>
          <p:cNvSpPr>
            <a:spLocks noChangeArrowheads="1"/>
          </p:cNvSpPr>
          <p:nvPr/>
        </p:nvSpPr>
        <p:spPr bwMode="auto">
          <a:xfrm>
            <a:off x="179388" y="4694238"/>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a:t>
            </a:r>
          </a:p>
        </p:txBody>
      </p:sp>
      <p:sp>
        <p:nvSpPr>
          <p:cNvPr id="37925" name="Rectangle 38"/>
          <p:cNvSpPr>
            <a:spLocks noChangeArrowheads="1"/>
          </p:cNvSpPr>
          <p:nvPr/>
        </p:nvSpPr>
        <p:spPr bwMode="auto">
          <a:xfrm>
            <a:off x="363538" y="3976688"/>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a:t>
            </a:r>
          </a:p>
        </p:txBody>
      </p:sp>
      <p:sp>
        <p:nvSpPr>
          <p:cNvPr id="37926" name="Rectangle 39"/>
          <p:cNvSpPr>
            <a:spLocks noChangeArrowheads="1"/>
          </p:cNvSpPr>
          <p:nvPr/>
        </p:nvSpPr>
        <p:spPr bwMode="auto">
          <a:xfrm>
            <a:off x="373063" y="4302125"/>
            <a:ext cx="614362" cy="315913"/>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27" name="Rectangle 40"/>
          <p:cNvSpPr>
            <a:spLocks noChangeArrowheads="1"/>
          </p:cNvSpPr>
          <p:nvPr/>
        </p:nvSpPr>
        <p:spPr bwMode="auto">
          <a:xfrm>
            <a:off x="373063" y="4627563"/>
            <a:ext cx="614362" cy="315912"/>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28" name="Rectangle 41"/>
          <p:cNvSpPr>
            <a:spLocks noChangeArrowheads="1"/>
          </p:cNvSpPr>
          <p:nvPr/>
        </p:nvSpPr>
        <p:spPr bwMode="auto">
          <a:xfrm>
            <a:off x="442913" y="4300538"/>
            <a:ext cx="406400" cy="393700"/>
          </a:xfrm>
          <a:prstGeom prst="rect">
            <a:avLst/>
          </a:prstGeom>
          <a:noFill/>
          <a:ln w="9525">
            <a:noFill/>
            <a:miter lim="800000"/>
            <a:headEnd/>
            <a:tailEnd/>
          </a:ln>
        </p:spPr>
        <p:txBody>
          <a:bodyPr wrap="none" lIns="90488" tIns="44450" rIns="90488" bIns="44450">
            <a:spAutoFit/>
          </a:bodyPr>
          <a:lstStyle/>
          <a:p>
            <a:pPr eaLnBrk="0" hangingPunct="0"/>
            <a:r>
              <a:rPr lang="en-US" altLang="tr-TR" sz="2000">
                <a:solidFill>
                  <a:schemeClr val="tx2"/>
                </a:solidFill>
                <a:latin typeface="Book Antiqua" pitchFamily="18" charset="0"/>
              </a:rPr>
              <a:t>6*</a:t>
            </a:r>
          </a:p>
        </p:txBody>
      </p:sp>
      <p:sp>
        <p:nvSpPr>
          <p:cNvPr id="37929" name="Rectangle 42"/>
          <p:cNvSpPr>
            <a:spLocks noChangeArrowheads="1"/>
          </p:cNvSpPr>
          <p:nvPr/>
        </p:nvSpPr>
        <p:spPr bwMode="auto">
          <a:xfrm>
            <a:off x="1736725" y="4529138"/>
            <a:ext cx="406400" cy="393700"/>
          </a:xfrm>
          <a:prstGeom prst="rect">
            <a:avLst/>
          </a:prstGeom>
          <a:noFill/>
          <a:ln w="9525">
            <a:noFill/>
            <a:miter lim="800000"/>
            <a:headEnd/>
            <a:tailEnd/>
          </a:ln>
        </p:spPr>
        <p:txBody>
          <a:bodyPr wrap="none" lIns="90488" tIns="44450" rIns="90488" bIns="44450">
            <a:spAutoFit/>
          </a:bodyPr>
          <a:lstStyle/>
          <a:p>
            <a:pPr eaLnBrk="0" hangingPunct="0"/>
            <a:r>
              <a:rPr lang="en-US" altLang="tr-TR" sz="2000">
                <a:solidFill>
                  <a:schemeClr val="tx2"/>
                </a:solidFill>
                <a:latin typeface="Book Antiqua" pitchFamily="18" charset="0"/>
              </a:rPr>
              <a:t>6*</a:t>
            </a:r>
          </a:p>
        </p:txBody>
      </p:sp>
      <p:sp>
        <p:nvSpPr>
          <p:cNvPr id="37930" name="Rectangle 43"/>
          <p:cNvSpPr>
            <a:spLocks noChangeArrowheads="1"/>
          </p:cNvSpPr>
          <p:nvPr/>
        </p:nvSpPr>
        <p:spPr bwMode="auto">
          <a:xfrm>
            <a:off x="2955925" y="4986338"/>
            <a:ext cx="406400" cy="393700"/>
          </a:xfrm>
          <a:prstGeom prst="rect">
            <a:avLst/>
          </a:prstGeom>
          <a:noFill/>
          <a:ln w="9525">
            <a:noFill/>
            <a:miter lim="800000"/>
            <a:headEnd/>
            <a:tailEnd/>
          </a:ln>
        </p:spPr>
        <p:txBody>
          <a:bodyPr wrap="none" lIns="90488" tIns="44450" rIns="90488" bIns="44450">
            <a:spAutoFit/>
          </a:bodyPr>
          <a:lstStyle/>
          <a:p>
            <a:pPr eaLnBrk="0" hangingPunct="0"/>
            <a:r>
              <a:rPr lang="en-US" altLang="tr-TR" sz="2000">
                <a:solidFill>
                  <a:schemeClr val="tx2"/>
                </a:solidFill>
                <a:latin typeface="Book Antiqua" pitchFamily="18" charset="0"/>
              </a:rPr>
              <a:t>6*</a:t>
            </a:r>
          </a:p>
        </p:txBody>
      </p:sp>
      <p:sp>
        <p:nvSpPr>
          <p:cNvPr id="37931" name="Rectangle 44"/>
          <p:cNvSpPr>
            <a:spLocks noChangeArrowheads="1"/>
          </p:cNvSpPr>
          <p:nvPr/>
        </p:nvSpPr>
        <p:spPr bwMode="auto">
          <a:xfrm>
            <a:off x="214313" y="2654300"/>
            <a:ext cx="1127125" cy="454025"/>
          </a:xfrm>
          <a:prstGeom prst="rect">
            <a:avLst/>
          </a:prstGeom>
          <a:noFill/>
          <a:ln w="9525">
            <a:noFill/>
            <a:miter lim="800000"/>
            <a:headEnd/>
            <a:tailEnd/>
          </a:ln>
        </p:spPr>
        <p:txBody>
          <a:bodyPr wrap="none" lIns="90488" tIns="44450" rIns="90488" bIns="44450">
            <a:spAutoFit/>
          </a:bodyPr>
          <a:lstStyle/>
          <a:p>
            <a:pPr eaLnBrk="0" hangingPunct="0"/>
            <a:r>
              <a:rPr lang="en-US" altLang="tr-TR">
                <a:solidFill>
                  <a:schemeClr val="tx2"/>
                </a:solidFill>
                <a:latin typeface="Book Antiqua" pitchFamily="18" charset="0"/>
              </a:rPr>
              <a:t>6 = 110</a:t>
            </a:r>
          </a:p>
        </p:txBody>
      </p:sp>
      <p:sp>
        <p:nvSpPr>
          <p:cNvPr id="37932" name="Freeform 45"/>
          <p:cNvSpPr>
            <a:spLocks/>
          </p:cNvSpPr>
          <p:nvPr/>
        </p:nvSpPr>
        <p:spPr bwMode="auto">
          <a:xfrm>
            <a:off x="6389688" y="3587750"/>
            <a:ext cx="317500" cy="333375"/>
          </a:xfrm>
          <a:custGeom>
            <a:avLst/>
            <a:gdLst>
              <a:gd name="T0" fmla="*/ 0 w 200"/>
              <a:gd name="T1" fmla="*/ 331788 h 210"/>
              <a:gd name="T2" fmla="*/ 0 w 200"/>
              <a:gd name="T3" fmla="*/ 0 h 210"/>
              <a:gd name="T4" fmla="*/ 315913 w 200"/>
              <a:gd name="T5" fmla="*/ 0 h 210"/>
              <a:gd name="T6" fmla="*/ 315913 w 200"/>
              <a:gd name="T7" fmla="*/ 331788 h 210"/>
              <a:gd name="T8" fmla="*/ 0 w 200"/>
              <a:gd name="T9" fmla="*/ 331788 h 210"/>
              <a:gd name="T10" fmla="*/ 0 60000 65536"/>
              <a:gd name="T11" fmla="*/ 0 60000 65536"/>
              <a:gd name="T12" fmla="*/ 0 60000 65536"/>
              <a:gd name="T13" fmla="*/ 0 60000 65536"/>
              <a:gd name="T14" fmla="*/ 0 60000 65536"/>
              <a:gd name="T15" fmla="*/ 0 w 200"/>
              <a:gd name="T16" fmla="*/ 0 h 210"/>
              <a:gd name="T17" fmla="*/ 200 w 200"/>
              <a:gd name="T18" fmla="*/ 210 h 210"/>
            </a:gdLst>
            <a:ahLst/>
            <a:cxnLst>
              <a:cxn ang="T10">
                <a:pos x="T0" y="T1"/>
              </a:cxn>
              <a:cxn ang="T11">
                <a:pos x="T2" y="T3"/>
              </a:cxn>
              <a:cxn ang="T12">
                <a:pos x="T4" y="T5"/>
              </a:cxn>
              <a:cxn ang="T13">
                <a:pos x="T6" y="T7"/>
              </a:cxn>
              <a:cxn ang="T14">
                <a:pos x="T8" y="T9"/>
              </a:cxn>
            </a:cxnLst>
            <a:rect l="T15" t="T16" r="T17" b="T18"/>
            <a:pathLst>
              <a:path w="200" h="210">
                <a:moveTo>
                  <a:pt x="0" y="209"/>
                </a:moveTo>
                <a:lnTo>
                  <a:pt x="0" y="0"/>
                </a:lnTo>
                <a:lnTo>
                  <a:pt x="199" y="0"/>
                </a:lnTo>
                <a:lnTo>
                  <a:pt x="199" y="209"/>
                </a:lnTo>
                <a:lnTo>
                  <a:pt x="0" y="209"/>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7933" name="Freeform 46"/>
          <p:cNvSpPr>
            <a:spLocks/>
          </p:cNvSpPr>
          <p:nvPr/>
        </p:nvSpPr>
        <p:spPr bwMode="auto">
          <a:xfrm>
            <a:off x="6389688" y="3919538"/>
            <a:ext cx="631825" cy="1333500"/>
          </a:xfrm>
          <a:custGeom>
            <a:avLst/>
            <a:gdLst>
              <a:gd name="T0" fmla="*/ 0 w 398"/>
              <a:gd name="T1" fmla="*/ 1331913 h 840"/>
              <a:gd name="T2" fmla="*/ 0 w 398"/>
              <a:gd name="T3" fmla="*/ 0 h 840"/>
              <a:gd name="T4" fmla="*/ 630238 w 398"/>
              <a:gd name="T5" fmla="*/ 0 h 840"/>
              <a:gd name="T6" fmla="*/ 630238 w 398"/>
              <a:gd name="T7" fmla="*/ 1331913 h 840"/>
              <a:gd name="T8" fmla="*/ 0 w 398"/>
              <a:gd name="T9" fmla="*/ 1331913 h 840"/>
              <a:gd name="T10" fmla="*/ 0 60000 65536"/>
              <a:gd name="T11" fmla="*/ 0 60000 65536"/>
              <a:gd name="T12" fmla="*/ 0 60000 65536"/>
              <a:gd name="T13" fmla="*/ 0 60000 65536"/>
              <a:gd name="T14" fmla="*/ 0 60000 65536"/>
              <a:gd name="T15" fmla="*/ 0 w 398"/>
              <a:gd name="T16" fmla="*/ 0 h 840"/>
              <a:gd name="T17" fmla="*/ 398 w 398"/>
              <a:gd name="T18" fmla="*/ 840 h 840"/>
            </a:gdLst>
            <a:ahLst/>
            <a:cxnLst>
              <a:cxn ang="T10">
                <a:pos x="T0" y="T1"/>
              </a:cxn>
              <a:cxn ang="T11">
                <a:pos x="T2" y="T3"/>
              </a:cxn>
              <a:cxn ang="T12">
                <a:pos x="T4" y="T5"/>
              </a:cxn>
              <a:cxn ang="T13">
                <a:pos x="T6" y="T7"/>
              </a:cxn>
              <a:cxn ang="T14">
                <a:pos x="T8" y="T9"/>
              </a:cxn>
            </a:cxnLst>
            <a:rect l="T15" t="T16" r="T17" b="T18"/>
            <a:pathLst>
              <a:path w="398" h="840">
                <a:moveTo>
                  <a:pt x="0" y="839"/>
                </a:moveTo>
                <a:lnTo>
                  <a:pt x="0" y="0"/>
                </a:lnTo>
                <a:lnTo>
                  <a:pt x="397" y="0"/>
                </a:lnTo>
                <a:lnTo>
                  <a:pt x="397" y="839"/>
                </a:lnTo>
                <a:lnTo>
                  <a:pt x="0" y="839"/>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7934" name="Rectangle 47"/>
          <p:cNvSpPr>
            <a:spLocks noChangeArrowheads="1"/>
          </p:cNvSpPr>
          <p:nvPr/>
        </p:nvSpPr>
        <p:spPr bwMode="auto">
          <a:xfrm>
            <a:off x="6045200" y="394335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a:t>
            </a:r>
            <a:r>
              <a:rPr lang="en-US" altLang="tr-TR" sz="1400" b="1">
                <a:solidFill>
                  <a:schemeClr val="accent2"/>
                </a:solidFill>
                <a:latin typeface="Helvetica" pitchFamily="34" charset="0"/>
              </a:rPr>
              <a:t>0</a:t>
            </a:r>
          </a:p>
        </p:txBody>
      </p:sp>
      <p:sp>
        <p:nvSpPr>
          <p:cNvPr id="37935" name="Rectangle 48"/>
          <p:cNvSpPr>
            <a:spLocks noChangeArrowheads="1"/>
          </p:cNvSpPr>
          <p:nvPr/>
        </p:nvSpPr>
        <p:spPr bwMode="auto">
          <a:xfrm>
            <a:off x="6045200" y="4313238"/>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a:t>
            </a:r>
            <a:r>
              <a:rPr lang="en-US" altLang="tr-TR" sz="1400" b="1">
                <a:solidFill>
                  <a:schemeClr val="accent2"/>
                </a:solidFill>
                <a:latin typeface="Helvetica" pitchFamily="34" charset="0"/>
              </a:rPr>
              <a:t>0</a:t>
            </a:r>
          </a:p>
        </p:txBody>
      </p:sp>
      <p:sp>
        <p:nvSpPr>
          <p:cNvPr id="37936" name="Rectangle 49"/>
          <p:cNvSpPr>
            <a:spLocks noChangeArrowheads="1"/>
          </p:cNvSpPr>
          <p:nvPr/>
        </p:nvSpPr>
        <p:spPr bwMode="auto">
          <a:xfrm>
            <a:off x="6045200" y="462915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a:t>
            </a:r>
            <a:r>
              <a:rPr lang="en-US" altLang="tr-TR" sz="1400" b="1">
                <a:solidFill>
                  <a:schemeClr val="accent2"/>
                </a:solidFill>
                <a:latin typeface="Helvetica" pitchFamily="34" charset="0"/>
              </a:rPr>
              <a:t>1</a:t>
            </a:r>
          </a:p>
        </p:txBody>
      </p:sp>
      <p:sp>
        <p:nvSpPr>
          <p:cNvPr id="37937" name="Rectangle 50"/>
          <p:cNvSpPr>
            <a:spLocks noChangeArrowheads="1"/>
          </p:cNvSpPr>
          <p:nvPr/>
        </p:nvSpPr>
        <p:spPr bwMode="auto">
          <a:xfrm>
            <a:off x="6045200" y="497205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a:t>
            </a:r>
            <a:r>
              <a:rPr lang="en-US" altLang="tr-TR" sz="1400" b="1">
                <a:solidFill>
                  <a:schemeClr val="accent2"/>
                </a:solidFill>
                <a:latin typeface="Helvetica" pitchFamily="34" charset="0"/>
              </a:rPr>
              <a:t>1</a:t>
            </a:r>
          </a:p>
        </p:txBody>
      </p:sp>
      <p:sp>
        <p:nvSpPr>
          <p:cNvPr id="37938" name="Rectangle 51"/>
          <p:cNvSpPr>
            <a:spLocks noChangeArrowheads="1"/>
          </p:cNvSpPr>
          <p:nvPr/>
        </p:nvSpPr>
        <p:spPr bwMode="auto">
          <a:xfrm>
            <a:off x="6383338" y="3594100"/>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2</a:t>
            </a:r>
          </a:p>
        </p:txBody>
      </p:sp>
      <p:sp>
        <p:nvSpPr>
          <p:cNvPr id="37939" name="Rectangle 52"/>
          <p:cNvSpPr>
            <a:spLocks noChangeArrowheads="1"/>
          </p:cNvSpPr>
          <p:nvPr/>
        </p:nvSpPr>
        <p:spPr bwMode="auto">
          <a:xfrm>
            <a:off x="6392863" y="3921125"/>
            <a:ext cx="614362" cy="315913"/>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40" name="Rectangle 53"/>
          <p:cNvSpPr>
            <a:spLocks noChangeArrowheads="1"/>
          </p:cNvSpPr>
          <p:nvPr/>
        </p:nvSpPr>
        <p:spPr bwMode="auto">
          <a:xfrm>
            <a:off x="6392863" y="4246563"/>
            <a:ext cx="614362" cy="315912"/>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41" name="Rectangle 54"/>
          <p:cNvSpPr>
            <a:spLocks noChangeArrowheads="1"/>
          </p:cNvSpPr>
          <p:nvPr/>
        </p:nvSpPr>
        <p:spPr bwMode="auto">
          <a:xfrm>
            <a:off x="6392863" y="4572000"/>
            <a:ext cx="614362" cy="317500"/>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42" name="Freeform 55"/>
          <p:cNvSpPr>
            <a:spLocks/>
          </p:cNvSpPr>
          <p:nvPr/>
        </p:nvSpPr>
        <p:spPr bwMode="auto">
          <a:xfrm>
            <a:off x="7608888" y="2673350"/>
            <a:ext cx="317500" cy="333375"/>
          </a:xfrm>
          <a:custGeom>
            <a:avLst/>
            <a:gdLst>
              <a:gd name="T0" fmla="*/ 0 w 200"/>
              <a:gd name="T1" fmla="*/ 331788 h 210"/>
              <a:gd name="T2" fmla="*/ 0 w 200"/>
              <a:gd name="T3" fmla="*/ 0 h 210"/>
              <a:gd name="T4" fmla="*/ 315913 w 200"/>
              <a:gd name="T5" fmla="*/ 0 h 210"/>
              <a:gd name="T6" fmla="*/ 315913 w 200"/>
              <a:gd name="T7" fmla="*/ 331788 h 210"/>
              <a:gd name="T8" fmla="*/ 0 w 200"/>
              <a:gd name="T9" fmla="*/ 331788 h 210"/>
              <a:gd name="T10" fmla="*/ 0 60000 65536"/>
              <a:gd name="T11" fmla="*/ 0 60000 65536"/>
              <a:gd name="T12" fmla="*/ 0 60000 65536"/>
              <a:gd name="T13" fmla="*/ 0 60000 65536"/>
              <a:gd name="T14" fmla="*/ 0 60000 65536"/>
              <a:gd name="T15" fmla="*/ 0 w 200"/>
              <a:gd name="T16" fmla="*/ 0 h 210"/>
              <a:gd name="T17" fmla="*/ 200 w 200"/>
              <a:gd name="T18" fmla="*/ 210 h 210"/>
            </a:gdLst>
            <a:ahLst/>
            <a:cxnLst>
              <a:cxn ang="T10">
                <a:pos x="T0" y="T1"/>
              </a:cxn>
              <a:cxn ang="T11">
                <a:pos x="T2" y="T3"/>
              </a:cxn>
              <a:cxn ang="T12">
                <a:pos x="T4" y="T5"/>
              </a:cxn>
              <a:cxn ang="T13">
                <a:pos x="T6" y="T7"/>
              </a:cxn>
              <a:cxn ang="T14">
                <a:pos x="T8" y="T9"/>
              </a:cxn>
            </a:cxnLst>
            <a:rect l="T15" t="T16" r="T17" b="T18"/>
            <a:pathLst>
              <a:path w="200" h="210">
                <a:moveTo>
                  <a:pt x="0" y="209"/>
                </a:moveTo>
                <a:lnTo>
                  <a:pt x="0" y="0"/>
                </a:lnTo>
                <a:lnTo>
                  <a:pt x="199" y="0"/>
                </a:lnTo>
                <a:lnTo>
                  <a:pt x="199" y="209"/>
                </a:lnTo>
                <a:lnTo>
                  <a:pt x="0" y="209"/>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7943" name="Freeform 56"/>
          <p:cNvSpPr>
            <a:spLocks/>
          </p:cNvSpPr>
          <p:nvPr/>
        </p:nvSpPr>
        <p:spPr bwMode="auto">
          <a:xfrm>
            <a:off x="7608888" y="3005138"/>
            <a:ext cx="631825" cy="1333500"/>
          </a:xfrm>
          <a:custGeom>
            <a:avLst/>
            <a:gdLst>
              <a:gd name="T0" fmla="*/ 0 w 398"/>
              <a:gd name="T1" fmla="*/ 1331913 h 840"/>
              <a:gd name="T2" fmla="*/ 0 w 398"/>
              <a:gd name="T3" fmla="*/ 0 h 840"/>
              <a:gd name="T4" fmla="*/ 630238 w 398"/>
              <a:gd name="T5" fmla="*/ 0 h 840"/>
              <a:gd name="T6" fmla="*/ 630238 w 398"/>
              <a:gd name="T7" fmla="*/ 1331913 h 840"/>
              <a:gd name="T8" fmla="*/ 0 w 398"/>
              <a:gd name="T9" fmla="*/ 1331913 h 840"/>
              <a:gd name="T10" fmla="*/ 0 60000 65536"/>
              <a:gd name="T11" fmla="*/ 0 60000 65536"/>
              <a:gd name="T12" fmla="*/ 0 60000 65536"/>
              <a:gd name="T13" fmla="*/ 0 60000 65536"/>
              <a:gd name="T14" fmla="*/ 0 60000 65536"/>
              <a:gd name="T15" fmla="*/ 0 w 398"/>
              <a:gd name="T16" fmla="*/ 0 h 840"/>
              <a:gd name="T17" fmla="*/ 398 w 398"/>
              <a:gd name="T18" fmla="*/ 840 h 840"/>
            </a:gdLst>
            <a:ahLst/>
            <a:cxnLst>
              <a:cxn ang="T10">
                <a:pos x="T0" y="T1"/>
              </a:cxn>
              <a:cxn ang="T11">
                <a:pos x="T2" y="T3"/>
              </a:cxn>
              <a:cxn ang="T12">
                <a:pos x="T4" y="T5"/>
              </a:cxn>
              <a:cxn ang="T13">
                <a:pos x="T6" y="T7"/>
              </a:cxn>
              <a:cxn ang="T14">
                <a:pos x="T8" y="T9"/>
              </a:cxn>
            </a:cxnLst>
            <a:rect l="T15" t="T16" r="T17" b="T18"/>
            <a:pathLst>
              <a:path w="398" h="840">
                <a:moveTo>
                  <a:pt x="0" y="839"/>
                </a:moveTo>
                <a:lnTo>
                  <a:pt x="0" y="0"/>
                </a:lnTo>
                <a:lnTo>
                  <a:pt x="397" y="0"/>
                </a:lnTo>
                <a:lnTo>
                  <a:pt x="397" y="839"/>
                </a:lnTo>
                <a:lnTo>
                  <a:pt x="0" y="839"/>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7944" name="Rectangle 57"/>
          <p:cNvSpPr>
            <a:spLocks noChangeArrowheads="1"/>
          </p:cNvSpPr>
          <p:nvPr/>
        </p:nvSpPr>
        <p:spPr bwMode="auto">
          <a:xfrm>
            <a:off x="7602538" y="2681288"/>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3</a:t>
            </a:r>
          </a:p>
        </p:txBody>
      </p:sp>
      <p:sp>
        <p:nvSpPr>
          <p:cNvPr id="37945" name="Rectangle 58"/>
          <p:cNvSpPr>
            <a:spLocks noChangeArrowheads="1"/>
          </p:cNvSpPr>
          <p:nvPr/>
        </p:nvSpPr>
        <p:spPr bwMode="auto">
          <a:xfrm>
            <a:off x="7612063" y="3006725"/>
            <a:ext cx="614362" cy="315913"/>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46" name="Rectangle 59"/>
          <p:cNvSpPr>
            <a:spLocks noChangeArrowheads="1"/>
          </p:cNvSpPr>
          <p:nvPr/>
        </p:nvSpPr>
        <p:spPr bwMode="auto">
          <a:xfrm>
            <a:off x="7612063" y="3332163"/>
            <a:ext cx="614362" cy="315912"/>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47" name="Rectangle 60"/>
          <p:cNvSpPr>
            <a:spLocks noChangeArrowheads="1"/>
          </p:cNvSpPr>
          <p:nvPr/>
        </p:nvSpPr>
        <p:spPr bwMode="auto">
          <a:xfrm>
            <a:off x="7612063" y="3657600"/>
            <a:ext cx="614362" cy="317500"/>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48" name="Freeform 61"/>
          <p:cNvSpPr>
            <a:spLocks/>
          </p:cNvSpPr>
          <p:nvPr/>
        </p:nvSpPr>
        <p:spPr bwMode="auto">
          <a:xfrm>
            <a:off x="7608888" y="4335463"/>
            <a:ext cx="631825" cy="1333500"/>
          </a:xfrm>
          <a:custGeom>
            <a:avLst/>
            <a:gdLst>
              <a:gd name="T0" fmla="*/ 0 w 398"/>
              <a:gd name="T1" fmla="*/ 1331913 h 840"/>
              <a:gd name="T2" fmla="*/ 0 w 398"/>
              <a:gd name="T3" fmla="*/ 0 h 840"/>
              <a:gd name="T4" fmla="*/ 630238 w 398"/>
              <a:gd name="T5" fmla="*/ 0 h 840"/>
              <a:gd name="T6" fmla="*/ 630238 w 398"/>
              <a:gd name="T7" fmla="*/ 1331913 h 840"/>
              <a:gd name="T8" fmla="*/ 0 w 398"/>
              <a:gd name="T9" fmla="*/ 1331913 h 840"/>
              <a:gd name="T10" fmla="*/ 0 60000 65536"/>
              <a:gd name="T11" fmla="*/ 0 60000 65536"/>
              <a:gd name="T12" fmla="*/ 0 60000 65536"/>
              <a:gd name="T13" fmla="*/ 0 60000 65536"/>
              <a:gd name="T14" fmla="*/ 0 60000 65536"/>
              <a:gd name="T15" fmla="*/ 0 w 398"/>
              <a:gd name="T16" fmla="*/ 0 h 840"/>
              <a:gd name="T17" fmla="*/ 398 w 398"/>
              <a:gd name="T18" fmla="*/ 840 h 840"/>
            </a:gdLst>
            <a:ahLst/>
            <a:cxnLst>
              <a:cxn ang="T10">
                <a:pos x="T0" y="T1"/>
              </a:cxn>
              <a:cxn ang="T11">
                <a:pos x="T2" y="T3"/>
              </a:cxn>
              <a:cxn ang="T12">
                <a:pos x="T4" y="T5"/>
              </a:cxn>
              <a:cxn ang="T13">
                <a:pos x="T6" y="T7"/>
              </a:cxn>
              <a:cxn ang="T14">
                <a:pos x="T8" y="T9"/>
              </a:cxn>
            </a:cxnLst>
            <a:rect l="T15" t="T16" r="T17" b="T18"/>
            <a:pathLst>
              <a:path w="398" h="840">
                <a:moveTo>
                  <a:pt x="0" y="839"/>
                </a:moveTo>
                <a:lnTo>
                  <a:pt x="0" y="0"/>
                </a:lnTo>
                <a:lnTo>
                  <a:pt x="397" y="0"/>
                </a:lnTo>
                <a:lnTo>
                  <a:pt x="397" y="839"/>
                </a:lnTo>
                <a:lnTo>
                  <a:pt x="0" y="839"/>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37949" name="Rectangle 62"/>
          <p:cNvSpPr>
            <a:spLocks noChangeArrowheads="1"/>
          </p:cNvSpPr>
          <p:nvPr/>
        </p:nvSpPr>
        <p:spPr bwMode="auto">
          <a:xfrm>
            <a:off x="7612063" y="4337050"/>
            <a:ext cx="614362" cy="315913"/>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50" name="Rectangle 63"/>
          <p:cNvSpPr>
            <a:spLocks noChangeArrowheads="1"/>
          </p:cNvSpPr>
          <p:nvPr/>
        </p:nvSpPr>
        <p:spPr bwMode="auto">
          <a:xfrm>
            <a:off x="7612063" y="4662488"/>
            <a:ext cx="614362" cy="315912"/>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51" name="Rectangle 64"/>
          <p:cNvSpPr>
            <a:spLocks noChangeArrowheads="1"/>
          </p:cNvSpPr>
          <p:nvPr/>
        </p:nvSpPr>
        <p:spPr bwMode="auto">
          <a:xfrm>
            <a:off x="7612063" y="4987925"/>
            <a:ext cx="614362" cy="317500"/>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52" name="Freeform 65"/>
          <p:cNvSpPr>
            <a:spLocks/>
          </p:cNvSpPr>
          <p:nvPr/>
        </p:nvSpPr>
        <p:spPr bwMode="auto">
          <a:xfrm>
            <a:off x="5094288" y="3968750"/>
            <a:ext cx="317500" cy="333375"/>
          </a:xfrm>
          <a:custGeom>
            <a:avLst/>
            <a:gdLst>
              <a:gd name="T0" fmla="*/ 0 w 200"/>
              <a:gd name="T1" fmla="*/ 331788 h 210"/>
              <a:gd name="T2" fmla="*/ 0 w 200"/>
              <a:gd name="T3" fmla="*/ 0 h 210"/>
              <a:gd name="T4" fmla="*/ 315913 w 200"/>
              <a:gd name="T5" fmla="*/ 0 h 210"/>
              <a:gd name="T6" fmla="*/ 315913 w 200"/>
              <a:gd name="T7" fmla="*/ 331788 h 210"/>
              <a:gd name="T8" fmla="*/ 0 w 200"/>
              <a:gd name="T9" fmla="*/ 331788 h 210"/>
              <a:gd name="T10" fmla="*/ 0 60000 65536"/>
              <a:gd name="T11" fmla="*/ 0 60000 65536"/>
              <a:gd name="T12" fmla="*/ 0 60000 65536"/>
              <a:gd name="T13" fmla="*/ 0 60000 65536"/>
              <a:gd name="T14" fmla="*/ 0 60000 65536"/>
              <a:gd name="T15" fmla="*/ 0 w 200"/>
              <a:gd name="T16" fmla="*/ 0 h 210"/>
              <a:gd name="T17" fmla="*/ 200 w 200"/>
              <a:gd name="T18" fmla="*/ 210 h 210"/>
            </a:gdLst>
            <a:ahLst/>
            <a:cxnLst>
              <a:cxn ang="T10">
                <a:pos x="T0" y="T1"/>
              </a:cxn>
              <a:cxn ang="T11">
                <a:pos x="T2" y="T3"/>
              </a:cxn>
              <a:cxn ang="T12">
                <a:pos x="T4" y="T5"/>
              </a:cxn>
              <a:cxn ang="T13">
                <a:pos x="T6" y="T7"/>
              </a:cxn>
              <a:cxn ang="T14">
                <a:pos x="T8" y="T9"/>
              </a:cxn>
            </a:cxnLst>
            <a:rect l="T15" t="T16" r="T17" b="T18"/>
            <a:pathLst>
              <a:path w="200" h="210">
                <a:moveTo>
                  <a:pt x="0" y="209"/>
                </a:moveTo>
                <a:lnTo>
                  <a:pt x="0" y="0"/>
                </a:lnTo>
                <a:lnTo>
                  <a:pt x="199" y="0"/>
                </a:lnTo>
                <a:lnTo>
                  <a:pt x="199" y="209"/>
                </a:lnTo>
                <a:lnTo>
                  <a:pt x="0" y="209"/>
                </a:lnTo>
              </a:path>
            </a:pathLst>
          </a:custGeom>
          <a:pattFill prst="pct20">
            <a:fgClr>
              <a:schemeClr val="tx2"/>
            </a:fgClr>
            <a:bgClr>
              <a:schemeClr val="bg1"/>
            </a:bgClr>
          </a:pattFill>
          <a:ln w="12700" cap="rnd" cmpd="sng">
            <a:solidFill>
              <a:srgbClr val="000000"/>
            </a:solidFill>
            <a:prstDash val="solid"/>
            <a:round/>
            <a:headEnd type="none" w="sm" len="sm"/>
            <a:tailEnd type="none" w="sm" len="sm"/>
          </a:ln>
        </p:spPr>
        <p:txBody>
          <a:bodyPr/>
          <a:lstStyle/>
          <a:p>
            <a:endParaRPr lang="tr-TR"/>
          </a:p>
        </p:txBody>
      </p:sp>
      <p:sp>
        <p:nvSpPr>
          <p:cNvPr id="37953" name="Rectangle 66"/>
          <p:cNvSpPr>
            <a:spLocks noChangeArrowheads="1"/>
          </p:cNvSpPr>
          <p:nvPr/>
        </p:nvSpPr>
        <p:spPr bwMode="auto">
          <a:xfrm>
            <a:off x="4902200" y="4325938"/>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a:t>
            </a:r>
          </a:p>
        </p:txBody>
      </p:sp>
      <p:sp>
        <p:nvSpPr>
          <p:cNvPr id="37954" name="Rectangle 67"/>
          <p:cNvSpPr>
            <a:spLocks noChangeArrowheads="1"/>
          </p:cNvSpPr>
          <p:nvPr/>
        </p:nvSpPr>
        <p:spPr bwMode="auto">
          <a:xfrm>
            <a:off x="4902200" y="4695825"/>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a:t>
            </a:r>
          </a:p>
        </p:txBody>
      </p:sp>
      <p:sp>
        <p:nvSpPr>
          <p:cNvPr id="37955" name="Rectangle 68"/>
          <p:cNvSpPr>
            <a:spLocks noChangeArrowheads="1"/>
          </p:cNvSpPr>
          <p:nvPr/>
        </p:nvSpPr>
        <p:spPr bwMode="auto">
          <a:xfrm>
            <a:off x="5087938" y="3976688"/>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a:t>
            </a:r>
          </a:p>
        </p:txBody>
      </p:sp>
      <p:sp>
        <p:nvSpPr>
          <p:cNvPr id="37956" name="Rectangle 69"/>
          <p:cNvSpPr>
            <a:spLocks noChangeArrowheads="1"/>
          </p:cNvSpPr>
          <p:nvPr/>
        </p:nvSpPr>
        <p:spPr bwMode="auto">
          <a:xfrm>
            <a:off x="5097463" y="4302125"/>
            <a:ext cx="614362" cy="315913"/>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57" name="Rectangle 70"/>
          <p:cNvSpPr>
            <a:spLocks noChangeArrowheads="1"/>
          </p:cNvSpPr>
          <p:nvPr/>
        </p:nvSpPr>
        <p:spPr bwMode="auto">
          <a:xfrm>
            <a:off x="5097463" y="4627563"/>
            <a:ext cx="614362" cy="315912"/>
          </a:xfrm>
          <a:prstGeom prst="rect">
            <a:avLst/>
          </a:prstGeom>
          <a:noFill/>
          <a:ln w="12700">
            <a:solidFill>
              <a:schemeClr val="tx2"/>
            </a:solidFill>
            <a:miter lim="800000"/>
            <a:headEnd/>
            <a:tailEnd/>
          </a:ln>
        </p:spPr>
        <p:txBody>
          <a:bodyPr wrap="none" anchor="ctr"/>
          <a:lstStyle/>
          <a:p>
            <a:pPr eaLnBrk="0" hangingPunct="0"/>
            <a:endParaRPr lang="tr-TR"/>
          </a:p>
        </p:txBody>
      </p:sp>
      <p:sp>
        <p:nvSpPr>
          <p:cNvPr id="37958" name="Rectangle 71"/>
          <p:cNvSpPr>
            <a:spLocks noChangeArrowheads="1"/>
          </p:cNvSpPr>
          <p:nvPr/>
        </p:nvSpPr>
        <p:spPr bwMode="auto">
          <a:xfrm>
            <a:off x="5164138" y="4603750"/>
            <a:ext cx="406400" cy="393700"/>
          </a:xfrm>
          <a:prstGeom prst="rect">
            <a:avLst/>
          </a:prstGeom>
          <a:noFill/>
          <a:ln w="9525">
            <a:noFill/>
            <a:miter lim="800000"/>
            <a:headEnd/>
            <a:tailEnd/>
          </a:ln>
        </p:spPr>
        <p:txBody>
          <a:bodyPr wrap="none" lIns="90488" tIns="44450" rIns="90488" bIns="44450">
            <a:spAutoFit/>
          </a:bodyPr>
          <a:lstStyle/>
          <a:p>
            <a:pPr eaLnBrk="0" hangingPunct="0"/>
            <a:r>
              <a:rPr lang="en-US" altLang="tr-TR" sz="2000">
                <a:solidFill>
                  <a:schemeClr val="tx2"/>
                </a:solidFill>
                <a:latin typeface="Book Antiqua" pitchFamily="18" charset="0"/>
              </a:rPr>
              <a:t>6*</a:t>
            </a:r>
          </a:p>
        </p:txBody>
      </p:sp>
      <p:sp>
        <p:nvSpPr>
          <p:cNvPr id="37959" name="Rectangle 72"/>
          <p:cNvSpPr>
            <a:spLocks noChangeArrowheads="1"/>
          </p:cNvSpPr>
          <p:nvPr/>
        </p:nvSpPr>
        <p:spPr bwMode="auto">
          <a:xfrm>
            <a:off x="6459538" y="4832350"/>
            <a:ext cx="406400" cy="393700"/>
          </a:xfrm>
          <a:prstGeom prst="rect">
            <a:avLst/>
          </a:prstGeom>
          <a:noFill/>
          <a:ln w="9525">
            <a:noFill/>
            <a:miter lim="800000"/>
            <a:headEnd/>
            <a:tailEnd/>
          </a:ln>
        </p:spPr>
        <p:txBody>
          <a:bodyPr wrap="none" lIns="90488" tIns="44450" rIns="90488" bIns="44450">
            <a:spAutoFit/>
          </a:bodyPr>
          <a:lstStyle/>
          <a:p>
            <a:pPr eaLnBrk="0" hangingPunct="0"/>
            <a:r>
              <a:rPr lang="en-US" altLang="tr-TR" sz="2000">
                <a:solidFill>
                  <a:schemeClr val="tx2"/>
                </a:solidFill>
                <a:latin typeface="Book Antiqua" pitchFamily="18" charset="0"/>
              </a:rPr>
              <a:t>6*</a:t>
            </a:r>
          </a:p>
        </p:txBody>
      </p:sp>
      <p:sp>
        <p:nvSpPr>
          <p:cNvPr id="37960" name="Rectangle 73"/>
          <p:cNvSpPr>
            <a:spLocks noChangeArrowheads="1"/>
          </p:cNvSpPr>
          <p:nvPr/>
        </p:nvSpPr>
        <p:spPr bwMode="auto">
          <a:xfrm>
            <a:off x="7678738" y="4984750"/>
            <a:ext cx="406400" cy="393700"/>
          </a:xfrm>
          <a:prstGeom prst="rect">
            <a:avLst/>
          </a:prstGeom>
          <a:noFill/>
          <a:ln w="9525">
            <a:noFill/>
            <a:miter lim="800000"/>
            <a:headEnd/>
            <a:tailEnd/>
          </a:ln>
        </p:spPr>
        <p:txBody>
          <a:bodyPr wrap="none" lIns="90488" tIns="44450" rIns="90488" bIns="44450">
            <a:spAutoFit/>
          </a:bodyPr>
          <a:lstStyle/>
          <a:p>
            <a:pPr eaLnBrk="0" hangingPunct="0"/>
            <a:r>
              <a:rPr lang="en-US" altLang="tr-TR" sz="2000">
                <a:solidFill>
                  <a:schemeClr val="tx2"/>
                </a:solidFill>
                <a:latin typeface="Book Antiqua" pitchFamily="18" charset="0"/>
              </a:rPr>
              <a:t>6*</a:t>
            </a:r>
          </a:p>
        </p:txBody>
      </p:sp>
      <p:sp>
        <p:nvSpPr>
          <p:cNvPr id="37961" name="Rectangle 74"/>
          <p:cNvSpPr>
            <a:spLocks noChangeArrowheads="1"/>
          </p:cNvSpPr>
          <p:nvPr/>
        </p:nvSpPr>
        <p:spPr bwMode="auto">
          <a:xfrm>
            <a:off x="4937125" y="2652713"/>
            <a:ext cx="1127125" cy="454025"/>
          </a:xfrm>
          <a:prstGeom prst="rect">
            <a:avLst/>
          </a:prstGeom>
          <a:noFill/>
          <a:ln w="9525">
            <a:noFill/>
            <a:miter lim="800000"/>
            <a:headEnd/>
            <a:tailEnd/>
          </a:ln>
        </p:spPr>
        <p:txBody>
          <a:bodyPr wrap="none" lIns="90488" tIns="44450" rIns="90488" bIns="44450">
            <a:spAutoFit/>
          </a:bodyPr>
          <a:lstStyle/>
          <a:p>
            <a:pPr eaLnBrk="0" hangingPunct="0"/>
            <a:r>
              <a:rPr lang="en-US" altLang="tr-TR">
                <a:solidFill>
                  <a:schemeClr val="tx2"/>
                </a:solidFill>
                <a:latin typeface="Book Antiqua" pitchFamily="18" charset="0"/>
              </a:rPr>
              <a:t>6 = 110</a:t>
            </a:r>
          </a:p>
        </p:txBody>
      </p:sp>
      <p:sp>
        <p:nvSpPr>
          <p:cNvPr id="37962" name="Rectangle 75"/>
          <p:cNvSpPr>
            <a:spLocks noChangeArrowheads="1"/>
          </p:cNvSpPr>
          <p:nvPr/>
        </p:nvSpPr>
        <p:spPr bwMode="auto">
          <a:xfrm>
            <a:off x="7188200" y="30289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00</a:t>
            </a:r>
            <a:r>
              <a:rPr lang="en-US" altLang="tr-TR" sz="1400" b="1">
                <a:solidFill>
                  <a:schemeClr val="accent2"/>
                </a:solidFill>
                <a:latin typeface="Helvetica" pitchFamily="34" charset="0"/>
              </a:rPr>
              <a:t>0</a:t>
            </a:r>
          </a:p>
        </p:txBody>
      </p:sp>
      <p:sp>
        <p:nvSpPr>
          <p:cNvPr id="37963" name="Rectangle 76"/>
          <p:cNvSpPr>
            <a:spLocks noChangeArrowheads="1"/>
          </p:cNvSpPr>
          <p:nvPr/>
        </p:nvSpPr>
        <p:spPr bwMode="auto">
          <a:xfrm>
            <a:off x="7188200" y="33988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10</a:t>
            </a:r>
            <a:r>
              <a:rPr lang="en-US" altLang="tr-TR" sz="1400" b="1">
                <a:solidFill>
                  <a:schemeClr val="accent2"/>
                </a:solidFill>
                <a:latin typeface="Helvetica" pitchFamily="34" charset="0"/>
              </a:rPr>
              <a:t>0</a:t>
            </a:r>
          </a:p>
        </p:txBody>
      </p:sp>
      <p:sp>
        <p:nvSpPr>
          <p:cNvPr id="37964" name="Rectangle 77"/>
          <p:cNvSpPr>
            <a:spLocks noChangeArrowheads="1"/>
          </p:cNvSpPr>
          <p:nvPr/>
        </p:nvSpPr>
        <p:spPr bwMode="auto">
          <a:xfrm>
            <a:off x="7188200" y="37147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01</a:t>
            </a:r>
            <a:r>
              <a:rPr lang="en-US" altLang="tr-TR" sz="1400" b="1">
                <a:solidFill>
                  <a:schemeClr val="accent2"/>
                </a:solidFill>
                <a:latin typeface="Helvetica" pitchFamily="34" charset="0"/>
              </a:rPr>
              <a:t>0</a:t>
            </a:r>
          </a:p>
        </p:txBody>
      </p:sp>
      <p:sp>
        <p:nvSpPr>
          <p:cNvPr id="37965" name="Rectangle 78"/>
          <p:cNvSpPr>
            <a:spLocks noChangeArrowheads="1"/>
          </p:cNvSpPr>
          <p:nvPr/>
        </p:nvSpPr>
        <p:spPr bwMode="auto">
          <a:xfrm>
            <a:off x="7188200" y="40576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11</a:t>
            </a:r>
            <a:r>
              <a:rPr lang="en-US" altLang="tr-TR" sz="1400" b="1">
                <a:solidFill>
                  <a:schemeClr val="accent2"/>
                </a:solidFill>
                <a:latin typeface="Helvetica" pitchFamily="34" charset="0"/>
              </a:rPr>
              <a:t>0</a:t>
            </a:r>
          </a:p>
        </p:txBody>
      </p:sp>
      <p:sp>
        <p:nvSpPr>
          <p:cNvPr id="37966" name="Rectangle 79"/>
          <p:cNvSpPr>
            <a:spLocks noChangeArrowheads="1"/>
          </p:cNvSpPr>
          <p:nvPr/>
        </p:nvSpPr>
        <p:spPr bwMode="auto">
          <a:xfrm>
            <a:off x="7188200" y="44005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00</a:t>
            </a:r>
            <a:r>
              <a:rPr lang="en-US" altLang="tr-TR" sz="1400" b="1">
                <a:solidFill>
                  <a:schemeClr val="accent2"/>
                </a:solidFill>
                <a:latin typeface="Helvetica" pitchFamily="34" charset="0"/>
              </a:rPr>
              <a:t>1</a:t>
            </a:r>
          </a:p>
        </p:txBody>
      </p:sp>
      <p:sp>
        <p:nvSpPr>
          <p:cNvPr id="37967" name="Rectangle 80"/>
          <p:cNvSpPr>
            <a:spLocks noChangeArrowheads="1"/>
          </p:cNvSpPr>
          <p:nvPr/>
        </p:nvSpPr>
        <p:spPr bwMode="auto">
          <a:xfrm>
            <a:off x="7188200" y="47704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10</a:t>
            </a:r>
            <a:r>
              <a:rPr lang="en-US" altLang="tr-TR" sz="1400" b="1">
                <a:solidFill>
                  <a:schemeClr val="accent2"/>
                </a:solidFill>
                <a:latin typeface="Helvetica" pitchFamily="34" charset="0"/>
              </a:rPr>
              <a:t>1</a:t>
            </a:r>
          </a:p>
        </p:txBody>
      </p:sp>
      <p:sp>
        <p:nvSpPr>
          <p:cNvPr id="37968" name="Rectangle 81"/>
          <p:cNvSpPr>
            <a:spLocks noChangeArrowheads="1"/>
          </p:cNvSpPr>
          <p:nvPr/>
        </p:nvSpPr>
        <p:spPr bwMode="auto">
          <a:xfrm>
            <a:off x="7188200" y="50863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01</a:t>
            </a:r>
            <a:r>
              <a:rPr lang="en-US" altLang="tr-TR" sz="1400" b="1">
                <a:solidFill>
                  <a:schemeClr val="accent2"/>
                </a:solidFill>
                <a:latin typeface="Helvetica" pitchFamily="34" charset="0"/>
              </a:rPr>
              <a:t>1</a:t>
            </a:r>
          </a:p>
        </p:txBody>
      </p:sp>
      <p:sp>
        <p:nvSpPr>
          <p:cNvPr id="37969" name="Rectangle 82"/>
          <p:cNvSpPr>
            <a:spLocks noChangeArrowheads="1"/>
          </p:cNvSpPr>
          <p:nvPr/>
        </p:nvSpPr>
        <p:spPr bwMode="auto">
          <a:xfrm>
            <a:off x="7188200" y="54292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latin typeface="Helvetica" pitchFamily="34" charset="0"/>
              </a:rPr>
              <a:t>11</a:t>
            </a:r>
            <a:r>
              <a:rPr lang="en-US" altLang="tr-TR" sz="1400" b="1">
                <a:solidFill>
                  <a:schemeClr val="accent2"/>
                </a:solidFill>
                <a:latin typeface="Helvetica" pitchFamily="34" charset="0"/>
              </a:rPr>
              <a:t>1</a:t>
            </a:r>
          </a:p>
        </p:txBody>
      </p:sp>
      <p:sp>
        <p:nvSpPr>
          <p:cNvPr id="37970" name="Rectangle 83"/>
          <p:cNvSpPr>
            <a:spLocks noChangeArrowheads="1"/>
          </p:cNvSpPr>
          <p:nvPr/>
        </p:nvSpPr>
        <p:spPr bwMode="auto">
          <a:xfrm>
            <a:off x="366713" y="6007100"/>
            <a:ext cx="2409825" cy="454025"/>
          </a:xfrm>
          <a:prstGeom prst="rect">
            <a:avLst/>
          </a:prstGeom>
          <a:noFill/>
          <a:ln w="9525">
            <a:noFill/>
            <a:miter lim="800000"/>
            <a:headEnd/>
            <a:tailEnd/>
          </a:ln>
        </p:spPr>
        <p:txBody>
          <a:bodyPr wrap="none" lIns="90488" tIns="44450" rIns="90488" bIns="44450">
            <a:spAutoFit/>
          </a:bodyPr>
          <a:lstStyle/>
          <a:p>
            <a:pPr eaLnBrk="0" hangingPunct="0"/>
            <a:r>
              <a:rPr lang="en-US" altLang="tr-TR">
                <a:solidFill>
                  <a:srgbClr val="CF0E30"/>
                </a:solidFill>
                <a:latin typeface="Book Antiqua" pitchFamily="18" charset="0"/>
              </a:rPr>
              <a:t>Least Significant</a:t>
            </a:r>
          </a:p>
        </p:txBody>
      </p:sp>
      <p:sp>
        <p:nvSpPr>
          <p:cNvPr id="37971" name="Rectangle 84"/>
          <p:cNvSpPr>
            <a:spLocks noChangeArrowheads="1"/>
          </p:cNvSpPr>
          <p:nvPr/>
        </p:nvSpPr>
        <p:spPr bwMode="auto">
          <a:xfrm>
            <a:off x="5851525" y="6007100"/>
            <a:ext cx="2379663" cy="454025"/>
          </a:xfrm>
          <a:prstGeom prst="rect">
            <a:avLst/>
          </a:prstGeom>
          <a:noFill/>
          <a:ln w="9525">
            <a:noFill/>
            <a:miter lim="800000"/>
            <a:headEnd/>
            <a:tailEnd/>
          </a:ln>
        </p:spPr>
        <p:txBody>
          <a:bodyPr wrap="none" lIns="90488" tIns="44450" rIns="90488" bIns="44450">
            <a:spAutoFit/>
          </a:bodyPr>
          <a:lstStyle/>
          <a:p>
            <a:pPr eaLnBrk="0" hangingPunct="0"/>
            <a:r>
              <a:rPr lang="en-US" altLang="tr-TR">
                <a:solidFill>
                  <a:srgbClr val="CF0E30"/>
                </a:solidFill>
                <a:latin typeface="Book Antiqua" pitchFamily="18" charset="0"/>
              </a:rPr>
              <a:t>Most Significant</a:t>
            </a:r>
          </a:p>
        </p:txBody>
      </p:sp>
    </p:spTree>
  </p:cSld>
  <p:clrMapOvr>
    <a:masterClrMapping/>
  </p:clrMapOvr>
  <p:transition spd="slow">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39938"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39939" name="Rectangle 4"/>
          <p:cNvSpPr>
            <a:spLocks noGrp="1" noChangeArrowheads="1"/>
          </p:cNvSpPr>
          <p:nvPr>
            <p:ph type="title"/>
          </p:nvPr>
        </p:nvSpPr>
        <p:spPr/>
        <p:txBody>
          <a:bodyPr/>
          <a:lstStyle/>
          <a:p>
            <a:r>
              <a:rPr lang="en-US" altLang="tr-TR" smtClean="0"/>
              <a:t>Comments on Extendible Hashing</a:t>
            </a:r>
          </a:p>
        </p:txBody>
      </p:sp>
      <p:sp>
        <p:nvSpPr>
          <p:cNvPr id="39940" name="Rectangle 5"/>
          <p:cNvSpPr>
            <a:spLocks noGrp="1" noChangeArrowheads="1"/>
          </p:cNvSpPr>
          <p:nvPr>
            <p:ph type="body" idx="1"/>
          </p:nvPr>
        </p:nvSpPr>
        <p:spPr>
          <a:xfrm>
            <a:off x="304800" y="1371600"/>
            <a:ext cx="8610600" cy="5181600"/>
          </a:xfrm>
        </p:spPr>
        <p:txBody>
          <a:bodyPr/>
          <a:lstStyle/>
          <a:p>
            <a:r>
              <a:rPr lang="en-US" altLang="tr-TR" smtClean="0"/>
              <a:t>If directory fits in memory, equality search answered with one disk access; else two.</a:t>
            </a:r>
          </a:p>
          <a:p>
            <a:pPr lvl="1">
              <a:buSzPct val="75000"/>
            </a:pPr>
            <a:r>
              <a:rPr lang="en-US" altLang="tr-TR" smtClean="0"/>
              <a:t>100MB file, 100 bytes/rec, 4K pages contains 1,000,000 records (as data entries) and 25,000 directory elements; chances are high that directory will fit in memory.</a:t>
            </a:r>
          </a:p>
          <a:p>
            <a:pPr lvl="1">
              <a:buSzPct val="75000"/>
            </a:pPr>
            <a:r>
              <a:rPr lang="en-US" altLang="tr-TR" smtClean="0"/>
              <a:t>Directory grows in spurts, and, if the distribution </a:t>
            </a:r>
            <a:r>
              <a:rPr lang="en-US" altLang="tr-TR" i="1" smtClean="0"/>
              <a:t>of hash values </a:t>
            </a:r>
            <a:r>
              <a:rPr lang="en-US" altLang="tr-TR" smtClean="0"/>
              <a:t>is skewed, directory can grow large.</a:t>
            </a:r>
          </a:p>
          <a:p>
            <a:pPr lvl="1">
              <a:buSzPct val="75000"/>
            </a:pPr>
            <a:r>
              <a:rPr lang="en-US" altLang="tr-TR" smtClean="0"/>
              <a:t>Multiple entries with same hash value cause problems!</a:t>
            </a:r>
          </a:p>
          <a:p>
            <a:r>
              <a:rPr lang="en-US" altLang="tr-TR" b="1" u="sng" smtClean="0">
                <a:solidFill>
                  <a:srgbClr val="FC0128"/>
                </a:solidFill>
              </a:rPr>
              <a:t>Delete</a:t>
            </a:r>
            <a:r>
              <a:rPr lang="en-US" altLang="tr-TR" smtClean="0">
                <a:solidFill>
                  <a:srgbClr val="FC0128"/>
                </a:solidFill>
              </a:rPr>
              <a:t>:  </a:t>
            </a:r>
            <a:r>
              <a:rPr lang="en-US" altLang="tr-TR" smtClean="0"/>
              <a:t>If removal of data entry makes bucket empty, can be merged with `split image’.  If each directory element points to same bucket as its split image, can halve directory. </a:t>
            </a:r>
          </a:p>
        </p:txBody>
      </p:sp>
    </p:spTree>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41986"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41987" name="Rectangle 4"/>
          <p:cNvSpPr>
            <a:spLocks noGrp="1" noChangeArrowheads="1"/>
          </p:cNvSpPr>
          <p:nvPr>
            <p:ph type="title"/>
          </p:nvPr>
        </p:nvSpPr>
        <p:spPr/>
        <p:txBody>
          <a:bodyPr/>
          <a:lstStyle/>
          <a:p>
            <a:r>
              <a:rPr lang="en-US" altLang="tr-TR" smtClean="0"/>
              <a:t>Linear Hashing</a:t>
            </a:r>
          </a:p>
        </p:txBody>
      </p:sp>
      <p:sp>
        <p:nvSpPr>
          <p:cNvPr id="41988" name="Rectangle 5"/>
          <p:cNvSpPr>
            <a:spLocks noGrp="1" noChangeArrowheads="1"/>
          </p:cNvSpPr>
          <p:nvPr>
            <p:ph type="body" idx="1"/>
          </p:nvPr>
        </p:nvSpPr>
        <p:spPr>
          <a:xfrm>
            <a:off x="76200" y="1676400"/>
            <a:ext cx="8991600" cy="4724400"/>
          </a:xfrm>
        </p:spPr>
        <p:txBody>
          <a:bodyPr/>
          <a:lstStyle/>
          <a:p>
            <a:r>
              <a:rPr lang="en-US" altLang="tr-TR" smtClean="0"/>
              <a:t>This is another dynamic hashing scheme, an alternative to Extendible Hashing.</a:t>
            </a:r>
          </a:p>
          <a:p>
            <a:r>
              <a:rPr lang="en-US" altLang="tr-TR" smtClean="0"/>
              <a:t>LH handles the problem of long overflow chains without using a directory, and handles duplicates.</a:t>
            </a:r>
          </a:p>
          <a:p>
            <a:r>
              <a:rPr lang="en-US" altLang="tr-TR" smtClean="0"/>
              <a:t> </a:t>
            </a:r>
            <a:r>
              <a:rPr lang="en-US" altLang="tr-TR" i="1" u="sng" smtClean="0"/>
              <a:t>Idea</a:t>
            </a:r>
            <a:r>
              <a:rPr lang="en-US" altLang="tr-TR" smtClean="0"/>
              <a:t>:  Use a family of hash functions </a:t>
            </a:r>
            <a:r>
              <a:rPr lang="en-US" altLang="tr-TR" b="1" smtClean="0"/>
              <a:t>h</a:t>
            </a:r>
            <a:r>
              <a:rPr lang="en-US" altLang="tr-TR" baseline="-25000" smtClean="0"/>
              <a:t>0</a:t>
            </a:r>
            <a:r>
              <a:rPr lang="en-US" altLang="tr-TR" smtClean="0"/>
              <a:t>, </a:t>
            </a:r>
            <a:r>
              <a:rPr lang="en-US" altLang="tr-TR" b="1" smtClean="0"/>
              <a:t>h</a:t>
            </a:r>
            <a:r>
              <a:rPr lang="en-US" altLang="tr-TR" baseline="-25000" smtClean="0"/>
              <a:t>1</a:t>
            </a:r>
            <a:r>
              <a:rPr lang="en-US" altLang="tr-TR" smtClean="0"/>
              <a:t>, </a:t>
            </a:r>
            <a:r>
              <a:rPr lang="en-US" altLang="tr-TR" b="1" smtClean="0"/>
              <a:t>h</a:t>
            </a:r>
            <a:r>
              <a:rPr lang="en-US" altLang="tr-TR" baseline="-25000" smtClean="0"/>
              <a:t>2</a:t>
            </a:r>
            <a:r>
              <a:rPr lang="en-US" altLang="tr-TR" smtClean="0"/>
              <a:t>, ...</a:t>
            </a:r>
          </a:p>
          <a:p>
            <a:pPr lvl="1">
              <a:buSzPct val="75000"/>
            </a:pPr>
            <a:r>
              <a:rPr lang="en-US" altLang="tr-TR" b="1" smtClean="0">
                <a:solidFill>
                  <a:schemeClr val="accent2"/>
                </a:solidFill>
              </a:rPr>
              <a:t>h</a:t>
            </a:r>
            <a:r>
              <a:rPr lang="en-US" altLang="tr-TR" baseline="-25000" smtClean="0">
                <a:solidFill>
                  <a:schemeClr val="accent2"/>
                </a:solidFill>
              </a:rPr>
              <a:t>i</a:t>
            </a:r>
            <a:r>
              <a:rPr lang="en-US" altLang="tr-TR" smtClean="0">
                <a:solidFill>
                  <a:schemeClr val="accent2"/>
                </a:solidFill>
              </a:rPr>
              <a:t>(</a:t>
            </a:r>
            <a:r>
              <a:rPr lang="en-US" altLang="tr-TR" i="1" smtClean="0">
                <a:solidFill>
                  <a:schemeClr val="accent2"/>
                </a:solidFill>
              </a:rPr>
              <a:t>key</a:t>
            </a:r>
            <a:r>
              <a:rPr lang="en-US" altLang="tr-TR" smtClean="0">
                <a:solidFill>
                  <a:schemeClr val="accent2"/>
                </a:solidFill>
              </a:rPr>
              <a:t>) = </a:t>
            </a:r>
            <a:r>
              <a:rPr lang="en-US" altLang="tr-TR" b="1" smtClean="0">
                <a:solidFill>
                  <a:schemeClr val="accent2"/>
                </a:solidFill>
              </a:rPr>
              <a:t>h</a:t>
            </a:r>
            <a:r>
              <a:rPr lang="en-US" altLang="tr-TR" smtClean="0">
                <a:solidFill>
                  <a:schemeClr val="accent2"/>
                </a:solidFill>
              </a:rPr>
              <a:t>(</a:t>
            </a:r>
            <a:r>
              <a:rPr lang="en-US" altLang="tr-TR" i="1" smtClean="0">
                <a:solidFill>
                  <a:schemeClr val="accent2"/>
                </a:solidFill>
              </a:rPr>
              <a:t>key</a:t>
            </a:r>
            <a:r>
              <a:rPr lang="en-US" altLang="tr-TR" smtClean="0">
                <a:solidFill>
                  <a:schemeClr val="accent2"/>
                </a:solidFill>
              </a:rPr>
              <a:t>) mod(2</a:t>
            </a:r>
            <a:r>
              <a:rPr lang="en-US" altLang="tr-TR" baseline="30000" smtClean="0">
                <a:solidFill>
                  <a:schemeClr val="accent2"/>
                </a:solidFill>
              </a:rPr>
              <a:t>i</a:t>
            </a:r>
            <a:r>
              <a:rPr lang="en-US" altLang="tr-TR" smtClean="0">
                <a:solidFill>
                  <a:schemeClr val="accent2"/>
                </a:solidFill>
              </a:rPr>
              <a:t>N)</a:t>
            </a:r>
            <a:r>
              <a:rPr lang="en-US" altLang="tr-TR" smtClean="0"/>
              <a:t>;  N = initial # buckets</a:t>
            </a:r>
          </a:p>
          <a:p>
            <a:pPr lvl="1">
              <a:buSzPct val="75000"/>
            </a:pPr>
            <a:r>
              <a:rPr lang="en-US" altLang="tr-TR" b="1" smtClean="0"/>
              <a:t>h </a:t>
            </a:r>
            <a:r>
              <a:rPr lang="en-US" altLang="tr-TR" smtClean="0"/>
              <a:t>is some hash function (range is </a:t>
            </a:r>
            <a:r>
              <a:rPr lang="en-US" altLang="tr-TR" i="1" smtClean="0"/>
              <a:t>not</a:t>
            </a:r>
            <a:r>
              <a:rPr lang="en-US" altLang="tr-TR" smtClean="0"/>
              <a:t> 0 to N-1)</a:t>
            </a:r>
          </a:p>
          <a:p>
            <a:pPr lvl="1">
              <a:buSzPct val="75000"/>
            </a:pPr>
            <a:r>
              <a:rPr lang="en-US" altLang="tr-TR" smtClean="0"/>
              <a:t>If N = 2</a:t>
            </a:r>
            <a:r>
              <a:rPr lang="en-US" altLang="tr-TR" i="1" baseline="30000" smtClean="0"/>
              <a:t>d0</a:t>
            </a:r>
            <a:r>
              <a:rPr lang="en-US" altLang="tr-TR" smtClean="0"/>
              <a:t>, for some </a:t>
            </a:r>
            <a:r>
              <a:rPr lang="en-US" altLang="tr-TR" i="1" smtClean="0"/>
              <a:t>d0</a:t>
            </a:r>
            <a:r>
              <a:rPr lang="en-US" altLang="tr-TR" smtClean="0"/>
              <a:t>, </a:t>
            </a:r>
            <a:r>
              <a:rPr lang="en-US" altLang="tr-TR" b="1" smtClean="0"/>
              <a:t>h</a:t>
            </a:r>
            <a:r>
              <a:rPr lang="en-US" altLang="tr-TR" baseline="-25000" smtClean="0"/>
              <a:t>i</a:t>
            </a:r>
            <a:r>
              <a:rPr lang="en-US" altLang="tr-TR" smtClean="0"/>
              <a:t> consists of applying </a:t>
            </a:r>
            <a:r>
              <a:rPr lang="en-US" altLang="tr-TR" b="1" smtClean="0"/>
              <a:t>h </a:t>
            </a:r>
            <a:r>
              <a:rPr lang="en-US" altLang="tr-TR" smtClean="0"/>
              <a:t>and looking at the last </a:t>
            </a:r>
            <a:r>
              <a:rPr lang="en-US" altLang="tr-TR" i="1" smtClean="0"/>
              <a:t>di</a:t>
            </a:r>
            <a:r>
              <a:rPr lang="en-US" altLang="tr-TR" smtClean="0"/>
              <a:t> bits, where </a:t>
            </a:r>
            <a:r>
              <a:rPr lang="en-US" altLang="tr-TR" i="1" smtClean="0"/>
              <a:t>di</a:t>
            </a:r>
            <a:r>
              <a:rPr lang="en-US" altLang="tr-TR" smtClean="0"/>
              <a:t> = </a:t>
            </a:r>
            <a:r>
              <a:rPr lang="en-US" altLang="tr-TR" i="1" smtClean="0"/>
              <a:t>d0</a:t>
            </a:r>
            <a:r>
              <a:rPr lang="en-US" altLang="tr-TR" smtClean="0"/>
              <a:t> + </a:t>
            </a:r>
            <a:r>
              <a:rPr lang="en-US" altLang="tr-TR" i="1" smtClean="0"/>
              <a:t>i</a:t>
            </a:r>
            <a:r>
              <a:rPr lang="en-US" altLang="tr-TR" smtClean="0"/>
              <a:t>.</a:t>
            </a:r>
          </a:p>
          <a:p>
            <a:pPr lvl="1">
              <a:buSzPct val="75000"/>
            </a:pPr>
            <a:r>
              <a:rPr lang="en-US" altLang="tr-TR" b="1" smtClean="0"/>
              <a:t>h</a:t>
            </a:r>
            <a:r>
              <a:rPr lang="en-US" altLang="tr-TR" baseline="-25000" smtClean="0"/>
              <a:t>i+1 </a:t>
            </a:r>
            <a:r>
              <a:rPr lang="en-US" altLang="tr-TR" smtClean="0"/>
              <a:t>doubles the range of </a:t>
            </a:r>
            <a:r>
              <a:rPr lang="en-US" altLang="tr-TR" b="1" smtClean="0"/>
              <a:t>h</a:t>
            </a:r>
            <a:r>
              <a:rPr lang="en-US" altLang="tr-TR" baseline="-25000" smtClean="0"/>
              <a:t>i </a:t>
            </a:r>
            <a:r>
              <a:rPr lang="en-US" altLang="tr-TR" smtClean="0"/>
              <a:t>(similar to directory doubling)</a:t>
            </a:r>
          </a:p>
        </p:txBody>
      </p:sp>
    </p:spTree>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44034"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44035" name="Rectangle 4"/>
          <p:cNvSpPr>
            <a:spLocks noGrp="1" noChangeArrowheads="1"/>
          </p:cNvSpPr>
          <p:nvPr>
            <p:ph type="title"/>
          </p:nvPr>
        </p:nvSpPr>
        <p:spPr>
          <a:xfrm>
            <a:off x="914400" y="266700"/>
            <a:ext cx="7772400" cy="1104900"/>
          </a:xfrm>
        </p:spPr>
        <p:txBody>
          <a:bodyPr/>
          <a:lstStyle/>
          <a:p>
            <a:r>
              <a:rPr lang="en-US" altLang="tr-TR" smtClean="0"/>
              <a:t>Linear Hashing (Contd.)</a:t>
            </a:r>
          </a:p>
        </p:txBody>
      </p:sp>
      <p:sp>
        <p:nvSpPr>
          <p:cNvPr id="44036" name="Rectangle 5"/>
          <p:cNvSpPr>
            <a:spLocks noGrp="1" noChangeArrowheads="1"/>
          </p:cNvSpPr>
          <p:nvPr>
            <p:ph type="body" idx="1"/>
          </p:nvPr>
        </p:nvSpPr>
        <p:spPr>
          <a:xfrm>
            <a:off x="533400" y="1600200"/>
            <a:ext cx="8382000" cy="4648200"/>
          </a:xfrm>
        </p:spPr>
        <p:txBody>
          <a:bodyPr/>
          <a:lstStyle/>
          <a:p>
            <a:r>
              <a:rPr lang="en-US" altLang="tr-TR" smtClean="0"/>
              <a:t>Directory avoided in LH by using overflow pages, and choosing bucket to split round-robin.</a:t>
            </a:r>
          </a:p>
          <a:p>
            <a:pPr lvl="1">
              <a:buSzPct val="75000"/>
            </a:pPr>
            <a:r>
              <a:rPr lang="en-US" altLang="tr-TR" smtClean="0">
                <a:solidFill>
                  <a:schemeClr val="accent2"/>
                </a:solidFill>
              </a:rPr>
              <a:t>Splitting proceeds in `</a:t>
            </a:r>
            <a:r>
              <a:rPr lang="en-US" altLang="tr-TR" u="sng" smtClean="0">
                <a:solidFill>
                  <a:schemeClr val="accent2"/>
                </a:solidFill>
              </a:rPr>
              <a:t>rounds</a:t>
            </a:r>
            <a:r>
              <a:rPr lang="en-US" altLang="tr-TR" smtClean="0">
                <a:solidFill>
                  <a:schemeClr val="accent2"/>
                </a:solidFill>
              </a:rPr>
              <a:t>’.  </a:t>
            </a:r>
            <a:r>
              <a:rPr lang="en-US" altLang="tr-TR" smtClean="0"/>
              <a:t>Round ends when all </a:t>
            </a:r>
            <a:r>
              <a:rPr lang="en-US" altLang="tr-TR" i="1" smtClean="0"/>
              <a:t>N</a:t>
            </a:r>
            <a:r>
              <a:rPr lang="en-US" altLang="tr-TR" i="1" baseline="-25000" smtClean="0"/>
              <a:t>R</a:t>
            </a:r>
            <a:r>
              <a:rPr lang="en-US" altLang="tr-TR" baseline="-25000" smtClean="0"/>
              <a:t> </a:t>
            </a:r>
            <a:r>
              <a:rPr lang="en-US" altLang="tr-TR" smtClean="0"/>
              <a:t>initial (for round </a:t>
            </a:r>
            <a:r>
              <a:rPr lang="en-US" altLang="tr-TR" i="1" smtClean="0"/>
              <a:t>R</a:t>
            </a:r>
            <a:r>
              <a:rPr lang="en-US" altLang="tr-TR" smtClean="0"/>
              <a:t>) buckets are split.  Buckets 0 to </a:t>
            </a:r>
            <a:r>
              <a:rPr lang="en-US" altLang="tr-TR" i="1" smtClean="0">
                <a:solidFill>
                  <a:srgbClr val="FC0128"/>
                </a:solidFill>
              </a:rPr>
              <a:t>Next-1 </a:t>
            </a:r>
            <a:r>
              <a:rPr lang="en-US" altLang="tr-TR" smtClean="0"/>
              <a:t>have been split;  </a:t>
            </a:r>
            <a:r>
              <a:rPr lang="en-US" altLang="tr-TR" i="1" smtClean="0"/>
              <a:t>Next</a:t>
            </a:r>
            <a:r>
              <a:rPr lang="en-US" altLang="tr-TR" smtClean="0"/>
              <a:t> to </a:t>
            </a:r>
            <a:r>
              <a:rPr lang="en-US" altLang="tr-TR" i="1" smtClean="0"/>
              <a:t>N</a:t>
            </a:r>
            <a:r>
              <a:rPr lang="en-US" altLang="tr-TR" i="1" baseline="-25000" smtClean="0"/>
              <a:t>R</a:t>
            </a:r>
            <a:r>
              <a:rPr lang="en-US" altLang="tr-TR" smtClean="0"/>
              <a:t> yet to be split.</a:t>
            </a:r>
          </a:p>
          <a:p>
            <a:pPr lvl="1">
              <a:buSzPct val="75000"/>
            </a:pPr>
            <a:r>
              <a:rPr lang="en-US" altLang="tr-TR" smtClean="0">
                <a:solidFill>
                  <a:schemeClr val="accent2"/>
                </a:solidFill>
              </a:rPr>
              <a:t>Current round number is </a:t>
            </a:r>
            <a:r>
              <a:rPr lang="en-US" altLang="tr-TR" i="1" smtClean="0">
                <a:solidFill>
                  <a:schemeClr val="accent2"/>
                </a:solidFill>
              </a:rPr>
              <a:t>Level</a:t>
            </a:r>
            <a:r>
              <a:rPr lang="en-US" altLang="tr-TR" smtClean="0">
                <a:solidFill>
                  <a:schemeClr val="accent2"/>
                </a:solidFill>
              </a:rPr>
              <a:t>.</a:t>
            </a:r>
            <a:endParaRPr lang="en-US" altLang="tr-TR" smtClean="0"/>
          </a:p>
          <a:p>
            <a:pPr lvl="1">
              <a:buSzPct val="75000"/>
            </a:pPr>
            <a:r>
              <a:rPr lang="en-US" altLang="tr-TR" b="1" u="sng" smtClean="0">
                <a:solidFill>
                  <a:srgbClr val="FC0128"/>
                </a:solidFill>
              </a:rPr>
              <a:t>Search:</a:t>
            </a:r>
            <a:r>
              <a:rPr lang="en-US" altLang="tr-TR" b="1" smtClean="0">
                <a:solidFill>
                  <a:srgbClr val="FC0128"/>
                </a:solidFill>
              </a:rPr>
              <a:t> </a:t>
            </a:r>
            <a:r>
              <a:rPr lang="en-US" altLang="tr-TR" smtClean="0"/>
              <a:t>To find bucket for data entry </a:t>
            </a:r>
            <a:r>
              <a:rPr lang="en-US" altLang="tr-TR" i="1" smtClean="0"/>
              <a:t>r, </a:t>
            </a:r>
            <a:r>
              <a:rPr lang="en-US" altLang="tr-TR" smtClean="0"/>
              <a:t>find</a:t>
            </a:r>
            <a:r>
              <a:rPr lang="en-US" altLang="tr-TR" i="1" smtClean="0"/>
              <a:t> </a:t>
            </a:r>
            <a:r>
              <a:rPr lang="en-US" altLang="tr-TR" b="1" smtClean="0">
                <a:solidFill>
                  <a:schemeClr val="accent2"/>
                </a:solidFill>
              </a:rPr>
              <a:t>h</a:t>
            </a:r>
            <a:r>
              <a:rPr lang="en-US" altLang="tr-TR" i="1" baseline="-25000" smtClean="0">
                <a:solidFill>
                  <a:schemeClr val="accent2"/>
                </a:solidFill>
              </a:rPr>
              <a:t>Level</a:t>
            </a:r>
            <a:r>
              <a:rPr lang="en-US" altLang="tr-TR" smtClean="0">
                <a:solidFill>
                  <a:schemeClr val="accent2"/>
                </a:solidFill>
              </a:rPr>
              <a:t>(</a:t>
            </a:r>
            <a:r>
              <a:rPr lang="en-US" altLang="tr-TR" i="1" smtClean="0">
                <a:solidFill>
                  <a:schemeClr val="accent2"/>
                </a:solidFill>
              </a:rPr>
              <a:t>r</a:t>
            </a:r>
            <a:r>
              <a:rPr lang="en-US" altLang="tr-TR" smtClean="0">
                <a:solidFill>
                  <a:schemeClr val="accent2"/>
                </a:solidFill>
              </a:rPr>
              <a:t>)</a:t>
            </a:r>
            <a:r>
              <a:rPr lang="en-US" altLang="tr-TR" i="1" smtClean="0"/>
              <a:t>:</a:t>
            </a:r>
          </a:p>
          <a:p>
            <a:pPr lvl="2"/>
            <a:r>
              <a:rPr lang="en-US" altLang="tr-TR" sz="2400" smtClean="0"/>
              <a:t>If </a:t>
            </a:r>
            <a:r>
              <a:rPr lang="en-US" altLang="tr-TR" sz="2400" b="1" smtClean="0"/>
              <a:t>h</a:t>
            </a:r>
            <a:r>
              <a:rPr lang="en-US" altLang="tr-TR" sz="2400" i="1" baseline="-25000" smtClean="0"/>
              <a:t>Level</a:t>
            </a:r>
            <a:r>
              <a:rPr lang="en-US" altLang="tr-TR" sz="2400" smtClean="0"/>
              <a:t>(</a:t>
            </a:r>
            <a:r>
              <a:rPr lang="en-US" altLang="tr-TR" sz="2400" i="1" smtClean="0"/>
              <a:t>r</a:t>
            </a:r>
            <a:r>
              <a:rPr lang="en-US" altLang="tr-TR" sz="2400" smtClean="0"/>
              <a:t>) in range `</a:t>
            </a:r>
            <a:r>
              <a:rPr lang="en-US" altLang="tr-TR" sz="2400" i="1" smtClean="0"/>
              <a:t>Next</a:t>
            </a:r>
            <a:r>
              <a:rPr lang="en-US" altLang="tr-TR" sz="2400" smtClean="0"/>
              <a:t> to </a:t>
            </a:r>
            <a:r>
              <a:rPr lang="en-US" altLang="tr-TR" sz="2400" i="1" smtClean="0"/>
              <a:t>N</a:t>
            </a:r>
            <a:r>
              <a:rPr lang="en-US" altLang="tr-TR" sz="2400" i="1" baseline="-25000" smtClean="0"/>
              <a:t>R</a:t>
            </a:r>
            <a:r>
              <a:rPr lang="en-US" altLang="tr-TR" sz="2400" i="1" smtClean="0"/>
              <a:t>’</a:t>
            </a:r>
            <a:r>
              <a:rPr lang="en-US" altLang="tr-TR" sz="2400" i="1" baseline="-25000" smtClean="0"/>
              <a:t> </a:t>
            </a:r>
            <a:r>
              <a:rPr lang="en-US" altLang="tr-TR" sz="2400" smtClean="0"/>
              <a:t>, </a:t>
            </a:r>
            <a:r>
              <a:rPr lang="en-US" altLang="tr-TR" sz="2400" i="1" smtClean="0"/>
              <a:t>r </a:t>
            </a:r>
            <a:r>
              <a:rPr lang="en-US" altLang="tr-TR" sz="2400" smtClean="0"/>
              <a:t>belongs here.</a:t>
            </a:r>
          </a:p>
          <a:p>
            <a:pPr lvl="2"/>
            <a:r>
              <a:rPr lang="en-US" altLang="tr-TR" sz="2400" smtClean="0"/>
              <a:t>Else, r could belong to bucket </a:t>
            </a:r>
            <a:r>
              <a:rPr lang="en-US" altLang="tr-TR" sz="2400" b="1" smtClean="0"/>
              <a:t>h</a:t>
            </a:r>
            <a:r>
              <a:rPr lang="en-US" altLang="tr-TR" sz="2400" i="1" baseline="-25000" smtClean="0"/>
              <a:t>Level</a:t>
            </a:r>
            <a:r>
              <a:rPr lang="en-US" altLang="tr-TR" sz="2400" smtClean="0"/>
              <a:t>(</a:t>
            </a:r>
            <a:r>
              <a:rPr lang="en-US" altLang="tr-TR" sz="2400" i="1" smtClean="0"/>
              <a:t>r</a:t>
            </a:r>
            <a:r>
              <a:rPr lang="en-US" altLang="tr-TR" sz="2400" smtClean="0"/>
              <a:t>) or bucket </a:t>
            </a:r>
            <a:r>
              <a:rPr lang="en-US" altLang="tr-TR" sz="2400" b="1" smtClean="0"/>
              <a:t>h</a:t>
            </a:r>
            <a:r>
              <a:rPr lang="en-US" altLang="tr-TR" sz="2400" i="1" baseline="-25000" smtClean="0"/>
              <a:t>Level</a:t>
            </a:r>
            <a:r>
              <a:rPr lang="en-US" altLang="tr-TR" sz="2400" smtClean="0"/>
              <a:t>(</a:t>
            </a:r>
            <a:r>
              <a:rPr lang="en-US" altLang="tr-TR" sz="2400" i="1" smtClean="0"/>
              <a:t>r</a:t>
            </a:r>
            <a:r>
              <a:rPr lang="en-US" altLang="tr-TR" sz="2400" smtClean="0"/>
              <a:t>) + </a:t>
            </a:r>
            <a:r>
              <a:rPr lang="en-US" altLang="tr-TR" sz="2400" i="1" smtClean="0"/>
              <a:t>N</a:t>
            </a:r>
            <a:r>
              <a:rPr lang="en-US" altLang="tr-TR" sz="2400" i="1" baseline="-25000" smtClean="0"/>
              <a:t>R</a:t>
            </a:r>
            <a:r>
              <a:rPr lang="en-US" altLang="tr-TR" sz="2400" i="1" smtClean="0"/>
              <a:t>; </a:t>
            </a:r>
            <a:r>
              <a:rPr lang="en-US" altLang="tr-TR" sz="2400" smtClean="0"/>
              <a:t>must apply </a:t>
            </a:r>
            <a:r>
              <a:rPr lang="en-US" altLang="tr-TR" sz="2400" b="1" smtClean="0"/>
              <a:t>h</a:t>
            </a:r>
            <a:r>
              <a:rPr lang="en-US" altLang="tr-TR" sz="2400" i="1" baseline="-25000" smtClean="0"/>
              <a:t>Level</a:t>
            </a:r>
            <a:r>
              <a:rPr lang="en-US" altLang="tr-TR" sz="2400" baseline="-25000" smtClean="0"/>
              <a:t>+1</a:t>
            </a:r>
            <a:r>
              <a:rPr lang="en-US" altLang="tr-TR" sz="2400" smtClean="0"/>
              <a:t>(</a:t>
            </a:r>
            <a:r>
              <a:rPr lang="en-US" altLang="tr-TR" sz="2400" i="1" smtClean="0"/>
              <a:t>r</a:t>
            </a:r>
            <a:r>
              <a:rPr lang="en-US" altLang="tr-TR" sz="2400" smtClean="0"/>
              <a:t>) to find out.</a:t>
            </a:r>
          </a:p>
        </p:txBody>
      </p:sp>
    </p:spTree>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46082"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46083" name="Rectangle 4"/>
          <p:cNvSpPr>
            <a:spLocks noGrp="1" noChangeArrowheads="1"/>
          </p:cNvSpPr>
          <p:nvPr>
            <p:ph type="title"/>
          </p:nvPr>
        </p:nvSpPr>
        <p:spPr>
          <a:xfrm>
            <a:off x="914400" y="266700"/>
            <a:ext cx="7772400" cy="1104900"/>
          </a:xfrm>
        </p:spPr>
        <p:txBody>
          <a:bodyPr/>
          <a:lstStyle/>
          <a:p>
            <a:r>
              <a:rPr lang="en-US" altLang="tr-TR" smtClean="0"/>
              <a:t>Overview of LH File </a:t>
            </a:r>
          </a:p>
        </p:txBody>
      </p:sp>
      <p:sp>
        <p:nvSpPr>
          <p:cNvPr id="46084" name="Rectangle 5"/>
          <p:cNvSpPr>
            <a:spLocks noGrp="1" noChangeArrowheads="1"/>
          </p:cNvSpPr>
          <p:nvPr>
            <p:ph type="body" idx="1"/>
          </p:nvPr>
        </p:nvSpPr>
        <p:spPr>
          <a:xfrm>
            <a:off x="533400" y="1600200"/>
            <a:ext cx="8382000" cy="990600"/>
          </a:xfrm>
        </p:spPr>
        <p:txBody>
          <a:bodyPr/>
          <a:lstStyle/>
          <a:p>
            <a:r>
              <a:rPr lang="en-US" altLang="tr-TR" smtClean="0"/>
              <a:t>In the middle of a round.</a:t>
            </a:r>
          </a:p>
        </p:txBody>
      </p:sp>
      <p:sp>
        <p:nvSpPr>
          <p:cNvPr id="46085" name="Rectangle 6"/>
          <p:cNvSpPr>
            <a:spLocks noChangeArrowheads="1"/>
          </p:cNvSpPr>
          <p:nvPr/>
        </p:nvSpPr>
        <p:spPr bwMode="auto">
          <a:xfrm>
            <a:off x="2574925" y="4460875"/>
            <a:ext cx="960438" cy="454025"/>
          </a:xfrm>
          <a:prstGeom prst="rect">
            <a:avLst/>
          </a:prstGeom>
          <a:noFill/>
          <a:ln w="9525">
            <a:noFill/>
            <a:miter lim="800000"/>
            <a:headEnd/>
            <a:tailEnd/>
          </a:ln>
        </p:spPr>
        <p:txBody>
          <a:bodyPr wrap="none" lIns="90488" tIns="44450" rIns="90488" bIns="44450">
            <a:spAutoFit/>
          </a:bodyPr>
          <a:lstStyle/>
          <a:p>
            <a:pPr eaLnBrk="0" hangingPunct="0"/>
            <a:r>
              <a:rPr lang="en-US" altLang="tr-TR" b="1">
                <a:solidFill>
                  <a:schemeClr val="accent1"/>
                </a:solidFill>
                <a:latin typeface="Arial" charset="0"/>
              </a:rPr>
              <a:t>Level</a:t>
            </a:r>
          </a:p>
        </p:txBody>
      </p:sp>
      <p:sp>
        <p:nvSpPr>
          <p:cNvPr id="46086" name="Rectangle 7"/>
          <p:cNvSpPr>
            <a:spLocks noChangeArrowheads="1"/>
          </p:cNvSpPr>
          <p:nvPr/>
        </p:nvSpPr>
        <p:spPr bwMode="auto">
          <a:xfrm>
            <a:off x="2390775" y="4332288"/>
            <a:ext cx="452438" cy="454025"/>
          </a:xfrm>
          <a:prstGeom prst="rect">
            <a:avLst/>
          </a:prstGeom>
          <a:noFill/>
          <a:ln w="9525">
            <a:noFill/>
            <a:miter lim="800000"/>
            <a:headEnd/>
            <a:tailEnd/>
          </a:ln>
        </p:spPr>
        <p:txBody>
          <a:bodyPr wrap="none" lIns="90488" tIns="44450" rIns="90488" bIns="44450">
            <a:spAutoFit/>
          </a:bodyPr>
          <a:lstStyle/>
          <a:p>
            <a:pPr eaLnBrk="0" hangingPunct="0"/>
            <a:r>
              <a:rPr lang="en-US" altLang="tr-TR" b="1">
                <a:solidFill>
                  <a:schemeClr val="accent1"/>
                </a:solidFill>
                <a:latin typeface="Arial" charset="0"/>
              </a:rPr>
              <a:t>h </a:t>
            </a:r>
          </a:p>
        </p:txBody>
      </p:sp>
      <p:sp>
        <p:nvSpPr>
          <p:cNvPr id="46087" name="Rectangle 8"/>
          <p:cNvSpPr>
            <a:spLocks noChangeArrowheads="1"/>
          </p:cNvSpPr>
          <p:nvPr/>
        </p:nvSpPr>
        <p:spPr bwMode="auto">
          <a:xfrm>
            <a:off x="244475" y="3414713"/>
            <a:ext cx="3078163" cy="363537"/>
          </a:xfrm>
          <a:prstGeom prst="rect">
            <a:avLst/>
          </a:prstGeom>
          <a:noFill/>
          <a:ln w="9525">
            <a:noFill/>
            <a:miter lim="800000"/>
            <a:headEnd/>
            <a:tailEnd/>
          </a:ln>
        </p:spPr>
        <p:txBody>
          <a:bodyPr wrap="none" lIns="90488" tIns="44450" rIns="90488" bIns="44450">
            <a:spAutoFit/>
          </a:bodyPr>
          <a:lstStyle/>
          <a:p>
            <a:pPr eaLnBrk="0" hangingPunct="0"/>
            <a:r>
              <a:rPr lang="en-US" altLang="tr-TR" sz="1800" b="1">
                <a:latin typeface="Arial" charset="0"/>
              </a:rPr>
              <a:t>Buckets that existed at the</a:t>
            </a:r>
          </a:p>
        </p:txBody>
      </p:sp>
      <p:sp>
        <p:nvSpPr>
          <p:cNvPr id="46088" name="Rectangle 9"/>
          <p:cNvSpPr>
            <a:spLocks noChangeArrowheads="1"/>
          </p:cNvSpPr>
          <p:nvPr/>
        </p:nvSpPr>
        <p:spPr bwMode="auto">
          <a:xfrm>
            <a:off x="549275" y="3727450"/>
            <a:ext cx="2873375"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b="1">
                <a:latin typeface="Arial" charset="0"/>
              </a:rPr>
              <a:t>beginning of this round: </a:t>
            </a:r>
          </a:p>
        </p:txBody>
      </p:sp>
      <p:sp>
        <p:nvSpPr>
          <p:cNvPr id="46089" name="Rectangle 10"/>
          <p:cNvSpPr>
            <a:spLocks noChangeArrowheads="1"/>
          </p:cNvSpPr>
          <p:nvPr/>
        </p:nvSpPr>
        <p:spPr bwMode="auto">
          <a:xfrm>
            <a:off x="1082675" y="4017963"/>
            <a:ext cx="2212975" cy="363537"/>
          </a:xfrm>
          <a:prstGeom prst="rect">
            <a:avLst/>
          </a:prstGeom>
          <a:noFill/>
          <a:ln w="9525">
            <a:noFill/>
            <a:miter lim="800000"/>
            <a:headEnd/>
            <a:tailEnd/>
          </a:ln>
        </p:spPr>
        <p:txBody>
          <a:bodyPr wrap="none" lIns="90488" tIns="44450" rIns="90488" bIns="44450">
            <a:spAutoFit/>
          </a:bodyPr>
          <a:lstStyle/>
          <a:p>
            <a:pPr eaLnBrk="0" hangingPunct="0"/>
            <a:r>
              <a:rPr lang="en-US" altLang="tr-TR" sz="1800" b="1">
                <a:latin typeface="Arial" charset="0"/>
              </a:rPr>
              <a:t>this is the range of</a:t>
            </a:r>
          </a:p>
        </p:txBody>
      </p:sp>
      <p:sp>
        <p:nvSpPr>
          <p:cNvPr id="46090" name="Rectangle 11"/>
          <p:cNvSpPr>
            <a:spLocks noChangeArrowheads="1"/>
          </p:cNvSpPr>
          <p:nvPr/>
        </p:nvSpPr>
        <p:spPr bwMode="auto">
          <a:xfrm>
            <a:off x="2578100" y="2889250"/>
            <a:ext cx="676275"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rgbClr val="FC0128"/>
                </a:solidFill>
                <a:latin typeface="Arial" charset="0"/>
              </a:rPr>
              <a:t>Next</a:t>
            </a:r>
          </a:p>
        </p:txBody>
      </p:sp>
      <p:sp>
        <p:nvSpPr>
          <p:cNvPr id="46091" name="Rectangle 12"/>
          <p:cNvSpPr>
            <a:spLocks noChangeArrowheads="1"/>
          </p:cNvSpPr>
          <p:nvPr/>
        </p:nvSpPr>
        <p:spPr bwMode="auto">
          <a:xfrm>
            <a:off x="1246188" y="2584450"/>
            <a:ext cx="2149475"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b="1">
                <a:latin typeface="Arial" charset="0"/>
              </a:rPr>
              <a:t>Bucket to be split </a:t>
            </a:r>
          </a:p>
        </p:txBody>
      </p:sp>
      <p:sp>
        <p:nvSpPr>
          <p:cNvPr id="46092" name="Rectangle 13"/>
          <p:cNvSpPr>
            <a:spLocks noChangeArrowheads="1"/>
          </p:cNvSpPr>
          <p:nvPr/>
        </p:nvSpPr>
        <p:spPr bwMode="auto">
          <a:xfrm>
            <a:off x="5418138" y="5562600"/>
            <a:ext cx="3482975"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rgbClr val="3365FB"/>
                </a:solidFill>
                <a:latin typeface="Arial" charset="0"/>
              </a:rPr>
              <a:t>of other buckets) in this round</a:t>
            </a:r>
          </a:p>
        </p:txBody>
      </p:sp>
      <p:sp>
        <p:nvSpPr>
          <p:cNvPr id="46093" name="Rectangle 14"/>
          <p:cNvSpPr>
            <a:spLocks noChangeArrowheads="1"/>
          </p:cNvSpPr>
          <p:nvPr/>
        </p:nvSpPr>
        <p:spPr bwMode="auto">
          <a:xfrm>
            <a:off x="5740400" y="2686050"/>
            <a:ext cx="765175"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chemeClr val="accent1"/>
                </a:solidFill>
                <a:latin typeface="Arial" charset="0"/>
              </a:rPr>
              <a:t>Level</a:t>
            </a:r>
          </a:p>
        </p:txBody>
      </p:sp>
      <p:sp>
        <p:nvSpPr>
          <p:cNvPr id="46094" name="Rectangle 15"/>
          <p:cNvSpPr>
            <a:spLocks noChangeArrowheads="1"/>
          </p:cNvSpPr>
          <p:nvPr/>
        </p:nvSpPr>
        <p:spPr bwMode="auto">
          <a:xfrm>
            <a:off x="5556250" y="2632075"/>
            <a:ext cx="384175"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chemeClr val="accent1"/>
                </a:solidFill>
                <a:latin typeface="Arial" charset="0"/>
              </a:rPr>
              <a:t>h </a:t>
            </a:r>
          </a:p>
        </p:txBody>
      </p:sp>
      <p:sp>
        <p:nvSpPr>
          <p:cNvPr id="46095" name="Rectangle 16"/>
          <p:cNvSpPr>
            <a:spLocks noChangeArrowheads="1"/>
          </p:cNvSpPr>
          <p:nvPr/>
        </p:nvSpPr>
        <p:spPr bwMode="auto">
          <a:xfrm>
            <a:off x="6581775" y="2632075"/>
            <a:ext cx="2074863"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chemeClr val="accent1"/>
                </a:solidFill>
                <a:latin typeface="Arial" charset="0"/>
              </a:rPr>
              <a:t>search key value </a:t>
            </a:r>
          </a:p>
        </p:txBody>
      </p:sp>
      <p:sp>
        <p:nvSpPr>
          <p:cNvPr id="46096" name="Rectangle 17"/>
          <p:cNvSpPr>
            <a:spLocks noChangeArrowheads="1"/>
          </p:cNvSpPr>
          <p:nvPr/>
        </p:nvSpPr>
        <p:spPr bwMode="auto">
          <a:xfrm>
            <a:off x="8469313" y="2632075"/>
            <a:ext cx="269875" cy="363538"/>
          </a:xfrm>
          <a:prstGeom prst="rect">
            <a:avLst/>
          </a:prstGeom>
          <a:noFill/>
          <a:ln w="9525">
            <a:noFill/>
            <a:miter lim="800000"/>
            <a:headEnd/>
            <a:tailEnd/>
          </a:ln>
        </p:spPr>
        <p:txBody>
          <a:bodyPr lIns="90488" tIns="44450" rIns="90488" bIns="44450">
            <a:spAutoFit/>
          </a:bodyPr>
          <a:lstStyle/>
          <a:p>
            <a:pPr eaLnBrk="0" hangingPunct="0"/>
            <a:r>
              <a:rPr lang="en-US" altLang="tr-TR" sz="1800" b="1">
                <a:solidFill>
                  <a:schemeClr val="accent1"/>
                </a:solidFill>
                <a:latin typeface="Arial" charset="0"/>
              </a:rPr>
              <a:t>)</a:t>
            </a:r>
          </a:p>
        </p:txBody>
      </p:sp>
      <p:sp>
        <p:nvSpPr>
          <p:cNvPr id="46097" name="Rectangle 18"/>
          <p:cNvSpPr>
            <a:spLocks noChangeArrowheads="1"/>
          </p:cNvSpPr>
          <p:nvPr/>
        </p:nvSpPr>
        <p:spPr bwMode="auto">
          <a:xfrm>
            <a:off x="6473825" y="2630488"/>
            <a:ext cx="257175" cy="363537"/>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chemeClr val="accent1"/>
                </a:solidFill>
                <a:latin typeface="Arial" charset="0"/>
              </a:rPr>
              <a:t>(</a:t>
            </a:r>
          </a:p>
        </p:txBody>
      </p:sp>
      <p:sp>
        <p:nvSpPr>
          <p:cNvPr id="46098" name="Rectangle 19"/>
          <p:cNvSpPr>
            <a:spLocks noChangeArrowheads="1"/>
          </p:cNvSpPr>
          <p:nvPr/>
        </p:nvSpPr>
        <p:spPr bwMode="auto">
          <a:xfrm>
            <a:off x="6527800" y="3211513"/>
            <a:ext cx="2074863" cy="363537"/>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chemeClr val="accent1"/>
                </a:solidFill>
                <a:latin typeface="Arial" charset="0"/>
              </a:rPr>
              <a:t>search key value </a:t>
            </a:r>
          </a:p>
        </p:txBody>
      </p:sp>
      <p:sp>
        <p:nvSpPr>
          <p:cNvPr id="46099" name="Rectangle 20"/>
          <p:cNvSpPr>
            <a:spLocks noChangeArrowheads="1"/>
          </p:cNvSpPr>
          <p:nvPr/>
        </p:nvSpPr>
        <p:spPr bwMode="auto">
          <a:xfrm>
            <a:off x="8415338" y="3211513"/>
            <a:ext cx="257175" cy="363537"/>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chemeClr val="accent1"/>
                </a:solidFill>
                <a:latin typeface="Arial" charset="0"/>
              </a:rPr>
              <a:t>)</a:t>
            </a:r>
          </a:p>
        </p:txBody>
      </p:sp>
      <p:sp>
        <p:nvSpPr>
          <p:cNvPr id="46100" name="Rectangle 21"/>
          <p:cNvSpPr>
            <a:spLocks noChangeArrowheads="1"/>
          </p:cNvSpPr>
          <p:nvPr/>
        </p:nvSpPr>
        <p:spPr bwMode="auto">
          <a:xfrm>
            <a:off x="6418263" y="3211513"/>
            <a:ext cx="257175" cy="363537"/>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chemeClr val="accent1"/>
                </a:solidFill>
                <a:latin typeface="Arial" charset="0"/>
              </a:rPr>
              <a:t>(</a:t>
            </a:r>
          </a:p>
        </p:txBody>
      </p:sp>
      <p:sp>
        <p:nvSpPr>
          <p:cNvPr id="46101" name="Rectangle 22"/>
          <p:cNvSpPr>
            <a:spLocks noChangeArrowheads="1"/>
          </p:cNvSpPr>
          <p:nvPr/>
        </p:nvSpPr>
        <p:spPr bwMode="auto">
          <a:xfrm>
            <a:off x="5341938" y="2341563"/>
            <a:ext cx="3127375" cy="363537"/>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chemeClr val="tx2"/>
                </a:solidFill>
                <a:latin typeface="Arial" charset="0"/>
              </a:rPr>
              <a:t>Buckets split in this round:</a:t>
            </a:r>
          </a:p>
        </p:txBody>
      </p:sp>
      <p:sp>
        <p:nvSpPr>
          <p:cNvPr id="46102" name="Rectangle 23"/>
          <p:cNvSpPr>
            <a:spLocks noChangeArrowheads="1"/>
          </p:cNvSpPr>
          <p:nvPr/>
        </p:nvSpPr>
        <p:spPr bwMode="auto">
          <a:xfrm>
            <a:off x="5340350" y="2630488"/>
            <a:ext cx="384175" cy="363537"/>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chemeClr val="tx2"/>
                </a:solidFill>
                <a:latin typeface="Arial" charset="0"/>
              </a:rPr>
              <a:t>If </a:t>
            </a:r>
          </a:p>
        </p:txBody>
      </p:sp>
      <p:sp>
        <p:nvSpPr>
          <p:cNvPr id="46103" name="Rectangle 24"/>
          <p:cNvSpPr>
            <a:spLocks noChangeArrowheads="1"/>
          </p:cNvSpPr>
          <p:nvPr/>
        </p:nvSpPr>
        <p:spPr bwMode="auto">
          <a:xfrm>
            <a:off x="5340350" y="2921000"/>
            <a:ext cx="2924175"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chemeClr val="tx2"/>
                </a:solidFill>
                <a:latin typeface="Arial" charset="0"/>
              </a:rPr>
              <a:t>is in this range, must use</a:t>
            </a:r>
          </a:p>
        </p:txBody>
      </p:sp>
      <p:sp>
        <p:nvSpPr>
          <p:cNvPr id="46104" name="Rectangle 25"/>
          <p:cNvSpPr>
            <a:spLocks noChangeArrowheads="1"/>
          </p:cNvSpPr>
          <p:nvPr/>
        </p:nvSpPr>
        <p:spPr bwMode="auto">
          <a:xfrm>
            <a:off x="5341938" y="3211513"/>
            <a:ext cx="384175" cy="363537"/>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chemeClr val="accent1"/>
                </a:solidFill>
                <a:latin typeface="Arial" charset="0"/>
              </a:rPr>
              <a:t>h </a:t>
            </a:r>
          </a:p>
        </p:txBody>
      </p:sp>
      <p:sp>
        <p:nvSpPr>
          <p:cNvPr id="46105" name="Rectangle 26"/>
          <p:cNvSpPr>
            <a:spLocks noChangeArrowheads="1"/>
          </p:cNvSpPr>
          <p:nvPr/>
        </p:nvSpPr>
        <p:spPr bwMode="auto">
          <a:xfrm>
            <a:off x="5526088" y="3267075"/>
            <a:ext cx="1025525"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chemeClr val="accent1"/>
                </a:solidFill>
                <a:latin typeface="Arial" charset="0"/>
              </a:rPr>
              <a:t>Level+1</a:t>
            </a:r>
          </a:p>
        </p:txBody>
      </p:sp>
      <p:sp>
        <p:nvSpPr>
          <p:cNvPr id="46106" name="Rectangle 27"/>
          <p:cNvSpPr>
            <a:spLocks noChangeArrowheads="1"/>
          </p:cNvSpPr>
          <p:nvPr/>
        </p:nvSpPr>
        <p:spPr bwMode="auto">
          <a:xfrm>
            <a:off x="5340350" y="3825875"/>
            <a:ext cx="2368550"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rgbClr val="618FFD"/>
                </a:solidFill>
                <a:latin typeface="Arial" charset="0"/>
              </a:rPr>
              <a:t>`split image' </a:t>
            </a:r>
            <a:r>
              <a:rPr lang="en-US" altLang="tr-TR" sz="1800" b="1">
                <a:solidFill>
                  <a:schemeClr val="tx2"/>
                </a:solidFill>
                <a:latin typeface="Arial" charset="0"/>
              </a:rPr>
              <a:t>bucket.</a:t>
            </a:r>
          </a:p>
        </p:txBody>
      </p:sp>
      <p:sp>
        <p:nvSpPr>
          <p:cNvPr id="46107" name="Rectangle 28"/>
          <p:cNvSpPr>
            <a:spLocks noChangeArrowheads="1"/>
          </p:cNvSpPr>
          <p:nvPr/>
        </p:nvSpPr>
        <p:spPr bwMode="auto">
          <a:xfrm>
            <a:off x="5340350" y="3532188"/>
            <a:ext cx="2593975" cy="363537"/>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chemeClr val="tx2"/>
                </a:solidFill>
                <a:latin typeface="Arial" charset="0"/>
              </a:rPr>
              <a:t>to decide if entry is in </a:t>
            </a:r>
          </a:p>
        </p:txBody>
      </p:sp>
      <p:sp>
        <p:nvSpPr>
          <p:cNvPr id="46108" name="Rectangle 29"/>
          <p:cNvSpPr>
            <a:spLocks noChangeArrowheads="1"/>
          </p:cNvSpPr>
          <p:nvPr/>
        </p:nvSpPr>
        <p:spPr bwMode="auto">
          <a:xfrm>
            <a:off x="5418138" y="5267325"/>
            <a:ext cx="2949575"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rgbClr val="3365FB"/>
                </a:solidFill>
                <a:latin typeface="Arial" charset="0"/>
              </a:rPr>
              <a:t>created (through splitting</a:t>
            </a:r>
          </a:p>
        </p:txBody>
      </p:sp>
      <p:sp>
        <p:nvSpPr>
          <p:cNvPr id="46109" name="Rectangle 30"/>
          <p:cNvSpPr>
            <a:spLocks noChangeArrowheads="1"/>
          </p:cNvSpPr>
          <p:nvPr/>
        </p:nvSpPr>
        <p:spPr bwMode="auto">
          <a:xfrm>
            <a:off x="5416550" y="4975225"/>
            <a:ext cx="2509838" cy="363538"/>
          </a:xfrm>
          <a:prstGeom prst="rect">
            <a:avLst/>
          </a:prstGeom>
          <a:noFill/>
          <a:ln w="9525">
            <a:noFill/>
            <a:miter lim="800000"/>
            <a:headEnd/>
            <a:tailEnd/>
          </a:ln>
        </p:spPr>
        <p:txBody>
          <a:bodyPr wrap="none" lIns="90488" tIns="44450" rIns="90488" bIns="44450">
            <a:spAutoFit/>
          </a:bodyPr>
          <a:lstStyle/>
          <a:p>
            <a:pPr eaLnBrk="0" hangingPunct="0"/>
            <a:r>
              <a:rPr lang="en-US" altLang="tr-TR" sz="1800" b="1">
                <a:solidFill>
                  <a:srgbClr val="3365FB"/>
                </a:solidFill>
                <a:latin typeface="Arial" charset="0"/>
              </a:rPr>
              <a:t>`split image' buckets:</a:t>
            </a:r>
          </a:p>
        </p:txBody>
      </p:sp>
      <p:sp>
        <p:nvSpPr>
          <p:cNvPr id="46110" name="Freeform 31"/>
          <p:cNvSpPr>
            <a:spLocks/>
          </p:cNvSpPr>
          <p:nvPr/>
        </p:nvSpPr>
        <p:spPr bwMode="auto">
          <a:xfrm>
            <a:off x="4260850" y="2498725"/>
            <a:ext cx="430213" cy="3211513"/>
          </a:xfrm>
          <a:custGeom>
            <a:avLst/>
            <a:gdLst>
              <a:gd name="T0" fmla="*/ 0 w 271"/>
              <a:gd name="T1" fmla="*/ 0 h 2023"/>
              <a:gd name="T2" fmla="*/ 428625 w 271"/>
              <a:gd name="T3" fmla="*/ 0 h 2023"/>
              <a:gd name="T4" fmla="*/ 428625 w 271"/>
              <a:gd name="T5" fmla="*/ 3209926 h 2023"/>
              <a:gd name="T6" fmla="*/ 0 w 271"/>
              <a:gd name="T7" fmla="*/ 3209926 h 2023"/>
              <a:gd name="T8" fmla="*/ 0 w 271"/>
              <a:gd name="T9" fmla="*/ 0 h 2023"/>
              <a:gd name="T10" fmla="*/ 0 60000 65536"/>
              <a:gd name="T11" fmla="*/ 0 60000 65536"/>
              <a:gd name="T12" fmla="*/ 0 60000 65536"/>
              <a:gd name="T13" fmla="*/ 0 60000 65536"/>
              <a:gd name="T14" fmla="*/ 0 60000 65536"/>
              <a:gd name="T15" fmla="*/ 0 w 271"/>
              <a:gd name="T16" fmla="*/ 0 h 2023"/>
              <a:gd name="T17" fmla="*/ 271 w 271"/>
              <a:gd name="T18" fmla="*/ 2023 h 2023"/>
            </a:gdLst>
            <a:ahLst/>
            <a:cxnLst>
              <a:cxn ang="T10">
                <a:pos x="T0" y="T1"/>
              </a:cxn>
              <a:cxn ang="T11">
                <a:pos x="T2" y="T3"/>
              </a:cxn>
              <a:cxn ang="T12">
                <a:pos x="T4" y="T5"/>
              </a:cxn>
              <a:cxn ang="T13">
                <a:pos x="T6" y="T7"/>
              </a:cxn>
              <a:cxn ang="T14">
                <a:pos x="T8" y="T9"/>
              </a:cxn>
            </a:cxnLst>
            <a:rect l="T15" t="T16" r="T17" b="T18"/>
            <a:pathLst>
              <a:path w="271" h="2023">
                <a:moveTo>
                  <a:pt x="0" y="0"/>
                </a:moveTo>
                <a:lnTo>
                  <a:pt x="270" y="0"/>
                </a:lnTo>
                <a:lnTo>
                  <a:pt x="270" y="2022"/>
                </a:lnTo>
                <a:lnTo>
                  <a:pt x="0" y="2022"/>
                </a:lnTo>
                <a:lnTo>
                  <a:pt x="0" y="0"/>
                </a:lnTo>
              </a:path>
            </a:pathLst>
          </a:custGeom>
          <a:noFill/>
          <a:ln w="25400" cap="rnd" cmpd="sng">
            <a:solidFill>
              <a:schemeClr val="accent1"/>
            </a:solidFill>
            <a:prstDash val="solid"/>
            <a:round/>
            <a:headEnd type="none" w="sm" len="sm"/>
            <a:tailEnd type="none" w="sm" len="sm"/>
          </a:ln>
        </p:spPr>
        <p:txBody>
          <a:bodyPr/>
          <a:lstStyle/>
          <a:p>
            <a:endParaRPr lang="tr-TR"/>
          </a:p>
        </p:txBody>
      </p:sp>
      <p:sp>
        <p:nvSpPr>
          <p:cNvPr id="46111" name="Freeform 32"/>
          <p:cNvSpPr>
            <a:spLocks/>
          </p:cNvSpPr>
          <p:nvPr/>
        </p:nvSpPr>
        <p:spPr bwMode="auto">
          <a:xfrm>
            <a:off x="4260850" y="4852988"/>
            <a:ext cx="430213" cy="1587"/>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chemeClr val="accent1"/>
            </a:solidFill>
            <a:prstDash val="solid"/>
            <a:round/>
            <a:headEnd type="none" w="sm" len="sm"/>
            <a:tailEnd type="none" w="sm" len="sm"/>
          </a:ln>
        </p:spPr>
        <p:txBody>
          <a:bodyPr/>
          <a:lstStyle/>
          <a:p>
            <a:endParaRPr lang="tr-TR"/>
          </a:p>
        </p:txBody>
      </p:sp>
      <p:sp>
        <p:nvSpPr>
          <p:cNvPr id="46112" name="Freeform 33"/>
          <p:cNvSpPr>
            <a:spLocks/>
          </p:cNvSpPr>
          <p:nvPr/>
        </p:nvSpPr>
        <p:spPr bwMode="auto">
          <a:xfrm>
            <a:off x="4260850" y="4960938"/>
            <a:ext cx="430213" cy="1587"/>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chemeClr val="accent1"/>
            </a:solidFill>
            <a:prstDash val="solid"/>
            <a:round/>
            <a:headEnd type="none" w="sm" len="sm"/>
            <a:tailEnd type="none" w="sm" len="sm"/>
          </a:ln>
        </p:spPr>
        <p:txBody>
          <a:bodyPr/>
          <a:lstStyle/>
          <a:p>
            <a:endParaRPr lang="tr-TR"/>
          </a:p>
        </p:txBody>
      </p:sp>
      <p:sp>
        <p:nvSpPr>
          <p:cNvPr id="46113" name="Freeform 34"/>
          <p:cNvSpPr>
            <a:spLocks/>
          </p:cNvSpPr>
          <p:nvPr/>
        </p:nvSpPr>
        <p:spPr bwMode="auto">
          <a:xfrm>
            <a:off x="4260850" y="5067300"/>
            <a:ext cx="430213" cy="1588"/>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chemeClr val="accent1"/>
            </a:solidFill>
            <a:prstDash val="solid"/>
            <a:round/>
            <a:headEnd type="none" w="sm" len="sm"/>
            <a:tailEnd type="none" w="sm" len="sm"/>
          </a:ln>
        </p:spPr>
        <p:txBody>
          <a:bodyPr/>
          <a:lstStyle/>
          <a:p>
            <a:endParaRPr lang="tr-TR"/>
          </a:p>
        </p:txBody>
      </p:sp>
      <p:sp>
        <p:nvSpPr>
          <p:cNvPr id="46114" name="Freeform 35"/>
          <p:cNvSpPr>
            <a:spLocks/>
          </p:cNvSpPr>
          <p:nvPr/>
        </p:nvSpPr>
        <p:spPr bwMode="auto">
          <a:xfrm>
            <a:off x="4260850" y="5173663"/>
            <a:ext cx="430213" cy="1587"/>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chemeClr val="accent1"/>
            </a:solidFill>
            <a:prstDash val="solid"/>
            <a:round/>
            <a:headEnd type="none" w="sm" len="sm"/>
            <a:tailEnd type="none" w="sm" len="sm"/>
          </a:ln>
        </p:spPr>
        <p:txBody>
          <a:bodyPr/>
          <a:lstStyle/>
          <a:p>
            <a:endParaRPr lang="tr-TR"/>
          </a:p>
        </p:txBody>
      </p:sp>
      <p:sp>
        <p:nvSpPr>
          <p:cNvPr id="46115" name="Freeform 36"/>
          <p:cNvSpPr>
            <a:spLocks/>
          </p:cNvSpPr>
          <p:nvPr/>
        </p:nvSpPr>
        <p:spPr bwMode="auto">
          <a:xfrm>
            <a:off x="4260850" y="5173663"/>
            <a:ext cx="430213" cy="536575"/>
          </a:xfrm>
          <a:custGeom>
            <a:avLst/>
            <a:gdLst>
              <a:gd name="T0" fmla="*/ 0 w 271"/>
              <a:gd name="T1" fmla="*/ 0 h 338"/>
              <a:gd name="T2" fmla="*/ 428625 w 271"/>
              <a:gd name="T3" fmla="*/ 0 h 338"/>
              <a:gd name="T4" fmla="*/ 428625 w 271"/>
              <a:gd name="T5" fmla="*/ 534988 h 338"/>
              <a:gd name="T6" fmla="*/ 0 w 271"/>
              <a:gd name="T7" fmla="*/ 534988 h 338"/>
              <a:gd name="T8" fmla="*/ 0 w 271"/>
              <a:gd name="T9" fmla="*/ 0 h 338"/>
              <a:gd name="T10" fmla="*/ 0 60000 65536"/>
              <a:gd name="T11" fmla="*/ 0 60000 65536"/>
              <a:gd name="T12" fmla="*/ 0 60000 65536"/>
              <a:gd name="T13" fmla="*/ 0 60000 65536"/>
              <a:gd name="T14" fmla="*/ 0 60000 65536"/>
              <a:gd name="T15" fmla="*/ 0 w 271"/>
              <a:gd name="T16" fmla="*/ 0 h 338"/>
              <a:gd name="T17" fmla="*/ 271 w 271"/>
              <a:gd name="T18" fmla="*/ 338 h 338"/>
            </a:gdLst>
            <a:ahLst/>
            <a:cxnLst>
              <a:cxn ang="T10">
                <a:pos x="T0" y="T1"/>
              </a:cxn>
              <a:cxn ang="T11">
                <a:pos x="T2" y="T3"/>
              </a:cxn>
              <a:cxn ang="T12">
                <a:pos x="T4" y="T5"/>
              </a:cxn>
              <a:cxn ang="T13">
                <a:pos x="T6" y="T7"/>
              </a:cxn>
              <a:cxn ang="T14">
                <a:pos x="T8" y="T9"/>
              </a:cxn>
            </a:cxnLst>
            <a:rect l="T15" t="T16" r="T17" b="T18"/>
            <a:pathLst>
              <a:path w="271" h="338">
                <a:moveTo>
                  <a:pt x="0" y="0"/>
                </a:moveTo>
                <a:lnTo>
                  <a:pt x="270" y="0"/>
                </a:lnTo>
                <a:lnTo>
                  <a:pt x="270" y="337"/>
                </a:lnTo>
                <a:lnTo>
                  <a:pt x="0" y="337"/>
                </a:lnTo>
                <a:lnTo>
                  <a:pt x="0" y="0"/>
                </a:lnTo>
              </a:path>
            </a:pathLst>
          </a:custGeom>
          <a:noFill/>
          <a:ln w="25400" cap="rnd" cmpd="sng">
            <a:solidFill>
              <a:srgbClr val="618FFD"/>
            </a:solidFill>
            <a:prstDash val="solid"/>
            <a:round/>
            <a:headEnd type="none" w="sm" len="sm"/>
            <a:tailEnd type="none" w="sm" len="sm"/>
          </a:ln>
        </p:spPr>
        <p:txBody>
          <a:bodyPr/>
          <a:lstStyle/>
          <a:p>
            <a:endParaRPr lang="tr-TR"/>
          </a:p>
        </p:txBody>
      </p:sp>
      <p:sp>
        <p:nvSpPr>
          <p:cNvPr id="46116" name="Freeform 37"/>
          <p:cNvSpPr>
            <a:spLocks/>
          </p:cNvSpPr>
          <p:nvPr/>
        </p:nvSpPr>
        <p:spPr bwMode="auto">
          <a:xfrm>
            <a:off x="4260850" y="5602288"/>
            <a:ext cx="430213" cy="1587"/>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rgbClr val="618FFD"/>
            </a:solidFill>
            <a:prstDash val="dash"/>
            <a:round/>
            <a:headEnd type="none" w="sm" len="sm"/>
            <a:tailEnd type="none" w="sm" len="sm"/>
          </a:ln>
        </p:spPr>
        <p:txBody>
          <a:bodyPr/>
          <a:lstStyle/>
          <a:p>
            <a:endParaRPr lang="tr-TR"/>
          </a:p>
        </p:txBody>
      </p:sp>
      <p:sp>
        <p:nvSpPr>
          <p:cNvPr id="46117" name="Freeform 38"/>
          <p:cNvSpPr>
            <a:spLocks/>
          </p:cNvSpPr>
          <p:nvPr/>
        </p:nvSpPr>
        <p:spPr bwMode="auto">
          <a:xfrm>
            <a:off x="4260850" y="5494338"/>
            <a:ext cx="430213" cy="1587"/>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rgbClr val="618FFD"/>
            </a:solidFill>
            <a:prstDash val="dash"/>
            <a:round/>
            <a:headEnd type="none" w="sm" len="sm"/>
            <a:tailEnd type="none" w="sm" len="sm"/>
          </a:ln>
        </p:spPr>
        <p:txBody>
          <a:bodyPr/>
          <a:lstStyle/>
          <a:p>
            <a:endParaRPr lang="tr-TR"/>
          </a:p>
        </p:txBody>
      </p:sp>
      <p:sp>
        <p:nvSpPr>
          <p:cNvPr id="46118" name="Freeform 39"/>
          <p:cNvSpPr>
            <a:spLocks/>
          </p:cNvSpPr>
          <p:nvPr/>
        </p:nvSpPr>
        <p:spPr bwMode="auto">
          <a:xfrm>
            <a:off x="4260850" y="5387975"/>
            <a:ext cx="430213" cy="1588"/>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rgbClr val="618FFD"/>
            </a:solidFill>
            <a:prstDash val="dash"/>
            <a:round/>
            <a:headEnd type="none" w="sm" len="sm"/>
            <a:tailEnd type="none" w="sm" len="sm"/>
          </a:ln>
        </p:spPr>
        <p:txBody>
          <a:bodyPr/>
          <a:lstStyle/>
          <a:p>
            <a:endParaRPr lang="tr-TR"/>
          </a:p>
        </p:txBody>
      </p:sp>
      <p:sp>
        <p:nvSpPr>
          <p:cNvPr id="46119" name="Freeform 40"/>
          <p:cNvSpPr>
            <a:spLocks/>
          </p:cNvSpPr>
          <p:nvPr/>
        </p:nvSpPr>
        <p:spPr bwMode="auto">
          <a:xfrm>
            <a:off x="4260850" y="5281613"/>
            <a:ext cx="430213" cy="1587"/>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rgbClr val="618FFD"/>
            </a:solidFill>
            <a:prstDash val="dash"/>
            <a:round/>
            <a:headEnd type="none" w="sm" len="sm"/>
            <a:tailEnd type="none" w="sm" len="sm"/>
          </a:ln>
        </p:spPr>
        <p:txBody>
          <a:bodyPr/>
          <a:lstStyle/>
          <a:p>
            <a:endParaRPr lang="tr-TR"/>
          </a:p>
        </p:txBody>
      </p:sp>
      <p:sp>
        <p:nvSpPr>
          <p:cNvPr id="46120" name="Freeform 41"/>
          <p:cNvSpPr>
            <a:spLocks/>
          </p:cNvSpPr>
          <p:nvPr/>
        </p:nvSpPr>
        <p:spPr bwMode="auto">
          <a:xfrm>
            <a:off x="4260850" y="2498725"/>
            <a:ext cx="430213" cy="536575"/>
          </a:xfrm>
          <a:custGeom>
            <a:avLst/>
            <a:gdLst>
              <a:gd name="T0" fmla="*/ 0 w 271"/>
              <a:gd name="T1" fmla="*/ 0 h 338"/>
              <a:gd name="T2" fmla="*/ 428625 w 271"/>
              <a:gd name="T3" fmla="*/ 0 h 338"/>
              <a:gd name="T4" fmla="*/ 428625 w 271"/>
              <a:gd name="T5" fmla="*/ 534988 h 338"/>
              <a:gd name="T6" fmla="*/ 0 w 271"/>
              <a:gd name="T7" fmla="*/ 534988 h 338"/>
              <a:gd name="T8" fmla="*/ 0 w 271"/>
              <a:gd name="T9" fmla="*/ 0 h 338"/>
              <a:gd name="T10" fmla="*/ 0 60000 65536"/>
              <a:gd name="T11" fmla="*/ 0 60000 65536"/>
              <a:gd name="T12" fmla="*/ 0 60000 65536"/>
              <a:gd name="T13" fmla="*/ 0 60000 65536"/>
              <a:gd name="T14" fmla="*/ 0 60000 65536"/>
              <a:gd name="T15" fmla="*/ 0 w 271"/>
              <a:gd name="T16" fmla="*/ 0 h 338"/>
              <a:gd name="T17" fmla="*/ 271 w 271"/>
              <a:gd name="T18" fmla="*/ 338 h 338"/>
            </a:gdLst>
            <a:ahLst/>
            <a:cxnLst>
              <a:cxn ang="T10">
                <a:pos x="T0" y="T1"/>
              </a:cxn>
              <a:cxn ang="T11">
                <a:pos x="T2" y="T3"/>
              </a:cxn>
              <a:cxn ang="T12">
                <a:pos x="T4" y="T5"/>
              </a:cxn>
              <a:cxn ang="T13">
                <a:pos x="T6" y="T7"/>
              </a:cxn>
              <a:cxn ang="T14">
                <a:pos x="T8" y="T9"/>
              </a:cxn>
            </a:cxnLst>
            <a:rect l="T15" t="T16" r="T17" b="T18"/>
            <a:pathLst>
              <a:path w="271" h="338">
                <a:moveTo>
                  <a:pt x="0" y="0"/>
                </a:moveTo>
                <a:lnTo>
                  <a:pt x="270" y="0"/>
                </a:lnTo>
                <a:lnTo>
                  <a:pt x="270" y="337"/>
                </a:lnTo>
                <a:lnTo>
                  <a:pt x="0" y="337"/>
                </a:lnTo>
                <a:lnTo>
                  <a:pt x="0" y="0"/>
                </a:lnTo>
              </a:path>
            </a:pathLst>
          </a:custGeom>
          <a:noFill/>
          <a:ln w="25400" cap="rnd" cmpd="sng">
            <a:solidFill>
              <a:srgbClr val="FC0128"/>
            </a:solidFill>
            <a:prstDash val="solid"/>
            <a:round/>
            <a:headEnd type="none" w="sm" len="sm"/>
            <a:tailEnd type="none" w="sm" len="sm"/>
          </a:ln>
        </p:spPr>
        <p:txBody>
          <a:bodyPr/>
          <a:lstStyle/>
          <a:p>
            <a:endParaRPr lang="tr-TR"/>
          </a:p>
        </p:txBody>
      </p:sp>
      <p:sp>
        <p:nvSpPr>
          <p:cNvPr id="46121" name="Freeform 42"/>
          <p:cNvSpPr>
            <a:spLocks/>
          </p:cNvSpPr>
          <p:nvPr/>
        </p:nvSpPr>
        <p:spPr bwMode="auto">
          <a:xfrm>
            <a:off x="4260850" y="2605088"/>
            <a:ext cx="430213" cy="1587"/>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rgbClr val="FC0128"/>
            </a:solidFill>
            <a:prstDash val="solid"/>
            <a:round/>
            <a:headEnd type="none" w="sm" len="sm"/>
            <a:tailEnd type="none" w="sm" len="sm"/>
          </a:ln>
        </p:spPr>
        <p:txBody>
          <a:bodyPr/>
          <a:lstStyle/>
          <a:p>
            <a:endParaRPr lang="tr-TR"/>
          </a:p>
        </p:txBody>
      </p:sp>
      <p:sp>
        <p:nvSpPr>
          <p:cNvPr id="46122" name="Freeform 43"/>
          <p:cNvSpPr>
            <a:spLocks/>
          </p:cNvSpPr>
          <p:nvPr/>
        </p:nvSpPr>
        <p:spPr bwMode="auto">
          <a:xfrm>
            <a:off x="4260850" y="2713038"/>
            <a:ext cx="430213" cy="1587"/>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rgbClr val="FC0128"/>
            </a:solidFill>
            <a:prstDash val="solid"/>
            <a:round/>
            <a:headEnd type="none" w="sm" len="sm"/>
            <a:tailEnd type="none" w="sm" len="sm"/>
          </a:ln>
        </p:spPr>
        <p:txBody>
          <a:bodyPr/>
          <a:lstStyle/>
          <a:p>
            <a:endParaRPr lang="tr-TR"/>
          </a:p>
        </p:txBody>
      </p:sp>
      <p:sp>
        <p:nvSpPr>
          <p:cNvPr id="46123" name="Freeform 44"/>
          <p:cNvSpPr>
            <a:spLocks/>
          </p:cNvSpPr>
          <p:nvPr/>
        </p:nvSpPr>
        <p:spPr bwMode="auto">
          <a:xfrm>
            <a:off x="4260850" y="2819400"/>
            <a:ext cx="430213" cy="1588"/>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rgbClr val="FC0128"/>
            </a:solidFill>
            <a:prstDash val="solid"/>
            <a:round/>
            <a:headEnd type="none" w="sm" len="sm"/>
            <a:tailEnd type="none" w="sm" len="sm"/>
          </a:ln>
        </p:spPr>
        <p:txBody>
          <a:bodyPr/>
          <a:lstStyle/>
          <a:p>
            <a:endParaRPr lang="tr-TR"/>
          </a:p>
        </p:txBody>
      </p:sp>
      <p:sp>
        <p:nvSpPr>
          <p:cNvPr id="46124" name="Freeform 45"/>
          <p:cNvSpPr>
            <a:spLocks/>
          </p:cNvSpPr>
          <p:nvPr/>
        </p:nvSpPr>
        <p:spPr bwMode="auto">
          <a:xfrm>
            <a:off x="4260850" y="2927350"/>
            <a:ext cx="430213" cy="1588"/>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rgbClr val="FC0128"/>
            </a:solidFill>
            <a:prstDash val="solid"/>
            <a:round/>
            <a:headEnd type="none" w="sm" len="sm"/>
            <a:tailEnd type="none" w="sm" len="sm"/>
          </a:ln>
        </p:spPr>
        <p:txBody>
          <a:bodyPr/>
          <a:lstStyle/>
          <a:p>
            <a:endParaRPr lang="tr-TR"/>
          </a:p>
        </p:txBody>
      </p:sp>
      <p:sp>
        <p:nvSpPr>
          <p:cNvPr id="46125" name="Freeform 46"/>
          <p:cNvSpPr>
            <a:spLocks/>
          </p:cNvSpPr>
          <p:nvPr/>
        </p:nvSpPr>
        <p:spPr bwMode="auto">
          <a:xfrm>
            <a:off x="4260850" y="3033713"/>
            <a:ext cx="430213" cy="1587"/>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chemeClr val="accent1"/>
            </a:solidFill>
            <a:prstDash val="solid"/>
            <a:round/>
            <a:headEnd type="none" w="sm" len="sm"/>
            <a:tailEnd type="none" w="sm" len="sm"/>
          </a:ln>
        </p:spPr>
        <p:txBody>
          <a:bodyPr/>
          <a:lstStyle/>
          <a:p>
            <a:endParaRPr lang="tr-TR"/>
          </a:p>
        </p:txBody>
      </p:sp>
      <p:sp>
        <p:nvSpPr>
          <p:cNvPr id="46126" name="Freeform 47"/>
          <p:cNvSpPr>
            <a:spLocks/>
          </p:cNvSpPr>
          <p:nvPr/>
        </p:nvSpPr>
        <p:spPr bwMode="auto">
          <a:xfrm>
            <a:off x="4260850" y="3141663"/>
            <a:ext cx="430213" cy="1587"/>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chemeClr val="accent1"/>
            </a:solidFill>
            <a:prstDash val="solid"/>
            <a:round/>
            <a:headEnd type="none" w="sm" len="sm"/>
            <a:tailEnd type="none" w="sm" len="sm"/>
          </a:ln>
        </p:spPr>
        <p:txBody>
          <a:bodyPr/>
          <a:lstStyle/>
          <a:p>
            <a:endParaRPr lang="tr-TR"/>
          </a:p>
        </p:txBody>
      </p:sp>
      <p:sp>
        <p:nvSpPr>
          <p:cNvPr id="46127" name="Freeform 48"/>
          <p:cNvSpPr>
            <a:spLocks/>
          </p:cNvSpPr>
          <p:nvPr/>
        </p:nvSpPr>
        <p:spPr bwMode="auto">
          <a:xfrm>
            <a:off x="4260850" y="3248025"/>
            <a:ext cx="430213" cy="1588"/>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chemeClr val="accent1"/>
            </a:solidFill>
            <a:prstDash val="solid"/>
            <a:round/>
            <a:headEnd type="none" w="sm" len="sm"/>
            <a:tailEnd type="none" w="sm" len="sm"/>
          </a:ln>
        </p:spPr>
        <p:txBody>
          <a:bodyPr/>
          <a:lstStyle/>
          <a:p>
            <a:endParaRPr lang="tr-TR"/>
          </a:p>
        </p:txBody>
      </p:sp>
      <p:sp>
        <p:nvSpPr>
          <p:cNvPr id="46128" name="Freeform 49"/>
          <p:cNvSpPr>
            <a:spLocks/>
          </p:cNvSpPr>
          <p:nvPr/>
        </p:nvSpPr>
        <p:spPr bwMode="auto">
          <a:xfrm>
            <a:off x="4260850" y="3354388"/>
            <a:ext cx="430213" cy="1587"/>
          </a:xfrm>
          <a:custGeom>
            <a:avLst/>
            <a:gdLst>
              <a:gd name="T0" fmla="*/ 0 w 271"/>
              <a:gd name="T1" fmla="*/ 0 h 1"/>
              <a:gd name="T2" fmla="*/ 428625 w 271"/>
              <a:gd name="T3" fmla="*/ 0 h 1"/>
              <a:gd name="T4" fmla="*/ 0 w 271"/>
              <a:gd name="T5" fmla="*/ 0 h 1"/>
              <a:gd name="T6" fmla="*/ 0 60000 65536"/>
              <a:gd name="T7" fmla="*/ 0 60000 65536"/>
              <a:gd name="T8" fmla="*/ 0 60000 65536"/>
              <a:gd name="T9" fmla="*/ 0 w 271"/>
              <a:gd name="T10" fmla="*/ 0 h 1"/>
              <a:gd name="T11" fmla="*/ 271 w 271"/>
              <a:gd name="T12" fmla="*/ 1 h 1"/>
            </a:gdLst>
            <a:ahLst/>
            <a:cxnLst>
              <a:cxn ang="T6">
                <a:pos x="T0" y="T1"/>
              </a:cxn>
              <a:cxn ang="T7">
                <a:pos x="T2" y="T3"/>
              </a:cxn>
              <a:cxn ang="T8">
                <a:pos x="T4" y="T5"/>
              </a:cxn>
            </a:cxnLst>
            <a:rect l="T9" t="T10" r="T11" b="T12"/>
            <a:pathLst>
              <a:path w="271" h="1">
                <a:moveTo>
                  <a:pt x="0" y="0"/>
                </a:moveTo>
                <a:lnTo>
                  <a:pt x="270" y="0"/>
                </a:lnTo>
                <a:lnTo>
                  <a:pt x="0" y="0"/>
                </a:lnTo>
              </a:path>
            </a:pathLst>
          </a:custGeom>
          <a:noFill/>
          <a:ln w="25400" cap="rnd" cmpd="sng">
            <a:solidFill>
              <a:schemeClr val="accent1"/>
            </a:solidFill>
            <a:prstDash val="solid"/>
            <a:round/>
            <a:headEnd type="none" w="sm" len="sm"/>
            <a:tailEnd type="none" w="sm" len="sm"/>
          </a:ln>
        </p:spPr>
        <p:txBody>
          <a:bodyPr/>
          <a:lstStyle/>
          <a:p>
            <a:endParaRPr lang="tr-TR"/>
          </a:p>
        </p:txBody>
      </p:sp>
      <p:grpSp>
        <p:nvGrpSpPr>
          <p:cNvPr id="46129" name="Group 53"/>
          <p:cNvGrpSpPr>
            <a:grpSpLocks/>
          </p:cNvGrpSpPr>
          <p:nvPr/>
        </p:nvGrpSpPr>
        <p:grpSpPr bwMode="auto">
          <a:xfrm>
            <a:off x="4724400" y="2514600"/>
            <a:ext cx="381000" cy="457200"/>
            <a:chOff x="2976" y="1584"/>
            <a:chExt cx="240" cy="288"/>
          </a:xfrm>
        </p:grpSpPr>
        <p:sp>
          <p:nvSpPr>
            <p:cNvPr id="46139" name="Line 50"/>
            <p:cNvSpPr>
              <a:spLocks noChangeShapeType="1"/>
            </p:cNvSpPr>
            <p:nvPr/>
          </p:nvSpPr>
          <p:spPr bwMode="auto">
            <a:xfrm>
              <a:off x="3120" y="1584"/>
              <a:ext cx="96" cy="0"/>
            </a:xfrm>
            <a:prstGeom prst="line">
              <a:avLst/>
            </a:prstGeom>
            <a:noFill/>
            <a:ln w="50800">
              <a:solidFill>
                <a:schemeClr val="tx2"/>
              </a:solidFill>
              <a:round/>
              <a:headEnd type="none" w="sm" len="sm"/>
              <a:tailEnd type="none" w="sm" len="sm"/>
            </a:ln>
          </p:spPr>
          <p:txBody>
            <a:bodyPr/>
            <a:lstStyle/>
            <a:p>
              <a:endParaRPr lang="tr-TR"/>
            </a:p>
          </p:txBody>
        </p:sp>
        <p:sp>
          <p:nvSpPr>
            <p:cNvPr id="46140" name="Line 51"/>
            <p:cNvSpPr>
              <a:spLocks noChangeShapeType="1"/>
            </p:cNvSpPr>
            <p:nvPr/>
          </p:nvSpPr>
          <p:spPr bwMode="auto">
            <a:xfrm>
              <a:off x="3216" y="1584"/>
              <a:ext cx="0" cy="288"/>
            </a:xfrm>
            <a:prstGeom prst="line">
              <a:avLst/>
            </a:prstGeom>
            <a:noFill/>
            <a:ln w="50800">
              <a:solidFill>
                <a:schemeClr val="tx2"/>
              </a:solidFill>
              <a:round/>
              <a:headEnd type="none" w="sm" len="sm"/>
              <a:tailEnd type="none" w="sm" len="sm"/>
            </a:ln>
          </p:spPr>
          <p:txBody>
            <a:bodyPr/>
            <a:lstStyle/>
            <a:p>
              <a:endParaRPr lang="tr-TR"/>
            </a:p>
          </p:txBody>
        </p:sp>
        <p:sp>
          <p:nvSpPr>
            <p:cNvPr id="46141" name="Line 52"/>
            <p:cNvSpPr>
              <a:spLocks noChangeShapeType="1"/>
            </p:cNvSpPr>
            <p:nvPr/>
          </p:nvSpPr>
          <p:spPr bwMode="auto">
            <a:xfrm>
              <a:off x="2976" y="1872"/>
              <a:ext cx="240" cy="0"/>
            </a:xfrm>
            <a:prstGeom prst="line">
              <a:avLst/>
            </a:prstGeom>
            <a:noFill/>
            <a:ln w="50800">
              <a:solidFill>
                <a:schemeClr val="tx2"/>
              </a:solidFill>
              <a:round/>
              <a:headEnd type="stealth" w="med" len="med"/>
              <a:tailEnd type="none" w="sm" len="sm"/>
            </a:ln>
          </p:spPr>
          <p:txBody>
            <a:bodyPr/>
            <a:lstStyle/>
            <a:p>
              <a:endParaRPr lang="tr-TR"/>
            </a:p>
          </p:txBody>
        </p:sp>
      </p:grpSp>
      <p:grpSp>
        <p:nvGrpSpPr>
          <p:cNvPr id="46130" name="Group 57"/>
          <p:cNvGrpSpPr>
            <a:grpSpLocks/>
          </p:cNvGrpSpPr>
          <p:nvPr/>
        </p:nvGrpSpPr>
        <p:grpSpPr bwMode="auto">
          <a:xfrm>
            <a:off x="4724400" y="5181600"/>
            <a:ext cx="381000" cy="457200"/>
            <a:chOff x="2976" y="3264"/>
            <a:chExt cx="240" cy="288"/>
          </a:xfrm>
        </p:grpSpPr>
        <p:sp>
          <p:nvSpPr>
            <p:cNvPr id="46136" name="Line 54"/>
            <p:cNvSpPr>
              <a:spLocks noChangeShapeType="1"/>
            </p:cNvSpPr>
            <p:nvPr/>
          </p:nvSpPr>
          <p:spPr bwMode="auto">
            <a:xfrm>
              <a:off x="3120" y="3264"/>
              <a:ext cx="96" cy="0"/>
            </a:xfrm>
            <a:prstGeom prst="line">
              <a:avLst/>
            </a:prstGeom>
            <a:noFill/>
            <a:ln w="50800">
              <a:solidFill>
                <a:srgbClr val="3365FB"/>
              </a:solidFill>
              <a:round/>
              <a:headEnd type="none" w="sm" len="sm"/>
              <a:tailEnd type="none" w="sm" len="sm"/>
            </a:ln>
          </p:spPr>
          <p:txBody>
            <a:bodyPr/>
            <a:lstStyle/>
            <a:p>
              <a:endParaRPr lang="tr-TR"/>
            </a:p>
          </p:txBody>
        </p:sp>
        <p:sp>
          <p:nvSpPr>
            <p:cNvPr id="46137" name="Line 55"/>
            <p:cNvSpPr>
              <a:spLocks noChangeShapeType="1"/>
            </p:cNvSpPr>
            <p:nvPr/>
          </p:nvSpPr>
          <p:spPr bwMode="auto">
            <a:xfrm>
              <a:off x="3216" y="3264"/>
              <a:ext cx="0" cy="288"/>
            </a:xfrm>
            <a:prstGeom prst="line">
              <a:avLst/>
            </a:prstGeom>
            <a:noFill/>
            <a:ln w="50800">
              <a:solidFill>
                <a:srgbClr val="3365FB"/>
              </a:solidFill>
              <a:round/>
              <a:headEnd type="none" w="sm" len="sm"/>
              <a:tailEnd type="none" w="sm" len="sm"/>
            </a:ln>
          </p:spPr>
          <p:txBody>
            <a:bodyPr/>
            <a:lstStyle/>
            <a:p>
              <a:endParaRPr lang="tr-TR"/>
            </a:p>
          </p:txBody>
        </p:sp>
        <p:sp>
          <p:nvSpPr>
            <p:cNvPr id="46138" name="Line 56"/>
            <p:cNvSpPr>
              <a:spLocks noChangeShapeType="1"/>
            </p:cNvSpPr>
            <p:nvPr/>
          </p:nvSpPr>
          <p:spPr bwMode="auto">
            <a:xfrm>
              <a:off x="2976" y="3552"/>
              <a:ext cx="240" cy="0"/>
            </a:xfrm>
            <a:prstGeom prst="line">
              <a:avLst/>
            </a:prstGeom>
            <a:noFill/>
            <a:ln w="50800">
              <a:solidFill>
                <a:srgbClr val="3365FB"/>
              </a:solidFill>
              <a:round/>
              <a:headEnd type="stealth" w="med" len="med"/>
              <a:tailEnd type="none" w="sm" len="sm"/>
            </a:ln>
          </p:spPr>
          <p:txBody>
            <a:bodyPr/>
            <a:lstStyle/>
            <a:p>
              <a:endParaRPr lang="tr-TR"/>
            </a:p>
          </p:txBody>
        </p:sp>
      </p:grpSp>
      <p:sp>
        <p:nvSpPr>
          <p:cNvPr id="46131" name="Line 58"/>
          <p:cNvSpPr>
            <a:spLocks noChangeShapeType="1"/>
          </p:cNvSpPr>
          <p:nvPr/>
        </p:nvSpPr>
        <p:spPr bwMode="auto">
          <a:xfrm flipH="1">
            <a:off x="3276600" y="3048000"/>
            <a:ext cx="990600" cy="0"/>
          </a:xfrm>
          <a:prstGeom prst="line">
            <a:avLst/>
          </a:prstGeom>
          <a:noFill/>
          <a:ln w="50800">
            <a:solidFill>
              <a:schemeClr val="accent2"/>
            </a:solidFill>
            <a:round/>
            <a:headEnd type="stealth" w="med" len="med"/>
            <a:tailEnd type="none" w="sm" len="sm"/>
          </a:ln>
        </p:spPr>
        <p:txBody>
          <a:bodyPr/>
          <a:lstStyle/>
          <a:p>
            <a:endParaRPr lang="tr-TR"/>
          </a:p>
        </p:txBody>
      </p:sp>
      <p:sp>
        <p:nvSpPr>
          <p:cNvPr id="46132" name="Line 59"/>
          <p:cNvSpPr>
            <a:spLocks noChangeShapeType="1"/>
          </p:cNvSpPr>
          <p:nvPr/>
        </p:nvSpPr>
        <p:spPr bwMode="auto">
          <a:xfrm flipH="1">
            <a:off x="3810000" y="2514600"/>
            <a:ext cx="152400" cy="0"/>
          </a:xfrm>
          <a:prstGeom prst="line">
            <a:avLst/>
          </a:prstGeom>
          <a:noFill/>
          <a:ln w="12700">
            <a:solidFill>
              <a:schemeClr val="tx2"/>
            </a:solidFill>
            <a:round/>
            <a:headEnd type="none" w="sm" len="sm"/>
            <a:tailEnd type="none" w="sm" len="sm"/>
          </a:ln>
        </p:spPr>
        <p:txBody>
          <a:bodyPr/>
          <a:lstStyle/>
          <a:p>
            <a:endParaRPr lang="tr-TR"/>
          </a:p>
        </p:txBody>
      </p:sp>
      <p:sp>
        <p:nvSpPr>
          <p:cNvPr id="46133" name="Line 60"/>
          <p:cNvSpPr>
            <a:spLocks noChangeShapeType="1"/>
          </p:cNvSpPr>
          <p:nvPr/>
        </p:nvSpPr>
        <p:spPr bwMode="auto">
          <a:xfrm>
            <a:off x="3810000" y="2514600"/>
            <a:ext cx="0" cy="2667000"/>
          </a:xfrm>
          <a:prstGeom prst="line">
            <a:avLst/>
          </a:prstGeom>
          <a:noFill/>
          <a:ln w="12700">
            <a:solidFill>
              <a:schemeClr val="tx2"/>
            </a:solidFill>
            <a:round/>
            <a:headEnd type="none" w="sm" len="sm"/>
            <a:tailEnd type="none" w="sm" len="sm"/>
          </a:ln>
        </p:spPr>
        <p:txBody>
          <a:bodyPr/>
          <a:lstStyle/>
          <a:p>
            <a:endParaRPr lang="tr-TR"/>
          </a:p>
        </p:txBody>
      </p:sp>
      <p:sp>
        <p:nvSpPr>
          <p:cNvPr id="46134" name="Line 61"/>
          <p:cNvSpPr>
            <a:spLocks noChangeShapeType="1"/>
          </p:cNvSpPr>
          <p:nvPr/>
        </p:nvSpPr>
        <p:spPr bwMode="auto">
          <a:xfrm flipH="1">
            <a:off x="3810000" y="5181600"/>
            <a:ext cx="152400" cy="0"/>
          </a:xfrm>
          <a:prstGeom prst="line">
            <a:avLst/>
          </a:prstGeom>
          <a:noFill/>
          <a:ln w="12700">
            <a:solidFill>
              <a:schemeClr val="tx2"/>
            </a:solidFill>
            <a:round/>
            <a:headEnd type="none" w="sm" len="sm"/>
            <a:tailEnd type="none" w="sm" len="sm"/>
          </a:ln>
        </p:spPr>
        <p:txBody>
          <a:bodyPr/>
          <a:lstStyle/>
          <a:p>
            <a:endParaRPr lang="tr-TR"/>
          </a:p>
        </p:txBody>
      </p:sp>
      <p:sp>
        <p:nvSpPr>
          <p:cNvPr id="46135" name="Arc 62"/>
          <p:cNvSpPr>
            <a:spLocks/>
          </p:cNvSpPr>
          <p:nvPr/>
        </p:nvSpPr>
        <p:spPr bwMode="auto">
          <a:xfrm>
            <a:off x="3352800" y="3889375"/>
            <a:ext cx="457200" cy="76200"/>
          </a:xfrm>
          <a:custGeom>
            <a:avLst/>
            <a:gdLst>
              <a:gd name="T0" fmla="*/ 0 w 21600"/>
              <a:gd name="T1" fmla="*/ 0 h 21600"/>
              <a:gd name="T2" fmla="*/ 457200 w 21600"/>
              <a:gd name="T3" fmla="*/ 76200 h 21600"/>
              <a:gd name="T4" fmla="*/ 0 w 21600"/>
              <a:gd name="T5" fmla="*/ 762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chemeClr val="tx2"/>
            </a:solidFill>
            <a:round/>
            <a:headEnd type="stealth" w="med" len="med"/>
            <a:tailEnd type="none" w="sm" len="sm"/>
          </a:ln>
        </p:spPr>
        <p:txBody>
          <a:bodyPr/>
          <a:lstStyle/>
          <a:p>
            <a:endParaRPr lang="tr-TR"/>
          </a:p>
        </p:txBody>
      </p:sp>
    </p:spTree>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48130"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48131" name="Rectangle 4"/>
          <p:cNvSpPr>
            <a:spLocks noGrp="1" noChangeArrowheads="1"/>
          </p:cNvSpPr>
          <p:nvPr>
            <p:ph type="title"/>
          </p:nvPr>
        </p:nvSpPr>
        <p:spPr/>
        <p:txBody>
          <a:bodyPr/>
          <a:lstStyle/>
          <a:p>
            <a:r>
              <a:rPr lang="en-US" altLang="tr-TR" smtClean="0"/>
              <a:t>Linear Hashing (Contd.)</a:t>
            </a:r>
          </a:p>
        </p:txBody>
      </p:sp>
      <p:sp>
        <p:nvSpPr>
          <p:cNvPr id="48132" name="Rectangle 5"/>
          <p:cNvSpPr>
            <a:spLocks noGrp="1" noChangeArrowheads="1"/>
          </p:cNvSpPr>
          <p:nvPr>
            <p:ph type="body" idx="1"/>
          </p:nvPr>
        </p:nvSpPr>
        <p:spPr>
          <a:xfrm>
            <a:off x="304800" y="1447800"/>
            <a:ext cx="8686800" cy="4800600"/>
          </a:xfrm>
        </p:spPr>
        <p:txBody>
          <a:bodyPr/>
          <a:lstStyle/>
          <a:p>
            <a:r>
              <a:rPr lang="en-US" altLang="tr-TR" b="1" u="sng" smtClean="0">
                <a:solidFill>
                  <a:schemeClr val="accent2"/>
                </a:solidFill>
              </a:rPr>
              <a:t>Insert</a:t>
            </a:r>
            <a:r>
              <a:rPr lang="en-US" altLang="tr-TR" smtClean="0">
                <a:solidFill>
                  <a:schemeClr val="accent2"/>
                </a:solidFill>
              </a:rPr>
              <a:t>:  </a:t>
            </a:r>
            <a:r>
              <a:rPr lang="en-US" altLang="tr-TR" smtClean="0"/>
              <a:t>Find bucket by applying </a:t>
            </a:r>
            <a:r>
              <a:rPr lang="en-US" altLang="tr-TR" b="1" smtClean="0"/>
              <a:t>h</a:t>
            </a:r>
            <a:r>
              <a:rPr lang="en-US" altLang="tr-TR" i="1" baseline="-25000" smtClean="0"/>
              <a:t>Level</a:t>
            </a:r>
            <a:r>
              <a:rPr lang="en-US" altLang="tr-TR" smtClean="0"/>
              <a:t> / </a:t>
            </a:r>
            <a:r>
              <a:rPr lang="en-US" altLang="tr-TR" b="1" smtClean="0"/>
              <a:t>h</a:t>
            </a:r>
            <a:r>
              <a:rPr lang="en-US" altLang="tr-TR" i="1" baseline="-25000" smtClean="0"/>
              <a:t>Level+1</a:t>
            </a:r>
            <a:r>
              <a:rPr lang="en-US" altLang="tr-TR" i="1" smtClean="0"/>
              <a:t>:</a:t>
            </a:r>
            <a:r>
              <a:rPr lang="en-US" altLang="tr-TR" smtClean="0"/>
              <a:t> </a:t>
            </a:r>
          </a:p>
          <a:p>
            <a:pPr lvl="1">
              <a:buSzPct val="75000"/>
            </a:pPr>
            <a:r>
              <a:rPr lang="en-US" altLang="tr-TR" smtClean="0"/>
              <a:t>If bucket to insert into is full:</a:t>
            </a:r>
          </a:p>
          <a:p>
            <a:pPr lvl="2"/>
            <a:r>
              <a:rPr lang="en-US" altLang="tr-TR" sz="2400" smtClean="0"/>
              <a:t>Add overflow page and insert data entry.</a:t>
            </a:r>
          </a:p>
          <a:p>
            <a:pPr lvl="2"/>
            <a:r>
              <a:rPr lang="en-US" altLang="tr-TR" sz="2400" smtClean="0"/>
              <a:t>(</a:t>
            </a:r>
            <a:r>
              <a:rPr lang="en-US" altLang="tr-TR" sz="2400" i="1" smtClean="0"/>
              <a:t>Maybe</a:t>
            </a:r>
            <a:r>
              <a:rPr lang="en-US" altLang="tr-TR" sz="2400" smtClean="0"/>
              <a:t>) Split </a:t>
            </a:r>
            <a:r>
              <a:rPr lang="en-US" altLang="tr-TR" sz="2400" i="1" smtClean="0"/>
              <a:t>Next </a:t>
            </a:r>
            <a:r>
              <a:rPr lang="en-US" altLang="tr-TR" sz="2400" smtClean="0"/>
              <a:t>bucket and increment </a:t>
            </a:r>
            <a:r>
              <a:rPr lang="en-US" altLang="tr-TR" sz="2400" i="1" smtClean="0"/>
              <a:t>Next</a:t>
            </a:r>
            <a:r>
              <a:rPr lang="en-US" altLang="tr-TR" sz="2400" smtClean="0"/>
              <a:t>.</a:t>
            </a:r>
          </a:p>
          <a:p>
            <a:r>
              <a:rPr lang="en-US" altLang="tr-TR" smtClean="0"/>
              <a:t>Can choose any criterion to `trigger’ split.</a:t>
            </a:r>
            <a:r>
              <a:rPr lang="en-US" altLang="tr-TR" sz="3200" smtClean="0"/>
              <a:t> </a:t>
            </a:r>
            <a:endParaRPr lang="en-US" altLang="tr-TR" smtClean="0"/>
          </a:p>
          <a:p>
            <a:r>
              <a:rPr lang="en-US" altLang="tr-TR" smtClean="0"/>
              <a:t>Since buckets are split round-robin, long overflow chains don’t develop!</a:t>
            </a:r>
          </a:p>
          <a:p>
            <a:r>
              <a:rPr lang="en-US" altLang="tr-TR" smtClean="0"/>
              <a:t>Doubling of directory in Extendible Hashing is similar; switching of hash functions is </a:t>
            </a:r>
            <a:r>
              <a:rPr lang="en-US" altLang="tr-TR" i="1" smtClean="0"/>
              <a:t>implicit</a:t>
            </a:r>
            <a:r>
              <a:rPr lang="en-US" altLang="tr-TR" smtClean="0"/>
              <a:t> in how the # of bits examined is increased.</a:t>
            </a:r>
          </a:p>
        </p:txBody>
      </p:sp>
    </p:spTree>
  </p:cSld>
  <p:clrMapOvr>
    <a:masterClrMapping/>
  </p:clrMapOvr>
  <p:transition>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50178"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50179" name="Rectangle 4"/>
          <p:cNvSpPr>
            <a:spLocks noGrp="1" noChangeArrowheads="1"/>
          </p:cNvSpPr>
          <p:nvPr>
            <p:ph type="title"/>
          </p:nvPr>
        </p:nvSpPr>
        <p:spPr/>
        <p:txBody>
          <a:bodyPr/>
          <a:lstStyle/>
          <a:p>
            <a:r>
              <a:rPr lang="en-US" altLang="tr-TR" smtClean="0"/>
              <a:t>Example of Linear Hashing</a:t>
            </a:r>
          </a:p>
        </p:txBody>
      </p:sp>
      <p:sp>
        <p:nvSpPr>
          <p:cNvPr id="50180" name="Rectangle 5"/>
          <p:cNvSpPr>
            <a:spLocks noGrp="1" noChangeArrowheads="1"/>
          </p:cNvSpPr>
          <p:nvPr>
            <p:ph type="body" sz="half" idx="1"/>
          </p:nvPr>
        </p:nvSpPr>
        <p:spPr>
          <a:xfrm>
            <a:off x="76200" y="1676400"/>
            <a:ext cx="4191000" cy="1066800"/>
          </a:xfrm>
        </p:spPr>
        <p:txBody>
          <a:bodyPr/>
          <a:lstStyle/>
          <a:p>
            <a:r>
              <a:rPr lang="en-US" altLang="tr-TR" sz="2400" smtClean="0"/>
              <a:t>On </a:t>
            </a:r>
            <a:r>
              <a:rPr lang="en-US" altLang="tr-TR" sz="2400" smtClean="0">
                <a:solidFill>
                  <a:schemeClr val="accent2"/>
                </a:solidFill>
              </a:rPr>
              <a:t>split</a:t>
            </a:r>
            <a:r>
              <a:rPr lang="en-US" altLang="tr-TR" sz="2400" smtClean="0"/>
              <a:t>, </a:t>
            </a:r>
            <a:r>
              <a:rPr lang="en-US" altLang="tr-TR" sz="2400" b="1" smtClean="0">
                <a:solidFill>
                  <a:schemeClr val="accent2"/>
                </a:solidFill>
              </a:rPr>
              <a:t>h</a:t>
            </a:r>
            <a:r>
              <a:rPr lang="en-US" altLang="tr-TR" sz="2400" baseline="-25000" smtClean="0">
                <a:solidFill>
                  <a:schemeClr val="accent2"/>
                </a:solidFill>
              </a:rPr>
              <a:t>Level+1 </a:t>
            </a:r>
            <a:r>
              <a:rPr lang="en-US" altLang="tr-TR" sz="2400" smtClean="0"/>
              <a:t>is used to </a:t>
            </a:r>
            <a:r>
              <a:rPr lang="en-US" altLang="tr-TR" sz="2400" smtClean="0">
                <a:solidFill>
                  <a:schemeClr val="accent2"/>
                </a:solidFill>
              </a:rPr>
              <a:t>re-distribute</a:t>
            </a:r>
            <a:r>
              <a:rPr lang="en-US" altLang="tr-TR" sz="2400" smtClean="0"/>
              <a:t> entries.</a:t>
            </a:r>
          </a:p>
        </p:txBody>
      </p:sp>
      <p:sp>
        <p:nvSpPr>
          <p:cNvPr id="50181" name="AutoShape 6"/>
          <p:cNvSpPr>
            <a:spLocks noChangeArrowheads="1"/>
          </p:cNvSpPr>
          <p:nvPr/>
        </p:nvSpPr>
        <p:spPr bwMode="auto">
          <a:xfrm>
            <a:off x="4011613" y="3246438"/>
            <a:ext cx="444500" cy="673100"/>
          </a:xfrm>
          <a:prstGeom prst="rightArrow">
            <a:avLst>
              <a:gd name="adj1" fmla="val 75009"/>
              <a:gd name="adj2" fmla="val 50032"/>
            </a:avLst>
          </a:prstGeom>
          <a:solidFill>
            <a:schemeClr val="accent1"/>
          </a:solidFill>
          <a:ln w="12700">
            <a:solidFill>
              <a:schemeClr val="tx1"/>
            </a:solidFill>
            <a:miter lim="800000"/>
            <a:headEnd/>
            <a:tailEnd/>
          </a:ln>
        </p:spPr>
        <p:txBody>
          <a:bodyPr wrap="none" anchor="ctr"/>
          <a:lstStyle/>
          <a:p>
            <a:pPr eaLnBrk="0" hangingPunct="0"/>
            <a:endParaRPr lang="tr-TR"/>
          </a:p>
        </p:txBody>
      </p:sp>
      <p:sp>
        <p:nvSpPr>
          <p:cNvPr id="50182" name="Rectangle 7"/>
          <p:cNvSpPr>
            <a:spLocks noChangeArrowheads="1"/>
          </p:cNvSpPr>
          <p:nvPr/>
        </p:nvSpPr>
        <p:spPr bwMode="auto">
          <a:xfrm>
            <a:off x="1011238" y="3298825"/>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a:t>
            </a:r>
          </a:p>
        </p:txBody>
      </p:sp>
      <p:sp>
        <p:nvSpPr>
          <p:cNvPr id="50183" name="Rectangle 8"/>
          <p:cNvSpPr>
            <a:spLocks noChangeArrowheads="1"/>
          </p:cNvSpPr>
          <p:nvPr/>
        </p:nvSpPr>
        <p:spPr bwMode="auto">
          <a:xfrm>
            <a:off x="896938" y="3109913"/>
            <a:ext cx="279400"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h</a:t>
            </a:r>
          </a:p>
        </p:txBody>
      </p:sp>
      <p:sp>
        <p:nvSpPr>
          <p:cNvPr id="50184" name="Rectangle 9"/>
          <p:cNvSpPr>
            <a:spLocks noChangeArrowheads="1"/>
          </p:cNvSpPr>
          <p:nvPr/>
        </p:nvSpPr>
        <p:spPr bwMode="auto">
          <a:xfrm>
            <a:off x="311150" y="3097213"/>
            <a:ext cx="279400"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h</a:t>
            </a:r>
          </a:p>
        </p:txBody>
      </p:sp>
      <p:sp>
        <p:nvSpPr>
          <p:cNvPr id="50185" name="Freeform 10"/>
          <p:cNvSpPr>
            <a:spLocks/>
          </p:cNvSpPr>
          <p:nvPr/>
        </p:nvSpPr>
        <p:spPr bwMode="auto">
          <a:xfrm>
            <a:off x="1665288" y="3751263"/>
            <a:ext cx="1146175" cy="287337"/>
          </a:xfrm>
          <a:custGeom>
            <a:avLst/>
            <a:gdLst>
              <a:gd name="T0" fmla="*/ 0 w 722"/>
              <a:gd name="T1" fmla="*/ 285750 h 181"/>
              <a:gd name="T2" fmla="*/ 0 w 722"/>
              <a:gd name="T3" fmla="*/ 0 h 181"/>
              <a:gd name="T4" fmla="*/ 1144588 w 722"/>
              <a:gd name="T5" fmla="*/ 0 h 181"/>
              <a:gd name="T6" fmla="*/ 1144588 w 722"/>
              <a:gd name="T7" fmla="*/ 285750 h 181"/>
              <a:gd name="T8" fmla="*/ 0 w 722"/>
              <a:gd name="T9" fmla="*/ 285750 h 181"/>
              <a:gd name="T10" fmla="*/ 0 60000 65536"/>
              <a:gd name="T11" fmla="*/ 0 60000 65536"/>
              <a:gd name="T12" fmla="*/ 0 60000 65536"/>
              <a:gd name="T13" fmla="*/ 0 60000 65536"/>
              <a:gd name="T14" fmla="*/ 0 60000 65536"/>
              <a:gd name="T15" fmla="*/ 0 w 722"/>
              <a:gd name="T16" fmla="*/ 0 h 181"/>
              <a:gd name="T17" fmla="*/ 722 w 722"/>
              <a:gd name="T18" fmla="*/ 181 h 181"/>
            </a:gdLst>
            <a:ahLst/>
            <a:cxnLst>
              <a:cxn ang="T10">
                <a:pos x="T0" y="T1"/>
              </a:cxn>
              <a:cxn ang="T11">
                <a:pos x="T2" y="T3"/>
              </a:cxn>
              <a:cxn ang="T12">
                <a:pos x="T4" y="T5"/>
              </a:cxn>
              <a:cxn ang="T13">
                <a:pos x="T6" y="T7"/>
              </a:cxn>
              <a:cxn ang="T14">
                <a:pos x="T8" y="T9"/>
              </a:cxn>
            </a:cxnLst>
            <a:rect l="T15" t="T16" r="T17" b="T18"/>
            <a:pathLst>
              <a:path w="722" h="181">
                <a:moveTo>
                  <a:pt x="0" y="180"/>
                </a:moveTo>
                <a:lnTo>
                  <a:pt x="0" y="0"/>
                </a:lnTo>
                <a:lnTo>
                  <a:pt x="721" y="0"/>
                </a:lnTo>
                <a:lnTo>
                  <a:pt x="721" y="180"/>
                </a:lnTo>
                <a:lnTo>
                  <a:pt x="0" y="18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0186" name="Freeform 11"/>
          <p:cNvSpPr>
            <a:spLocks/>
          </p:cNvSpPr>
          <p:nvPr/>
        </p:nvSpPr>
        <p:spPr bwMode="auto">
          <a:xfrm>
            <a:off x="1665288" y="4322763"/>
            <a:ext cx="1146175" cy="287337"/>
          </a:xfrm>
          <a:custGeom>
            <a:avLst/>
            <a:gdLst>
              <a:gd name="T0" fmla="*/ 0 w 722"/>
              <a:gd name="T1" fmla="*/ 285750 h 181"/>
              <a:gd name="T2" fmla="*/ 0 w 722"/>
              <a:gd name="T3" fmla="*/ 0 h 181"/>
              <a:gd name="T4" fmla="*/ 1144588 w 722"/>
              <a:gd name="T5" fmla="*/ 0 h 181"/>
              <a:gd name="T6" fmla="*/ 1144588 w 722"/>
              <a:gd name="T7" fmla="*/ 285750 h 181"/>
              <a:gd name="T8" fmla="*/ 0 w 722"/>
              <a:gd name="T9" fmla="*/ 285750 h 181"/>
              <a:gd name="T10" fmla="*/ 0 60000 65536"/>
              <a:gd name="T11" fmla="*/ 0 60000 65536"/>
              <a:gd name="T12" fmla="*/ 0 60000 65536"/>
              <a:gd name="T13" fmla="*/ 0 60000 65536"/>
              <a:gd name="T14" fmla="*/ 0 60000 65536"/>
              <a:gd name="T15" fmla="*/ 0 w 722"/>
              <a:gd name="T16" fmla="*/ 0 h 181"/>
              <a:gd name="T17" fmla="*/ 722 w 722"/>
              <a:gd name="T18" fmla="*/ 181 h 181"/>
            </a:gdLst>
            <a:ahLst/>
            <a:cxnLst>
              <a:cxn ang="T10">
                <a:pos x="T0" y="T1"/>
              </a:cxn>
              <a:cxn ang="T11">
                <a:pos x="T2" y="T3"/>
              </a:cxn>
              <a:cxn ang="T12">
                <a:pos x="T4" y="T5"/>
              </a:cxn>
              <a:cxn ang="T13">
                <a:pos x="T6" y="T7"/>
              </a:cxn>
              <a:cxn ang="T14">
                <a:pos x="T8" y="T9"/>
              </a:cxn>
            </a:cxnLst>
            <a:rect l="T15" t="T16" r="T17" b="T18"/>
            <a:pathLst>
              <a:path w="722" h="181">
                <a:moveTo>
                  <a:pt x="0" y="180"/>
                </a:moveTo>
                <a:lnTo>
                  <a:pt x="0" y="0"/>
                </a:lnTo>
                <a:lnTo>
                  <a:pt x="721" y="0"/>
                </a:lnTo>
                <a:lnTo>
                  <a:pt x="721" y="180"/>
                </a:lnTo>
                <a:lnTo>
                  <a:pt x="0" y="18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0187" name="Freeform 12"/>
          <p:cNvSpPr>
            <a:spLocks/>
          </p:cNvSpPr>
          <p:nvPr/>
        </p:nvSpPr>
        <p:spPr bwMode="auto">
          <a:xfrm>
            <a:off x="1665288" y="4905375"/>
            <a:ext cx="1146175" cy="287338"/>
          </a:xfrm>
          <a:custGeom>
            <a:avLst/>
            <a:gdLst>
              <a:gd name="T0" fmla="*/ 0 w 722"/>
              <a:gd name="T1" fmla="*/ 285750 h 181"/>
              <a:gd name="T2" fmla="*/ 0 w 722"/>
              <a:gd name="T3" fmla="*/ 0 h 181"/>
              <a:gd name="T4" fmla="*/ 1144588 w 722"/>
              <a:gd name="T5" fmla="*/ 0 h 181"/>
              <a:gd name="T6" fmla="*/ 1144588 w 722"/>
              <a:gd name="T7" fmla="*/ 285750 h 181"/>
              <a:gd name="T8" fmla="*/ 0 w 722"/>
              <a:gd name="T9" fmla="*/ 285750 h 181"/>
              <a:gd name="T10" fmla="*/ 0 60000 65536"/>
              <a:gd name="T11" fmla="*/ 0 60000 65536"/>
              <a:gd name="T12" fmla="*/ 0 60000 65536"/>
              <a:gd name="T13" fmla="*/ 0 60000 65536"/>
              <a:gd name="T14" fmla="*/ 0 60000 65536"/>
              <a:gd name="T15" fmla="*/ 0 w 722"/>
              <a:gd name="T16" fmla="*/ 0 h 181"/>
              <a:gd name="T17" fmla="*/ 722 w 722"/>
              <a:gd name="T18" fmla="*/ 181 h 181"/>
            </a:gdLst>
            <a:ahLst/>
            <a:cxnLst>
              <a:cxn ang="T10">
                <a:pos x="T0" y="T1"/>
              </a:cxn>
              <a:cxn ang="T11">
                <a:pos x="T2" y="T3"/>
              </a:cxn>
              <a:cxn ang="T12">
                <a:pos x="T4" y="T5"/>
              </a:cxn>
              <a:cxn ang="T13">
                <a:pos x="T6" y="T7"/>
              </a:cxn>
              <a:cxn ang="T14">
                <a:pos x="T8" y="T9"/>
              </a:cxn>
            </a:cxnLst>
            <a:rect l="T15" t="T16" r="T17" b="T18"/>
            <a:pathLst>
              <a:path w="722" h="181">
                <a:moveTo>
                  <a:pt x="0" y="180"/>
                </a:moveTo>
                <a:lnTo>
                  <a:pt x="0" y="0"/>
                </a:lnTo>
                <a:lnTo>
                  <a:pt x="721" y="0"/>
                </a:lnTo>
                <a:lnTo>
                  <a:pt x="721" y="180"/>
                </a:lnTo>
                <a:lnTo>
                  <a:pt x="0" y="18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0188" name="Freeform 13"/>
          <p:cNvSpPr>
            <a:spLocks/>
          </p:cNvSpPr>
          <p:nvPr/>
        </p:nvSpPr>
        <p:spPr bwMode="auto">
          <a:xfrm>
            <a:off x="1665288" y="5465763"/>
            <a:ext cx="1146175" cy="287337"/>
          </a:xfrm>
          <a:custGeom>
            <a:avLst/>
            <a:gdLst>
              <a:gd name="T0" fmla="*/ 0 w 722"/>
              <a:gd name="T1" fmla="*/ 285750 h 181"/>
              <a:gd name="T2" fmla="*/ 0 w 722"/>
              <a:gd name="T3" fmla="*/ 0 h 181"/>
              <a:gd name="T4" fmla="*/ 1144588 w 722"/>
              <a:gd name="T5" fmla="*/ 0 h 181"/>
              <a:gd name="T6" fmla="*/ 1144588 w 722"/>
              <a:gd name="T7" fmla="*/ 285750 h 181"/>
              <a:gd name="T8" fmla="*/ 0 w 722"/>
              <a:gd name="T9" fmla="*/ 285750 h 181"/>
              <a:gd name="T10" fmla="*/ 0 60000 65536"/>
              <a:gd name="T11" fmla="*/ 0 60000 65536"/>
              <a:gd name="T12" fmla="*/ 0 60000 65536"/>
              <a:gd name="T13" fmla="*/ 0 60000 65536"/>
              <a:gd name="T14" fmla="*/ 0 60000 65536"/>
              <a:gd name="T15" fmla="*/ 0 w 722"/>
              <a:gd name="T16" fmla="*/ 0 h 181"/>
              <a:gd name="T17" fmla="*/ 722 w 722"/>
              <a:gd name="T18" fmla="*/ 181 h 181"/>
            </a:gdLst>
            <a:ahLst/>
            <a:cxnLst>
              <a:cxn ang="T10">
                <a:pos x="T0" y="T1"/>
              </a:cxn>
              <a:cxn ang="T11">
                <a:pos x="T2" y="T3"/>
              </a:cxn>
              <a:cxn ang="T12">
                <a:pos x="T4" y="T5"/>
              </a:cxn>
              <a:cxn ang="T13">
                <a:pos x="T6" y="T7"/>
              </a:cxn>
              <a:cxn ang="T14">
                <a:pos x="T8" y="T9"/>
              </a:cxn>
            </a:cxnLst>
            <a:rect l="T15" t="T16" r="T17" b="T18"/>
            <a:pathLst>
              <a:path w="722" h="181">
                <a:moveTo>
                  <a:pt x="0" y="180"/>
                </a:moveTo>
                <a:lnTo>
                  <a:pt x="0" y="0"/>
                </a:lnTo>
                <a:lnTo>
                  <a:pt x="721" y="0"/>
                </a:lnTo>
                <a:lnTo>
                  <a:pt x="721" y="180"/>
                </a:lnTo>
                <a:lnTo>
                  <a:pt x="0" y="18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0189" name="Rectangle 14"/>
          <p:cNvSpPr>
            <a:spLocks noChangeArrowheads="1"/>
          </p:cNvSpPr>
          <p:nvPr/>
        </p:nvSpPr>
        <p:spPr bwMode="auto">
          <a:xfrm>
            <a:off x="430213" y="3300413"/>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tx2"/>
                </a:solidFill>
              </a:rPr>
              <a:t>1</a:t>
            </a:r>
          </a:p>
        </p:txBody>
      </p:sp>
      <p:sp>
        <p:nvSpPr>
          <p:cNvPr id="50190" name="Rectangle 15"/>
          <p:cNvSpPr>
            <a:spLocks noChangeArrowheads="1"/>
          </p:cNvSpPr>
          <p:nvPr/>
        </p:nvSpPr>
        <p:spPr bwMode="auto">
          <a:xfrm>
            <a:off x="1588" y="5837238"/>
            <a:ext cx="1416050" cy="727075"/>
          </a:xfrm>
          <a:prstGeom prst="rect">
            <a:avLst/>
          </a:prstGeom>
          <a:noFill/>
          <a:ln w="9525">
            <a:noFill/>
            <a:miter lim="800000"/>
            <a:headEnd/>
            <a:tailEnd/>
          </a:ln>
        </p:spPr>
        <p:txBody>
          <a:bodyPr wrap="none" lIns="90488" tIns="44450" rIns="90488" bIns="44450">
            <a:spAutoFit/>
          </a:bodyPr>
          <a:lstStyle/>
          <a:p>
            <a:pPr eaLnBrk="0" hangingPunct="0"/>
            <a:r>
              <a:rPr lang="en-US" altLang="tr-TR" sz="1400" b="1" i="1">
                <a:latin typeface="Helvetica" pitchFamily="34" charset="0"/>
              </a:rPr>
              <a:t>(</a:t>
            </a:r>
            <a:r>
              <a:rPr lang="en-US" altLang="tr-TR" sz="1400" b="1" i="1"/>
              <a:t>This info</a:t>
            </a:r>
          </a:p>
          <a:p>
            <a:pPr eaLnBrk="0" hangingPunct="0"/>
            <a:r>
              <a:rPr lang="en-US" altLang="tr-TR" sz="1400" b="1" i="1"/>
              <a:t>is for illustration</a:t>
            </a:r>
          </a:p>
          <a:p>
            <a:pPr eaLnBrk="0" hangingPunct="0"/>
            <a:r>
              <a:rPr lang="en-US" altLang="tr-TR" sz="1400" b="1" i="1"/>
              <a:t>only!)</a:t>
            </a:r>
          </a:p>
        </p:txBody>
      </p:sp>
      <p:sp>
        <p:nvSpPr>
          <p:cNvPr id="50191" name="Rectangle 16"/>
          <p:cNvSpPr>
            <a:spLocks noChangeArrowheads="1"/>
          </p:cNvSpPr>
          <p:nvPr/>
        </p:nvSpPr>
        <p:spPr bwMode="auto">
          <a:xfrm>
            <a:off x="1363663" y="2689225"/>
            <a:ext cx="1193800"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Level=0, N=4</a:t>
            </a:r>
          </a:p>
        </p:txBody>
      </p:sp>
      <p:sp>
        <p:nvSpPr>
          <p:cNvPr id="50192" name="Rectangle 17"/>
          <p:cNvSpPr>
            <a:spLocks noChangeArrowheads="1"/>
          </p:cNvSpPr>
          <p:nvPr/>
        </p:nvSpPr>
        <p:spPr bwMode="auto">
          <a:xfrm>
            <a:off x="942975" y="3838575"/>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00</a:t>
            </a:r>
          </a:p>
        </p:txBody>
      </p:sp>
      <p:sp>
        <p:nvSpPr>
          <p:cNvPr id="50193" name="Rectangle 18"/>
          <p:cNvSpPr>
            <a:spLocks noChangeArrowheads="1"/>
          </p:cNvSpPr>
          <p:nvPr/>
        </p:nvSpPr>
        <p:spPr bwMode="auto">
          <a:xfrm>
            <a:off x="942975" y="4370388"/>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01</a:t>
            </a:r>
          </a:p>
        </p:txBody>
      </p:sp>
      <p:sp>
        <p:nvSpPr>
          <p:cNvPr id="50194" name="Rectangle 19"/>
          <p:cNvSpPr>
            <a:spLocks noChangeArrowheads="1"/>
          </p:cNvSpPr>
          <p:nvPr/>
        </p:nvSpPr>
        <p:spPr bwMode="auto">
          <a:xfrm>
            <a:off x="919163" y="4968875"/>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a:t>
            </a:r>
          </a:p>
        </p:txBody>
      </p:sp>
      <p:sp>
        <p:nvSpPr>
          <p:cNvPr id="50195" name="Rectangle 20"/>
          <p:cNvSpPr>
            <a:spLocks noChangeArrowheads="1"/>
          </p:cNvSpPr>
          <p:nvPr/>
        </p:nvSpPr>
        <p:spPr bwMode="auto">
          <a:xfrm>
            <a:off x="930275" y="556260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11</a:t>
            </a:r>
          </a:p>
        </p:txBody>
      </p:sp>
      <p:sp>
        <p:nvSpPr>
          <p:cNvPr id="50196" name="Rectangle 21"/>
          <p:cNvSpPr>
            <a:spLocks noChangeArrowheads="1"/>
          </p:cNvSpPr>
          <p:nvPr/>
        </p:nvSpPr>
        <p:spPr bwMode="auto">
          <a:xfrm>
            <a:off x="288925" y="38385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000</a:t>
            </a:r>
          </a:p>
        </p:txBody>
      </p:sp>
      <p:sp>
        <p:nvSpPr>
          <p:cNvPr id="50197" name="Rectangle 22"/>
          <p:cNvSpPr>
            <a:spLocks noChangeArrowheads="1"/>
          </p:cNvSpPr>
          <p:nvPr/>
        </p:nvSpPr>
        <p:spPr bwMode="auto">
          <a:xfrm>
            <a:off x="276225" y="4368800"/>
            <a:ext cx="48577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001</a:t>
            </a:r>
          </a:p>
        </p:txBody>
      </p:sp>
      <p:sp>
        <p:nvSpPr>
          <p:cNvPr id="50198" name="Rectangle 23"/>
          <p:cNvSpPr>
            <a:spLocks noChangeArrowheads="1"/>
          </p:cNvSpPr>
          <p:nvPr/>
        </p:nvSpPr>
        <p:spPr bwMode="auto">
          <a:xfrm>
            <a:off x="288925" y="49799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010</a:t>
            </a:r>
          </a:p>
        </p:txBody>
      </p:sp>
      <p:sp>
        <p:nvSpPr>
          <p:cNvPr id="50199" name="Rectangle 24"/>
          <p:cNvSpPr>
            <a:spLocks noChangeArrowheads="1"/>
          </p:cNvSpPr>
          <p:nvPr/>
        </p:nvSpPr>
        <p:spPr bwMode="auto">
          <a:xfrm>
            <a:off x="301625" y="55403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011</a:t>
            </a:r>
          </a:p>
        </p:txBody>
      </p:sp>
      <p:sp>
        <p:nvSpPr>
          <p:cNvPr id="50200" name="Rectangle 25"/>
          <p:cNvSpPr>
            <a:spLocks noChangeArrowheads="1"/>
          </p:cNvSpPr>
          <p:nvPr/>
        </p:nvSpPr>
        <p:spPr bwMode="auto">
          <a:xfrm>
            <a:off x="1601788" y="5845175"/>
            <a:ext cx="1682750" cy="727075"/>
          </a:xfrm>
          <a:prstGeom prst="rect">
            <a:avLst/>
          </a:prstGeom>
          <a:noFill/>
          <a:ln w="9525">
            <a:noFill/>
            <a:miter lim="800000"/>
            <a:headEnd/>
            <a:tailEnd/>
          </a:ln>
        </p:spPr>
        <p:txBody>
          <a:bodyPr wrap="none" lIns="90488" tIns="44450" rIns="90488" bIns="44450">
            <a:spAutoFit/>
          </a:bodyPr>
          <a:lstStyle/>
          <a:p>
            <a:pPr eaLnBrk="0" hangingPunct="0"/>
            <a:r>
              <a:rPr lang="en-US" altLang="tr-TR" sz="1400" b="1" i="1"/>
              <a:t>(The actual contents</a:t>
            </a:r>
          </a:p>
          <a:p>
            <a:pPr eaLnBrk="0" hangingPunct="0"/>
            <a:r>
              <a:rPr lang="en-US" altLang="tr-TR" sz="1400" b="1" i="1"/>
              <a:t>of the linear hashed</a:t>
            </a:r>
          </a:p>
          <a:p>
            <a:pPr eaLnBrk="0" hangingPunct="0"/>
            <a:r>
              <a:rPr lang="en-US" altLang="tr-TR" sz="1400" b="1" i="1"/>
              <a:t>file)</a:t>
            </a:r>
          </a:p>
        </p:txBody>
      </p:sp>
      <p:sp>
        <p:nvSpPr>
          <p:cNvPr id="50201" name="Rectangle 26"/>
          <p:cNvSpPr>
            <a:spLocks noChangeArrowheads="1"/>
          </p:cNvSpPr>
          <p:nvPr/>
        </p:nvSpPr>
        <p:spPr bwMode="auto">
          <a:xfrm>
            <a:off x="1314450" y="3348038"/>
            <a:ext cx="73977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FC0128"/>
                </a:solidFill>
              </a:rPr>
              <a:t>Next=0</a:t>
            </a:r>
          </a:p>
        </p:txBody>
      </p:sp>
      <p:sp>
        <p:nvSpPr>
          <p:cNvPr id="50202" name="Rectangle 27"/>
          <p:cNvSpPr>
            <a:spLocks noChangeArrowheads="1"/>
          </p:cNvSpPr>
          <p:nvPr/>
        </p:nvSpPr>
        <p:spPr bwMode="auto">
          <a:xfrm>
            <a:off x="1847850" y="3081338"/>
            <a:ext cx="10398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PRIMARY</a:t>
            </a:r>
          </a:p>
        </p:txBody>
      </p:sp>
      <p:sp>
        <p:nvSpPr>
          <p:cNvPr id="50203" name="Rectangle 28"/>
          <p:cNvSpPr>
            <a:spLocks noChangeArrowheads="1"/>
          </p:cNvSpPr>
          <p:nvPr/>
        </p:nvSpPr>
        <p:spPr bwMode="auto">
          <a:xfrm>
            <a:off x="1939925" y="3297238"/>
            <a:ext cx="7731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PAGES</a:t>
            </a:r>
          </a:p>
        </p:txBody>
      </p:sp>
      <p:sp>
        <p:nvSpPr>
          <p:cNvPr id="50204" name="Rectangle 29"/>
          <p:cNvSpPr>
            <a:spLocks noChangeArrowheads="1"/>
          </p:cNvSpPr>
          <p:nvPr/>
        </p:nvSpPr>
        <p:spPr bwMode="auto">
          <a:xfrm>
            <a:off x="2865438" y="4187825"/>
            <a:ext cx="1462087"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latin typeface="Courier New" pitchFamily="49" charset="0"/>
              </a:rPr>
              <a:t>Data entry r</a:t>
            </a:r>
          </a:p>
        </p:txBody>
      </p:sp>
      <p:sp>
        <p:nvSpPr>
          <p:cNvPr id="50205" name="Rectangle 30"/>
          <p:cNvSpPr>
            <a:spLocks noChangeArrowheads="1"/>
          </p:cNvSpPr>
          <p:nvPr/>
        </p:nvSpPr>
        <p:spPr bwMode="auto">
          <a:xfrm>
            <a:off x="2865438" y="4335463"/>
            <a:ext cx="1354137"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latin typeface="Courier New" pitchFamily="49" charset="0"/>
              </a:rPr>
              <a:t>with h(r)=5</a:t>
            </a:r>
          </a:p>
        </p:txBody>
      </p:sp>
      <p:sp>
        <p:nvSpPr>
          <p:cNvPr id="50206" name="Rectangle 31"/>
          <p:cNvSpPr>
            <a:spLocks noChangeArrowheads="1"/>
          </p:cNvSpPr>
          <p:nvPr/>
        </p:nvSpPr>
        <p:spPr bwMode="auto">
          <a:xfrm>
            <a:off x="2941638" y="4962525"/>
            <a:ext cx="1035050"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latin typeface="Courier New" pitchFamily="49" charset="0"/>
              </a:rPr>
              <a:t>Primary </a:t>
            </a:r>
          </a:p>
        </p:txBody>
      </p:sp>
      <p:sp>
        <p:nvSpPr>
          <p:cNvPr id="50207" name="Rectangle 32"/>
          <p:cNvSpPr>
            <a:spLocks noChangeArrowheads="1"/>
          </p:cNvSpPr>
          <p:nvPr/>
        </p:nvSpPr>
        <p:spPr bwMode="auto">
          <a:xfrm>
            <a:off x="2941638" y="5151438"/>
            <a:ext cx="1354137"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latin typeface="Courier New" pitchFamily="49" charset="0"/>
              </a:rPr>
              <a:t>bucket page</a:t>
            </a:r>
          </a:p>
        </p:txBody>
      </p:sp>
      <p:sp>
        <p:nvSpPr>
          <p:cNvPr id="50208" name="Rectangle 33"/>
          <p:cNvSpPr>
            <a:spLocks noChangeArrowheads="1"/>
          </p:cNvSpPr>
          <p:nvPr/>
        </p:nvSpPr>
        <p:spPr bwMode="auto">
          <a:xfrm>
            <a:off x="1903413" y="372110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44*</a:t>
            </a:r>
          </a:p>
        </p:txBody>
      </p:sp>
      <p:sp>
        <p:nvSpPr>
          <p:cNvPr id="50209" name="Rectangle 34"/>
          <p:cNvSpPr>
            <a:spLocks noChangeArrowheads="1"/>
          </p:cNvSpPr>
          <p:nvPr/>
        </p:nvSpPr>
        <p:spPr bwMode="auto">
          <a:xfrm>
            <a:off x="2225675" y="37353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36*</a:t>
            </a:r>
          </a:p>
        </p:txBody>
      </p:sp>
      <p:sp>
        <p:nvSpPr>
          <p:cNvPr id="50210" name="Rectangle 35"/>
          <p:cNvSpPr>
            <a:spLocks noChangeArrowheads="1"/>
          </p:cNvSpPr>
          <p:nvPr/>
        </p:nvSpPr>
        <p:spPr bwMode="auto">
          <a:xfrm>
            <a:off x="1649413" y="371951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32*</a:t>
            </a:r>
          </a:p>
        </p:txBody>
      </p:sp>
      <p:sp>
        <p:nvSpPr>
          <p:cNvPr id="50211" name="Rectangle 36"/>
          <p:cNvSpPr>
            <a:spLocks noChangeArrowheads="1"/>
          </p:cNvSpPr>
          <p:nvPr/>
        </p:nvSpPr>
        <p:spPr bwMode="auto">
          <a:xfrm>
            <a:off x="1922463" y="42941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25*</a:t>
            </a:r>
          </a:p>
        </p:txBody>
      </p:sp>
      <p:sp>
        <p:nvSpPr>
          <p:cNvPr id="50212" name="Rectangle 37"/>
          <p:cNvSpPr>
            <a:spLocks noChangeArrowheads="1"/>
          </p:cNvSpPr>
          <p:nvPr/>
        </p:nvSpPr>
        <p:spPr bwMode="auto">
          <a:xfrm>
            <a:off x="1663700" y="429260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9*</a:t>
            </a:r>
          </a:p>
        </p:txBody>
      </p:sp>
      <p:sp>
        <p:nvSpPr>
          <p:cNvPr id="50213" name="Rectangle 38"/>
          <p:cNvSpPr>
            <a:spLocks noChangeArrowheads="1"/>
          </p:cNvSpPr>
          <p:nvPr/>
        </p:nvSpPr>
        <p:spPr bwMode="auto">
          <a:xfrm>
            <a:off x="2232025" y="429260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5*</a:t>
            </a:r>
          </a:p>
        </p:txBody>
      </p:sp>
      <p:sp>
        <p:nvSpPr>
          <p:cNvPr id="50214" name="Rectangle 39"/>
          <p:cNvSpPr>
            <a:spLocks noChangeArrowheads="1"/>
          </p:cNvSpPr>
          <p:nvPr/>
        </p:nvSpPr>
        <p:spPr bwMode="auto">
          <a:xfrm>
            <a:off x="1638300" y="48783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14*</a:t>
            </a:r>
          </a:p>
        </p:txBody>
      </p:sp>
      <p:sp>
        <p:nvSpPr>
          <p:cNvPr id="50215" name="Rectangle 40"/>
          <p:cNvSpPr>
            <a:spLocks noChangeArrowheads="1"/>
          </p:cNvSpPr>
          <p:nvPr/>
        </p:nvSpPr>
        <p:spPr bwMode="auto">
          <a:xfrm>
            <a:off x="1936750" y="48783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18*</a:t>
            </a:r>
          </a:p>
        </p:txBody>
      </p:sp>
      <p:sp>
        <p:nvSpPr>
          <p:cNvPr id="50216" name="Rectangle 41"/>
          <p:cNvSpPr>
            <a:spLocks noChangeArrowheads="1"/>
          </p:cNvSpPr>
          <p:nvPr/>
        </p:nvSpPr>
        <p:spPr bwMode="auto">
          <a:xfrm>
            <a:off x="2209800" y="487680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a:t>
            </a:r>
          </a:p>
        </p:txBody>
      </p:sp>
      <p:sp>
        <p:nvSpPr>
          <p:cNvPr id="50217" name="Rectangle 42"/>
          <p:cNvSpPr>
            <a:spLocks noChangeArrowheads="1"/>
          </p:cNvSpPr>
          <p:nvPr/>
        </p:nvSpPr>
        <p:spPr bwMode="auto">
          <a:xfrm>
            <a:off x="2487613" y="487362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30*</a:t>
            </a:r>
          </a:p>
        </p:txBody>
      </p:sp>
      <p:sp>
        <p:nvSpPr>
          <p:cNvPr id="50218" name="Rectangle 43"/>
          <p:cNvSpPr>
            <a:spLocks noChangeArrowheads="1"/>
          </p:cNvSpPr>
          <p:nvPr/>
        </p:nvSpPr>
        <p:spPr bwMode="auto">
          <a:xfrm>
            <a:off x="1639888" y="542290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31*</a:t>
            </a:r>
          </a:p>
        </p:txBody>
      </p:sp>
      <p:sp>
        <p:nvSpPr>
          <p:cNvPr id="50219" name="Rectangle 44"/>
          <p:cNvSpPr>
            <a:spLocks noChangeArrowheads="1"/>
          </p:cNvSpPr>
          <p:nvPr/>
        </p:nvSpPr>
        <p:spPr bwMode="auto">
          <a:xfrm>
            <a:off x="1924050" y="542290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35*</a:t>
            </a:r>
          </a:p>
        </p:txBody>
      </p:sp>
      <p:sp>
        <p:nvSpPr>
          <p:cNvPr id="50220" name="Rectangle 45"/>
          <p:cNvSpPr>
            <a:spLocks noChangeArrowheads="1"/>
          </p:cNvSpPr>
          <p:nvPr/>
        </p:nvSpPr>
        <p:spPr bwMode="auto">
          <a:xfrm>
            <a:off x="2470150" y="54260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11*</a:t>
            </a:r>
          </a:p>
        </p:txBody>
      </p:sp>
      <p:sp>
        <p:nvSpPr>
          <p:cNvPr id="50221" name="Rectangle 46"/>
          <p:cNvSpPr>
            <a:spLocks noChangeArrowheads="1"/>
          </p:cNvSpPr>
          <p:nvPr/>
        </p:nvSpPr>
        <p:spPr bwMode="auto">
          <a:xfrm>
            <a:off x="2222500" y="542290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7*</a:t>
            </a:r>
          </a:p>
        </p:txBody>
      </p:sp>
      <p:sp>
        <p:nvSpPr>
          <p:cNvPr id="50222" name="Line 47"/>
          <p:cNvSpPr>
            <a:spLocks noChangeShapeType="1"/>
          </p:cNvSpPr>
          <p:nvPr/>
        </p:nvSpPr>
        <p:spPr bwMode="auto">
          <a:xfrm>
            <a:off x="1338263" y="3148013"/>
            <a:ext cx="0" cy="2667000"/>
          </a:xfrm>
          <a:prstGeom prst="line">
            <a:avLst/>
          </a:prstGeom>
          <a:noFill/>
          <a:ln w="25400">
            <a:solidFill>
              <a:schemeClr val="tx2"/>
            </a:solidFill>
            <a:round/>
            <a:headEnd type="none" w="sm" len="sm"/>
            <a:tailEnd type="none" w="sm" len="sm"/>
          </a:ln>
        </p:spPr>
        <p:txBody>
          <a:bodyPr/>
          <a:lstStyle/>
          <a:p>
            <a:endParaRPr lang="tr-TR"/>
          </a:p>
        </p:txBody>
      </p:sp>
      <p:sp>
        <p:nvSpPr>
          <p:cNvPr id="50223" name="Line 48"/>
          <p:cNvSpPr>
            <a:spLocks noChangeShapeType="1"/>
          </p:cNvSpPr>
          <p:nvPr/>
        </p:nvSpPr>
        <p:spPr bwMode="auto">
          <a:xfrm>
            <a:off x="804863" y="3148013"/>
            <a:ext cx="0" cy="2667000"/>
          </a:xfrm>
          <a:prstGeom prst="line">
            <a:avLst/>
          </a:prstGeom>
          <a:noFill/>
          <a:ln w="12700">
            <a:solidFill>
              <a:schemeClr val="tx2"/>
            </a:solidFill>
            <a:round/>
            <a:headEnd type="none" w="sm" len="sm"/>
            <a:tailEnd type="none" w="sm" len="sm"/>
          </a:ln>
        </p:spPr>
        <p:txBody>
          <a:bodyPr/>
          <a:lstStyle/>
          <a:p>
            <a:endParaRPr lang="tr-TR"/>
          </a:p>
        </p:txBody>
      </p:sp>
      <p:sp>
        <p:nvSpPr>
          <p:cNvPr id="50224" name="Line 49"/>
          <p:cNvSpPr>
            <a:spLocks noChangeShapeType="1"/>
          </p:cNvSpPr>
          <p:nvPr/>
        </p:nvSpPr>
        <p:spPr bwMode="auto">
          <a:xfrm>
            <a:off x="1476375" y="3595688"/>
            <a:ext cx="184150" cy="203200"/>
          </a:xfrm>
          <a:prstGeom prst="line">
            <a:avLst/>
          </a:prstGeom>
          <a:noFill/>
          <a:ln w="25400">
            <a:solidFill>
              <a:srgbClr val="FC0128"/>
            </a:solidFill>
            <a:round/>
            <a:headEnd type="none" w="sm" len="sm"/>
            <a:tailEnd type="stealth" w="med" len="med"/>
          </a:ln>
        </p:spPr>
        <p:txBody>
          <a:bodyPr/>
          <a:lstStyle/>
          <a:p>
            <a:endParaRPr lang="tr-TR"/>
          </a:p>
        </p:txBody>
      </p:sp>
      <p:sp>
        <p:nvSpPr>
          <p:cNvPr id="50225" name="Line 50"/>
          <p:cNvSpPr>
            <a:spLocks noChangeShapeType="1"/>
          </p:cNvSpPr>
          <p:nvPr/>
        </p:nvSpPr>
        <p:spPr bwMode="auto">
          <a:xfrm>
            <a:off x="1974850" y="3751263"/>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26" name="Line 51"/>
          <p:cNvSpPr>
            <a:spLocks noChangeShapeType="1"/>
          </p:cNvSpPr>
          <p:nvPr/>
        </p:nvSpPr>
        <p:spPr bwMode="auto">
          <a:xfrm>
            <a:off x="2270125" y="3760788"/>
            <a:ext cx="0" cy="276225"/>
          </a:xfrm>
          <a:prstGeom prst="line">
            <a:avLst/>
          </a:prstGeom>
          <a:noFill/>
          <a:ln w="12700">
            <a:solidFill>
              <a:schemeClr val="tx2"/>
            </a:solidFill>
            <a:round/>
            <a:headEnd type="none" w="sm" len="sm"/>
            <a:tailEnd type="none" w="sm" len="sm"/>
          </a:ln>
        </p:spPr>
        <p:txBody>
          <a:bodyPr/>
          <a:lstStyle/>
          <a:p>
            <a:endParaRPr lang="tr-TR"/>
          </a:p>
        </p:txBody>
      </p:sp>
      <p:sp>
        <p:nvSpPr>
          <p:cNvPr id="50227" name="Line 52"/>
          <p:cNvSpPr>
            <a:spLocks noChangeShapeType="1"/>
          </p:cNvSpPr>
          <p:nvPr/>
        </p:nvSpPr>
        <p:spPr bwMode="auto">
          <a:xfrm>
            <a:off x="1949450" y="4332288"/>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28" name="Line 53"/>
          <p:cNvSpPr>
            <a:spLocks noChangeShapeType="1"/>
          </p:cNvSpPr>
          <p:nvPr/>
        </p:nvSpPr>
        <p:spPr bwMode="auto">
          <a:xfrm>
            <a:off x="2279650" y="4318000"/>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29" name="Line 54"/>
          <p:cNvSpPr>
            <a:spLocks noChangeShapeType="1"/>
          </p:cNvSpPr>
          <p:nvPr/>
        </p:nvSpPr>
        <p:spPr bwMode="auto">
          <a:xfrm>
            <a:off x="2574925" y="3756025"/>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30" name="Line 55"/>
          <p:cNvSpPr>
            <a:spLocks noChangeShapeType="1"/>
          </p:cNvSpPr>
          <p:nvPr/>
        </p:nvSpPr>
        <p:spPr bwMode="auto">
          <a:xfrm>
            <a:off x="2524125" y="4325938"/>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31" name="Line 56"/>
          <p:cNvSpPr>
            <a:spLocks noChangeShapeType="1"/>
          </p:cNvSpPr>
          <p:nvPr/>
        </p:nvSpPr>
        <p:spPr bwMode="auto">
          <a:xfrm>
            <a:off x="1973263" y="4919663"/>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32" name="Line 57"/>
          <p:cNvSpPr>
            <a:spLocks noChangeShapeType="1"/>
          </p:cNvSpPr>
          <p:nvPr/>
        </p:nvSpPr>
        <p:spPr bwMode="auto">
          <a:xfrm>
            <a:off x="2268538" y="4905375"/>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33" name="Line 58"/>
          <p:cNvSpPr>
            <a:spLocks noChangeShapeType="1"/>
          </p:cNvSpPr>
          <p:nvPr/>
        </p:nvSpPr>
        <p:spPr bwMode="auto">
          <a:xfrm>
            <a:off x="2552700" y="4902200"/>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34" name="Line 59"/>
          <p:cNvSpPr>
            <a:spLocks noChangeShapeType="1"/>
          </p:cNvSpPr>
          <p:nvPr/>
        </p:nvSpPr>
        <p:spPr bwMode="auto">
          <a:xfrm>
            <a:off x="1966913" y="5470525"/>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35" name="Line 60"/>
          <p:cNvSpPr>
            <a:spLocks noChangeShapeType="1"/>
          </p:cNvSpPr>
          <p:nvPr/>
        </p:nvSpPr>
        <p:spPr bwMode="auto">
          <a:xfrm>
            <a:off x="2262188" y="5478463"/>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36" name="Line 61"/>
          <p:cNvSpPr>
            <a:spLocks noChangeShapeType="1"/>
          </p:cNvSpPr>
          <p:nvPr/>
        </p:nvSpPr>
        <p:spPr bwMode="auto">
          <a:xfrm>
            <a:off x="2509838" y="5476875"/>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37" name="Freeform 62"/>
          <p:cNvSpPr>
            <a:spLocks/>
          </p:cNvSpPr>
          <p:nvPr/>
        </p:nvSpPr>
        <p:spPr bwMode="auto">
          <a:xfrm>
            <a:off x="2427288" y="4537075"/>
            <a:ext cx="681037" cy="168275"/>
          </a:xfrm>
          <a:custGeom>
            <a:avLst/>
            <a:gdLst>
              <a:gd name="T0" fmla="*/ 679450 w 429"/>
              <a:gd name="T1" fmla="*/ 23812 h 106"/>
              <a:gd name="T2" fmla="*/ 655637 w 429"/>
              <a:gd name="T3" fmla="*/ 71438 h 106"/>
              <a:gd name="T4" fmla="*/ 619125 w 429"/>
              <a:gd name="T5" fmla="*/ 82550 h 106"/>
              <a:gd name="T6" fmla="*/ 584200 w 429"/>
              <a:gd name="T7" fmla="*/ 106363 h 106"/>
              <a:gd name="T8" fmla="*/ 547687 w 429"/>
              <a:gd name="T9" fmla="*/ 119063 h 106"/>
              <a:gd name="T10" fmla="*/ 512762 w 429"/>
              <a:gd name="T11" fmla="*/ 130175 h 106"/>
              <a:gd name="T12" fmla="*/ 476250 w 429"/>
              <a:gd name="T13" fmla="*/ 142875 h 106"/>
              <a:gd name="T14" fmla="*/ 441325 w 429"/>
              <a:gd name="T15" fmla="*/ 153988 h 106"/>
              <a:gd name="T16" fmla="*/ 404812 w 429"/>
              <a:gd name="T17" fmla="*/ 166688 h 106"/>
              <a:gd name="T18" fmla="*/ 369887 w 429"/>
              <a:gd name="T19" fmla="*/ 166688 h 106"/>
              <a:gd name="T20" fmla="*/ 333375 w 429"/>
              <a:gd name="T21" fmla="*/ 166688 h 106"/>
              <a:gd name="T22" fmla="*/ 298450 w 429"/>
              <a:gd name="T23" fmla="*/ 166688 h 106"/>
              <a:gd name="T24" fmla="*/ 261937 w 429"/>
              <a:gd name="T25" fmla="*/ 166688 h 106"/>
              <a:gd name="T26" fmla="*/ 227012 w 429"/>
              <a:gd name="T27" fmla="*/ 153988 h 106"/>
              <a:gd name="T28" fmla="*/ 190500 w 429"/>
              <a:gd name="T29" fmla="*/ 142875 h 106"/>
              <a:gd name="T30" fmla="*/ 155575 w 429"/>
              <a:gd name="T31" fmla="*/ 130175 h 106"/>
              <a:gd name="T32" fmla="*/ 119062 w 429"/>
              <a:gd name="T33" fmla="*/ 119063 h 106"/>
              <a:gd name="T34" fmla="*/ 84137 w 429"/>
              <a:gd name="T35" fmla="*/ 95250 h 106"/>
              <a:gd name="T36" fmla="*/ 47625 w 429"/>
              <a:gd name="T37" fmla="*/ 58738 h 106"/>
              <a:gd name="T38" fmla="*/ 23812 w 429"/>
              <a:gd name="T39" fmla="*/ 23812 h 106"/>
              <a:gd name="T40" fmla="*/ 0 w 429"/>
              <a:gd name="T41" fmla="*/ 0 h 10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06"/>
              <a:gd name="T65" fmla="*/ 429 w 429"/>
              <a:gd name="T66" fmla="*/ 106 h 10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06">
                <a:moveTo>
                  <a:pt x="428" y="15"/>
                </a:moveTo>
                <a:lnTo>
                  <a:pt x="413" y="45"/>
                </a:lnTo>
                <a:lnTo>
                  <a:pt x="390" y="52"/>
                </a:lnTo>
                <a:lnTo>
                  <a:pt x="368" y="67"/>
                </a:lnTo>
                <a:lnTo>
                  <a:pt x="345" y="75"/>
                </a:lnTo>
                <a:lnTo>
                  <a:pt x="323" y="82"/>
                </a:lnTo>
                <a:lnTo>
                  <a:pt x="300" y="90"/>
                </a:lnTo>
                <a:lnTo>
                  <a:pt x="278" y="97"/>
                </a:lnTo>
                <a:lnTo>
                  <a:pt x="255" y="105"/>
                </a:lnTo>
                <a:lnTo>
                  <a:pt x="233" y="105"/>
                </a:lnTo>
                <a:lnTo>
                  <a:pt x="210" y="105"/>
                </a:lnTo>
                <a:lnTo>
                  <a:pt x="188" y="105"/>
                </a:lnTo>
                <a:lnTo>
                  <a:pt x="165" y="105"/>
                </a:lnTo>
                <a:lnTo>
                  <a:pt x="143" y="97"/>
                </a:lnTo>
                <a:lnTo>
                  <a:pt x="120" y="90"/>
                </a:lnTo>
                <a:lnTo>
                  <a:pt x="98" y="82"/>
                </a:lnTo>
                <a:lnTo>
                  <a:pt x="75" y="75"/>
                </a:lnTo>
                <a:lnTo>
                  <a:pt x="53" y="60"/>
                </a:lnTo>
                <a:lnTo>
                  <a:pt x="30" y="37"/>
                </a:lnTo>
                <a:lnTo>
                  <a:pt x="15" y="15"/>
                </a:lnTo>
                <a:lnTo>
                  <a:pt x="0" y="0"/>
                </a:lnTo>
              </a:path>
            </a:pathLst>
          </a:custGeom>
          <a:noFill/>
          <a:ln w="12700" cap="rnd" cmpd="sng">
            <a:solidFill>
              <a:schemeClr val="tx2"/>
            </a:solidFill>
            <a:prstDash val="solid"/>
            <a:round/>
            <a:headEnd type="none" w="sm" len="sm"/>
            <a:tailEnd type="stealth" w="med" len="med"/>
          </a:ln>
        </p:spPr>
        <p:txBody>
          <a:bodyPr/>
          <a:lstStyle/>
          <a:p>
            <a:endParaRPr lang="tr-TR"/>
          </a:p>
        </p:txBody>
      </p:sp>
      <p:sp>
        <p:nvSpPr>
          <p:cNvPr id="50238" name="Line 63"/>
          <p:cNvSpPr>
            <a:spLocks noChangeShapeType="1"/>
          </p:cNvSpPr>
          <p:nvPr/>
        </p:nvSpPr>
        <p:spPr bwMode="auto">
          <a:xfrm flipH="1" flipV="1">
            <a:off x="2820988" y="5060950"/>
            <a:ext cx="142875" cy="95250"/>
          </a:xfrm>
          <a:prstGeom prst="line">
            <a:avLst/>
          </a:prstGeom>
          <a:noFill/>
          <a:ln w="12700">
            <a:solidFill>
              <a:schemeClr val="tx2"/>
            </a:solidFill>
            <a:round/>
            <a:headEnd type="none" w="sm" len="sm"/>
            <a:tailEnd type="stealth" w="med" len="med"/>
          </a:ln>
        </p:spPr>
        <p:txBody>
          <a:bodyPr/>
          <a:lstStyle/>
          <a:p>
            <a:endParaRPr lang="tr-TR"/>
          </a:p>
        </p:txBody>
      </p:sp>
      <p:sp>
        <p:nvSpPr>
          <p:cNvPr id="50239" name="Rectangle 64"/>
          <p:cNvSpPr>
            <a:spLocks noChangeArrowheads="1"/>
          </p:cNvSpPr>
          <p:nvPr/>
        </p:nvSpPr>
        <p:spPr bwMode="auto">
          <a:xfrm>
            <a:off x="5330825" y="3298825"/>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a:t>
            </a:r>
          </a:p>
        </p:txBody>
      </p:sp>
      <p:sp>
        <p:nvSpPr>
          <p:cNvPr id="50240" name="Rectangle 65"/>
          <p:cNvSpPr>
            <a:spLocks noChangeArrowheads="1"/>
          </p:cNvSpPr>
          <p:nvPr/>
        </p:nvSpPr>
        <p:spPr bwMode="auto">
          <a:xfrm>
            <a:off x="5216525" y="3109913"/>
            <a:ext cx="279400"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h</a:t>
            </a:r>
          </a:p>
        </p:txBody>
      </p:sp>
      <p:sp>
        <p:nvSpPr>
          <p:cNvPr id="50241" name="Rectangle 66"/>
          <p:cNvSpPr>
            <a:spLocks noChangeArrowheads="1"/>
          </p:cNvSpPr>
          <p:nvPr/>
        </p:nvSpPr>
        <p:spPr bwMode="auto">
          <a:xfrm>
            <a:off x="4630738" y="3097213"/>
            <a:ext cx="279400"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h</a:t>
            </a:r>
          </a:p>
        </p:txBody>
      </p:sp>
      <p:sp>
        <p:nvSpPr>
          <p:cNvPr id="50242" name="Freeform 67"/>
          <p:cNvSpPr>
            <a:spLocks/>
          </p:cNvSpPr>
          <p:nvPr/>
        </p:nvSpPr>
        <p:spPr bwMode="auto">
          <a:xfrm>
            <a:off x="5984875" y="3751263"/>
            <a:ext cx="1146175" cy="287337"/>
          </a:xfrm>
          <a:custGeom>
            <a:avLst/>
            <a:gdLst>
              <a:gd name="T0" fmla="*/ 0 w 722"/>
              <a:gd name="T1" fmla="*/ 285750 h 181"/>
              <a:gd name="T2" fmla="*/ 0 w 722"/>
              <a:gd name="T3" fmla="*/ 0 h 181"/>
              <a:gd name="T4" fmla="*/ 1144588 w 722"/>
              <a:gd name="T5" fmla="*/ 0 h 181"/>
              <a:gd name="T6" fmla="*/ 1144588 w 722"/>
              <a:gd name="T7" fmla="*/ 285750 h 181"/>
              <a:gd name="T8" fmla="*/ 0 w 722"/>
              <a:gd name="T9" fmla="*/ 285750 h 181"/>
              <a:gd name="T10" fmla="*/ 0 60000 65536"/>
              <a:gd name="T11" fmla="*/ 0 60000 65536"/>
              <a:gd name="T12" fmla="*/ 0 60000 65536"/>
              <a:gd name="T13" fmla="*/ 0 60000 65536"/>
              <a:gd name="T14" fmla="*/ 0 60000 65536"/>
              <a:gd name="T15" fmla="*/ 0 w 722"/>
              <a:gd name="T16" fmla="*/ 0 h 181"/>
              <a:gd name="T17" fmla="*/ 722 w 722"/>
              <a:gd name="T18" fmla="*/ 181 h 181"/>
            </a:gdLst>
            <a:ahLst/>
            <a:cxnLst>
              <a:cxn ang="T10">
                <a:pos x="T0" y="T1"/>
              </a:cxn>
              <a:cxn ang="T11">
                <a:pos x="T2" y="T3"/>
              </a:cxn>
              <a:cxn ang="T12">
                <a:pos x="T4" y="T5"/>
              </a:cxn>
              <a:cxn ang="T13">
                <a:pos x="T6" y="T7"/>
              </a:cxn>
              <a:cxn ang="T14">
                <a:pos x="T8" y="T9"/>
              </a:cxn>
            </a:cxnLst>
            <a:rect l="T15" t="T16" r="T17" b="T18"/>
            <a:pathLst>
              <a:path w="722" h="181">
                <a:moveTo>
                  <a:pt x="0" y="180"/>
                </a:moveTo>
                <a:lnTo>
                  <a:pt x="0" y="0"/>
                </a:lnTo>
                <a:lnTo>
                  <a:pt x="721" y="0"/>
                </a:lnTo>
                <a:lnTo>
                  <a:pt x="721" y="180"/>
                </a:lnTo>
                <a:lnTo>
                  <a:pt x="0" y="18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0243" name="Freeform 68"/>
          <p:cNvSpPr>
            <a:spLocks/>
          </p:cNvSpPr>
          <p:nvPr/>
        </p:nvSpPr>
        <p:spPr bwMode="auto">
          <a:xfrm>
            <a:off x="5984875" y="4905375"/>
            <a:ext cx="1146175" cy="287338"/>
          </a:xfrm>
          <a:custGeom>
            <a:avLst/>
            <a:gdLst>
              <a:gd name="T0" fmla="*/ 0 w 722"/>
              <a:gd name="T1" fmla="*/ 285750 h 181"/>
              <a:gd name="T2" fmla="*/ 0 w 722"/>
              <a:gd name="T3" fmla="*/ 0 h 181"/>
              <a:gd name="T4" fmla="*/ 1144588 w 722"/>
              <a:gd name="T5" fmla="*/ 0 h 181"/>
              <a:gd name="T6" fmla="*/ 1144588 w 722"/>
              <a:gd name="T7" fmla="*/ 285750 h 181"/>
              <a:gd name="T8" fmla="*/ 0 w 722"/>
              <a:gd name="T9" fmla="*/ 285750 h 181"/>
              <a:gd name="T10" fmla="*/ 0 60000 65536"/>
              <a:gd name="T11" fmla="*/ 0 60000 65536"/>
              <a:gd name="T12" fmla="*/ 0 60000 65536"/>
              <a:gd name="T13" fmla="*/ 0 60000 65536"/>
              <a:gd name="T14" fmla="*/ 0 60000 65536"/>
              <a:gd name="T15" fmla="*/ 0 w 722"/>
              <a:gd name="T16" fmla="*/ 0 h 181"/>
              <a:gd name="T17" fmla="*/ 722 w 722"/>
              <a:gd name="T18" fmla="*/ 181 h 181"/>
            </a:gdLst>
            <a:ahLst/>
            <a:cxnLst>
              <a:cxn ang="T10">
                <a:pos x="T0" y="T1"/>
              </a:cxn>
              <a:cxn ang="T11">
                <a:pos x="T2" y="T3"/>
              </a:cxn>
              <a:cxn ang="T12">
                <a:pos x="T4" y="T5"/>
              </a:cxn>
              <a:cxn ang="T13">
                <a:pos x="T6" y="T7"/>
              </a:cxn>
              <a:cxn ang="T14">
                <a:pos x="T8" y="T9"/>
              </a:cxn>
            </a:cxnLst>
            <a:rect l="T15" t="T16" r="T17" b="T18"/>
            <a:pathLst>
              <a:path w="722" h="181">
                <a:moveTo>
                  <a:pt x="0" y="180"/>
                </a:moveTo>
                <a:lnTo>
                  <a:pt x="0" y="0"/>
                </a:lnTo>
                <a:lnTo>
                  <a:pt x="721" y="0"/>
                </a:lnTo>
                <a:lnTo>
                  <a:pt x="721" y="180"/>
                </a:lnTo>
                <a:lnTo>
                  <a:pt x="0" y="18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0244" name="Freeform 69"/>
          <p:cNvSpPr>
            <a:spLocks/>
          </p:cNvSpPr>
          <p:nvPr/>
        </p:nvSpPr>
        <p:spPr bwMode="auto">
          <a:xfrm>
            <a:off x="5984875" y="5465763"/>
            <a:ext cx="1146175" cy="287337"/>
          </a:xfrm>
          <a:custGeom>
            <a:avLst/>
            <a:gdLst>
              <a:gd name="T0" fmla="*/ 0 w 722"/>
              <a:gd name="T1" fmla="*/ 285750 h 181"/>
              <a:gd name="T2" fmla="*/ 0 w 722"/>
              <a:gd name="T3" fmla="*/ 0 h 181"/>
              <a:gd name="T4" fmla="*/ 1144588 w 722"/>
              <a:gd name="T5" fmla="*/ 0 h 181"/>
              <a:gd name="T6" fmla="*/ 1144588 w 722"/>
              <a:gd name="T7" fmla="*/ 285750 h 181"/>
              <a:gd name="T8" fmla="*/ 0 w 722"/>
              <a:gd name="T9" fmla="*/ 285750 h 181"/>
              <a:gd name="T10" fmla="*/ 0 60000 65536"/>
              <a:gd name="T11" fmla="*/ 0 60000 65536"/>
              <a:gd name="T12" fmla="*/ 0 60000 65536"/>
              <a:gd name="T13" fmla="*/ 0 60000 65536"/>
              <a:gd name="T14" fmla="*/ 0 60000 65536"/>
              <a:gd name="T15" fmla="*/ 0 w 722"/>
              <a:gd name="T16" fmla="*/ 0 h 181"/>
              <a:gd name="T17" fmla="*/ 722 w 722"/>
              <a:gd name="T18" fmla="*/ 181 h 181"/>
            </a:gdLst>
            <a:ahLst/>
            <a:cxnLst>
              <a:cxn ang="T10">
                <a:pos x="T0" y="T1"/>
              </a:cxn>
              <a:cxn ang="T11">
                <a:pos x="T2" y="T3"/>
              </a:cxn>
              <a:cxn ang="T12">
                <a:pos x="T4" y="T5"/>
              </a:cxn>
              <a:cxn ang="T13">
                <a:pos x="T6" y="T7"/>
              </a:cxn>
              <a:cxn ang="T14">
                <a:pos x="T8" y="T9"/>
              </a:cxn>
            </a:cxnLst>
            <a:rect l="T15" t="T16" r="T17" b="T18"/>
            <a:pathLst>
              <a:path w="722" h="181">
                <a:moveTo>
                  <a:pt x="0" y="180"/>
                </a:moveTo>
                <a:lnTo>
                  <a:pt x="0" y="0"/>
                </a:lnTo>
                <a:lnTo>
                  <a:pt x="721" y="0"/>
                </a:lnTo>
                <a:lnTo>
                  <a:pt x="721" y="180"/>
                </a:lnTo>
                <a:lnTo>
                  <a:pt x="0" y="18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0245" name="Rectangle 70"/>
          <p:cNvSpPr>
            <a:spLocks noChangeArrowheads="1"/>
          </p:cNvSpPr>
          <p:nvPr/>
        </p:nvSpPr>
        <p:spPr bwMode="auto">
          <a:xfrm>
            <a:off x="4749800" y="3300413"/>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tx2"/>
                </a:solidFill>
              </a:rPr>
              <a:t>1</a:t>
            </a:r>
          </a:p>
        </p:txBody>
      </p:sp>
      <p:sp>
        <p:nvSpPr>
          <p:cNvPr id="50246" name="Rectangle 71"/>
          <p:cNvSpPr>
            <a:spLocks noChangeArrowheads="1"/>
          </p:cNvSpPr>
          <p:nvPr/>
        </p:nvSpPr>
        <p:spPr bwMode="auto">
          <a:xfrm>
            <a:off x="5684838" y="2689225"/>
            <a:ext cx="785812"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Level=0</a:t>
            </a:r>
          </a:p>
        </p:txBody>
      </p:sp>
      <p:sp>
        <p:nvSpPr>
          <p:cNvPr id="50247" name="Rectangle 72"/>
          <p:cNvSpPr>
            <a:spLocks noChangeArrowheads="1"/>
          </p:cNvSpPr>
          <p:nvPr/>
        </p:nvSpPr>
        <p:spPr bwMode="auto">
          <a:xfrm>
            <a:off x="5262563" y="3838575"/>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00</a:t>
            </a:r>
          </a:p>
        </p:txBody>
      </p:sp>
      <p:sp>
        <p:nvSpPr>
          <p:cNvPr id="50248" name="Rectangle 73"/>
          <p:cNvSpPr>
            <a:spLocks noChangeArrowheads="1"/>
          </p:cNvSpPr>
          <p:nvPr/>
        </p:nvSpPr>
        <p:spPr bwMode="auto">
          <a:xfrm>
            <a:off x="5262563" y="4370388"/>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01</a:t>
            </a:r>
          </a:p>
        </p:txBody>
      </p:sp>
      <p:sp>
        <p:nvSpPr>
          <p:cNvPr id="50249" name="Rectangle 74"/>
          <p:cNvSpPr>
            <a:spLocks noChangeArrowheads="1"/>
          </p:cNvSpPr>
          <p:nvPr/>
        </p:nvSpPr>
        <p:spPr bwMode="auto">
          <a:xfrm>
            <a:off x="5238750" y="4968875"/>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a:t>
            </a:r>
          </a:p>
        </p:txBody>
      </p:sp>
      <p:sp>
        <p:nvSpPr>
          <p:cNvPr id="50250" name="Rectangle 75"/>
          <p:cNvSpPr>
            <a:spLocks noChangeArrowheads="1"/>
          </p:cNvSpPr>
          <p:nvPr/>
        </p:nvSpPr>
        <p:spPr bwMode="auto">
          <a:xfrm>
            <a:off x="5249863" y="556260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11</a:t>
            </a:r>
          </a:p>
        </p:txBody>
      </p:sp>
      <p:sp>
        <p:nvSpPr>
          <p:cNvPr id="50251" name="Rectangle 76"/>
          <p:cNvSpPr>
            <a:spLocks noChangeArrowheads="1"/>
          </p:cNvSpPr>
          <p:nvPr/>
        </p:nvSpPr>
        <p:spPr bwMode="auto">
          <a:xfrm>
            <a:off x="4608513" y="38385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000</a:t>
            </a:r>
          </a:p>
        </p:txBody>
      </p:sp>
      <p:sp>
        <p:nvSpPr>
          <p:cNvPr id="50252" name="Rectangle 77"/>
          <p:cNvSpPr>
            <a:spLocks noChangeArrowheads="1"/>
          </p:cNvSpPr>
          <p:nvPr/>
        </p:nvSpPr>
        <p:spPr bwMode="auto">
          <a:xfrm>
            <a:off x="4595813" y="4368800"/>
            <a:ext cx="48577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001</a:t>
            </a:r>
          </a:p>
        </p:txBody>
      </p:sp>
      <p:sp>
        <p:nvSpPr>
          <p:cNvPr id="50253" name="Rectangle 78"/>
          <p:cNvSpPr>
            <a:spLocks noChangeArrowheads="1"/>
          </p:cNvSpPr>
          <p:nvPr/>
        </p:nvSpPr>
        <p:spPr bwMode="auto">
          <a:xfrm>
            <a:off x="4608513" y="49799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010</a:t>
            </a:r>
          </a:p>
        </p:txBody>
      </p:sp>
      <p:sp>
        <p:nvSpPr>
          <p:cNvPr id="50254" name="Rectangle 79"/>
          <p:cNvSpPr>
            <a:spLocks noChangeArrowheads="1"/>
          </p:cNvSpPr>
          <p:nvPr/>
        </p:nvSpPr>
        <p:spPr bwMode="auto">
          <a:xfrm>
            <a:off x="4621213" y="55403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011</a:t>
            </a:r>
          </a:p>
        </p:txBody>
      </p:sp>
      <p:sp>
        <p:nvSpPr>
          <p:cNvPr id="50255" name="Rectangle 80"/>
          <p:cNvSpPr>
            <a:spLocks noChangeArrowheads="1"/>
          </p:cNvSpPr>
          <p:nvPr/>
        </p:nvSpPr>
        <p:spPr bwMode="auto">
          <a:xfrm>
            <a:off x="5584825" y="4038600"/>
            <a:ext cx="73977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FC0128"/>
                </a:solidFill>
              </a:rPr>
              <a:t>Next=1</a:t>
            </a:r>
          </a:p>
        </p:txBody>
      </p:sp>
      <p:sp>
        <p:nvSpPr>
          <p:cNvPr id="50256" name="Rectangle 81"/>
          <p:cNvSpPr>
            <a:spLocks noChangeArrowheads="1"/>
          </p:cNvSpPr>
          <p:nvPr/>
        </p:nvSpPr>
        <p:spPr bwMode="auto">
          <a:xfrm>
            <a:off x="6130925" y="3119438"/>
            <a:ext cx="10398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PRIMARY</a:t>
            </a:r>
          </a:p>
        </p:txBody>
      </p:sp>
      <p:sp>
        <p:nvSpPr>
          <p:cNvPr id="50257" name="Rectangle 82"/>
          <p:cNvSpPr>
            <a:spLocks noChangeArrowheads="1"/>
          </p:cNvSpPr>
          <p:nvPr/>
        </p:nvSpPr>
        <p:spPr bwMode="auto">
          <a:xfrm>
            <a:off x="6223000" y="3335338"/>
            <a:ext cx="7731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PAGES</a:t>
            </a:r>
          </a:p>
        </p:txBody>
      </p:sp>
      <p:sp>
        <p:nvSpPr>
          <p:cNvPr id="50258" name="Rectangle 83"/>
          <p:cNvSpPr>
            <a:spLocks noChangeArrowheads="1"/>
          </p:cNvSpPr>
          <p:nvPr/>
        </p:nvSpPr>
        <p:spPr bwMode="auto">
          <a:xfrm>
            <a:off x="5926138" y="600710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44*</a:t>
            </a:r>
          </a:p>
        </p:txBody>
      </p:sp>
      <p:sp>
        <p:nvSpPr>
          <p:cNvPr id="50259" name="Rectangle 84"/>
          <p:cNvSpPr>
            <a:spLocks noChangeArrowheads="1"/>
          </p:cNvSpPr>
          <p:nvPr/>
        </p:nvSpPr>
        <p:spPr bwMode="auto">
          <a:xfrm>
            <a:off x="6235700" y="60086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36*</a:t>
            </a:r>
          </a:p>
        </p:txBody>
      </p:sp>
      <p:sp>
        <p:nvSpPr>
          <p:cNvPr id="50260" name="Rectangle 85"/>
          <p:cNvSpPr>
            <a:spLocks noChangeArrowheads="1"/>
          </p:cNvSpPr>
          <p:nvPr/>
        </p:nvSpPr>
        <p:spPr bwMode="auto">
          <a:xfrm>
            <a:off x="5969000" y="371951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32*</a:t>
            </a:r>
          </a:p>
        </p:txBody>
      </p:sp>
      <p:sp>
        <p:nvSpPr>
          <p:cNvPr id="50261" name="Rectangle 86"/>
          <p:cNvSpPr>
            <a:spLocks noChangeArrowheads="1"/>
          </p:cNvSpPr>
          <p:nvPr/>
        </p:nvSpPr>
        <p:spPr bwMode="auto">
          <a:xfrm>
            <a:off x="6242050" y="42941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25*</a:t>
            </a:r>
          </a:p>
        </p:txBody>
      </p:sp>
      <p:sp>
        <p:nvSpPr>
          <p:cNvPr id="50262" name="Rectangle 87"/>
          <p:cNvSpPr>
            <a:spLocks noChangeArrowheads="1"/>
          </p:cNvSpPr>
          <p:nvPr/>
        </p:nvSpPr>
        <p:spPr bwMode="auto">
          <a:xfrm>
            <a:off x="5983288" y="429260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9*</a:t>
            </a:r>
          </a:p>
        </p:txBody>
      </p:sp>
      <p:sp>
        <p:nvSpPr>
          <p:cNvPr id="50263" name="Rectangle 88"/>
          <p:cNvSpPr>
            <a:spLocks noChangeArrowheads="1"/>
          </p:cNvSpPr>
          <p:nvPr/>
        </p:nvSpPr>
        <p:spPr bwMode="auto">
          <a:xfrm>
            <a:off x="6551613" y="429260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5*</a:t>
            </a:r>
          </a:p>
        </p:txBody>
      </p:sp>
      <p:sp>
        <p:nvSpPr>
          <p:cNvPr id="50264" name="Rectangle 89"/>
          <p:cNvSpPr>
            <a:spLocks noChangeArrowheads="1"/>
          </p:cNvSpPr>
          <p:nvPr/>
        </p:nvSpPr>
        <p:spPr bwMode="auto">
          <a:xfrm>
            <a:off x="5957888" y="48783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14*</a:t>
            </a:r>
          </a:p>
        </p:txBody>
      </p:sp>
      <p:sp>
        <p:nvSpPr>
          <p:cNvPr id="50265" name="Rectangle 90"/>
          <p:cNvSpPr>
            <a:spLocks noChangeArrowheads="1"/>
          </p:cNvSpPr>
          <p:nvPr/>
        </p:nvSpPr>
        <p:spPr bwMode="auto">
          <a:xfrm>
            <a:off x="6256338" y="48783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18*</a:t>
            </a:r>
          </a:p>
        </p:txBody>
      </p:sp>
      <p:sp>
        <p:nvSpPr>
          <p:cNvPr id="50266" name="Rectangle 91"/>
          <p:cNvSpPr>
            <a:spLocks noChangeArrowheads="1"/>
          </p:cNvSpPr>
          <p:nvPr/>
        </p:nvSpPr>
        <p:spPr bwMode="auto">
          <a:xfrm>
            <a:off x="6529388" y="487680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a:t>
            </a:r>
          </a:p>
        </p:txBody>
      </p:sp>
      <p:sp>
        <p:nvSpPr>
          <p:cNvPr id="50267" name="Rectangle 92"/>
          <p:cNvSpPr>
            <a:spLocks noChangeArrowheads="1"/>
          </p:cNvSpPr>
          <p:nvPr/>
        </p:nvSpPr>
        <p:spPr bwMode="auto">
          <a:xfrm>
            <a:off x="6807200" y="487362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30*</a:t>
            </a:r>
          </a:p>
        </p:txBody>
      </p:sp>
      <p:sp>
        <p:nvSpPr>
          <p:cNvPr id="50268" name="Rectangle 93"/>
          <p:cNvSpPr>
            <a:spLocks noChangeArrowheads="1"/>
          </p:cNvSpPr>
          <p:nvPr/>
        </p:nvSpPr>
        <p:spPr bwMode="auto">
          <a:xfrm>
            <a:off x="5959475" y="542290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31*</a:t>
            </a:r>
          </a:p>
        </p:txBody>
      </p:sp>
      <p:sp>
        <p:nvSpPr>
          <p:cNvPr id="50269" name="Rectangle 94"/>
          <p:cNvSpPr>
            <a:spLocks noChangeArrowheads="1"/>
          </p:cNvSpPr>
          <p:nvPr/>
        </p:nvSpPr>
        <p:spPr bwMode="auto">
          <a:xfrm>
            <a:off x="6243638" y="542290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35*</a:t>
            </a:r>
          </a:p>
        </p:txBody>
      </p:sp>
      <p:sp>
        <p:nvSpPr>
          <p:cNvPr id="50270" name="Rectangle 95"/>
          <p:cNvSpPr>
            <a:spLocks noChangeArrowheads="1"/>
          </p:cNvSpPr>
          <p:nvPr/>
        </p:nvSpPr>
        <p:spPr bwMode="auto">
          <a:xfrm>
            <a:off x="6789738" y="54260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11*</a:t>
            </a:r>
          </a:p>
        </p:txBody>
      </p:sp>
      <p:sp>
        <p:nvSpPr>
          <p:cNvPr id="50271" name="Rectangle 96"/>
          <p:cNvSpPr>
            <a:spLocks noChangeArrowheads="1"/>
          </p:cNvSpPr>
          <p:nvPr/>
        </p:nvSpPr>
        <p:spPr bwMode="auto">
          <a:xfrm>
            <a:off x="6542088" y="542290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7*</a:t>
            </a:r>
          </a:p>
        </p:txBody>
      </p:sp>
      <p:sp>
        <p:nvSpPr>
          <p:cNvPr id="50272" name="Line 97"/>
          <p:cNvSpPr>
            <a:spLocks noChangeShapeType="1"/>
          </p:cNvSpPr>
          <p:nvPr/>
        </p:nvSpPr>
        <p:spPr bwMode="auto">
          <a:xfrm>
            <a:off x="5657850" y="3148013"/>
            <a:ext cx="0" cy="3162300"/>
          </a:xfrm>
          <a:prstGeom prst="line">
            <a:avLst/>
          </a:prstGeom>
          <a:noFill/>
          <a:ln w="25400">
            <a:solidFill>
              <a:schemeClr val="tx2"/>
            </a:solidFill>
            <a:round/>
            <a:headEnd type="none" w="sm" len="sm"/>
            <a:tailEnd type="none" w="sm" len="sm"/>
          </a:ln>
        </p:spPr>
        <p:txBody>
          <a:bodyPr/>
          <a:lstStyle/>
          <a:p>
            <a:endParaRPr lang="tr-TR"/>
          </a:p>
        </p:txBody>
      </p:sp>
      <p:sp>
        <p:nvSpPr>
          <p:cNvPr id="50273" name="Line 98"/>
          <p:cNvSpPr>
            <a:spLocks noChangeShapeType="1"/>
          </p:cNvSpPr>
          <p:nvPr/>
        </p:nvSpPr>
        <p:spPr bwMode="auto">
          <a:xfrm>
            <a:off x="5124450" y="3148013"/>
            <a:ext cx="0" cy="3151187"/>
          </a:xfrm>
          <a:prstGeom prst="line">
            <a:avLst/>
          </a:prstGeom>
          <a:noFill/>
          <a:ln w="12700">
            <a:solidFill>
              <a:schemeClr val="tx2"/>
            </a:solidFill>
            <a:round/>
            <a:headEnd type="none" w="sm" len="sm"/>
            <a:tailEnd type="none" w="sm" len="sm"/>
          </a:ln>
        </p:spPr>
        <p:txBody>
          <a:bodyPr/>
          <a:lstStyle/>
          <a:p>
            <a:endParaRPr lang="tr-TR"/>
          </a:p>
        </p:txBody>
      </p:sp>
      <p:sp>
        <p:nvSpPr>
          <p:cNvPr id="50274" name="Line 99"/>
          <p:cNvSpPr>
            <a:spLocks noChangeShapeType="1"/>
          </p:cNvSpPr>
          <p:nvPr/>
        </p:nvSpPr>
        <p:spPr bwMode="auto">
          <a:xfrm>
            <a:off x="5772150" y="4238625"/>
            <a:ext cx="184150" cy="203200"/>
          </a:xfrm>
          <a:prstGeom prst="line">
            <a:avLst/>
          </a:prstGeom>
          <a:noFill/>
          <a:ln w="25400">
            <a:solidFill>
              <a:srgbClr val="FC0128"/>
            </a:solidFill>
            <a:round/>
            <a:headEnd type="none" w="sm" len="sm"/>
            <a:tailEnd type="stealth" w="med" len="med"/>
          </a:ln>
        </p:spPr>
        <p:txBody>
          <a:bodyPr/>
          <a:lstStyle/>
          <a:p>
            <a:endParaRPr lang="tr-TR"/>
          </a:p>
        </p:txBody>
      </p:sp>
      <p:sp>
        <p:nvSpPr>
          <p:cNvPr id="50275" name="Line 100"/>
          <p:cNvSpPr>
            <a:spLocks noChangeShapeType="1"/>
          </p:cNvSpPr>
          <p:nvPr/>
        </p:nvSpPr>
        <p:spPr bwMode="auto">
          <a:xfrm>
            <a:off x="6294438" y="3751263"/>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76" name="Line 101"/>
          <p:cNvSpPr>
            <a:spLocks noChangeShapeType="1"/>
          </p:cNvSpPr>
          <p:nvPr/>
        </p:nvSpPr>
        <p:spPr bwMode="auto">
          <a:xfrm>
            <a:off x="6589713" y="3760788"/>
            <a:ext cx="0" cy="276225"/>
          </a:xfrm>
          <a:prstGeom prst="line">
            <a:avLst/>
          </a:prstGeom>
          <a:noFill/>
          <a:ln w="12700">
            <a:solidFill>
              <a:schemeClr val="tx2"/>
            </a:solidFill>
            <a:round/>
            <a:headEnd type="none" w="sm" len="sm"/>
            <a:tailEnd type="none" w="sm" len="sm"/>
          </a:ln>
        </p:spPr>
        <p:txBody>
          <a:bodyPr/>
          <a:lstStyle/>
          <a:p>
            <a:endParaRPr lang="tr-TR"/>
          </a:p>
        </p:txBody>
      </p:sp>
      <p:sp>
        <p:nvSpPr>
          <p:cNvPr id="50277" name="Line 102"/>
          <p:cNvSpPr>
            <a:spLocks noChangeShapeType="1"/>
          </p:cNvSpPr>
          <p:nvPr/>
        </p:nvSpPr>
        <p:spPr bwMode="auto">
          <a:xfrm>
            <a:off x="6894513" y="3756025"/>
            <a:ext cx="0" cy="285750"/>
          </a:xfrm>
          <a:prstGeom prst="line">
            <a:avLst/>
          </a:prstGeom>
          <a:noFill/>
          <a:ln w="12700">
            <a:solidFill>
              <a:schemeClr val="tx2"/>
            </a:solidFill>
            <a:round/>
            <a:headEnd type="none" w="sm" len="sm"/>
            <a:tailEnd type="none" w="sm" len="sm"/>
          </a:ln>
        </p:spPr>
        <p:txBody>
          <a:bodyPr/>
          <a:lstStyle/>
          <a:p>
            <a:endParaRPr lang="tr-TR"/>
          </a:p>
        </p:txBody>
      </p:sp>
      <p:grpSp>
        <p:nvGrpSpPr>
          <p:cNvPr id="50278" name="Group 107"/>
          <p:cNvGrpSpPr>
            <a:grpSpLocks/>
          </p:cNvGrpSpPr>
          <p:nvPr/>
        </p:nvGrpSpPr>
        <p:grpSpPr bwMode="auto">
          <a:xfrm>
            <a:off x="5984875" y="4318000"/>
            <a:ext cx="1146175" cy="300038"/>
            <a:chOff x="3770" y="2720"/>
            <a:chExt cx="722" cy="189"/>
          </a:xfrm>
        </p:grpSpPr>
        <p:sp>
          <p:nvSpPr>
            <p:cNvPr id="50328" name="Freeform 103"/>
            <p:cNvSpPr>
              <a:spLocks/>
            </p:cNvSpPr>
            <p:nvPr/>
          </p:nvSpPr>
          <p:spPr bwMode="auto">
            <a:xfrm>
              <a:off x="3770" y="2723"/>
              <a:ext cx="722" cy="181"/>
            </a:xfrm>
            <a:custGeom>
              <a:avLst/>
              <a:gdLst>
                <a:gd name="T0" fmla="*/ 0 w 722"/>
                <a:gd name="T1" fmla="*/ 180 h 181"/>
                <a:gd name="T2" fmla="*/ 0 w 722"/>
                <a:gd name="T3" fmla="*/ 0 h 181"/>
                <a:gd name="T4" fmla="*/ 721 w 722"/>
                <a:gd name="T5" fmla="*/ 0 h 181"/>
                <a:gd name="T6" fmla="*/ 721 w 722"/>
                <a:gd name="T7" fmla="*/ 180 h 181"/>
                <a:gd name="T8" fmla="*/ 0 w 722"/>
                <a:gd name="T9" fmla="*/ 180 h 181"/>
                <a:gd name="T10" fmla="*/ 0 60000 65536"/>
                <a:gd name="T11" fmla="*/ 0 60000 65536"/>
                <a:gd name="T12" fmla="*/ 0 60000 65536"/>
                <a:gd name="T13" fmla="*/ 0 60000 65536"/>
                <a:gd name="T14" fmla="*/ 0 60000 65536"/>
                <a:gd name="T15" fmla="*/ 0 w 722"/>
                <a:gd name="T16" fmla="*/ 0 h 181"/>
                <a:gd name="T17" fmla="*/ 722 w 722"/>
                <a:gd name="T18" fmla="*/ 181 h 181"/>
              </a:gdLst>
              <a:ahLst/>
              <a:cxnLst>
                <a:cxn ang="T10">
                  <a:pos x="T0" y="T1"/>
                </a:cxn>
                <a:cxn ang="T11">
                  <a:pos x="T2" y="T3"/>
                </a:cxn>
                <a:cxn ang="T12">
                  <a:pos x="T4" y="T5"/>
                </a:cxn>
                <a:cxn ang="T13">
                  <a:pos x="T6" y="T7"/>
                </a:cxn>
                <a:cxn ang="T14">
                  <a:pos x="T8" y="T9"/>
                </a:cxn>
              </a:cxnLst>
              <a:rect l="T15" t="T16" r="T17" b="T18"/>
              <a:pathLst>
                <a:path w="722" h="181">
                  <a:moveTo>
                    <a:pt x="0" y="180"/>
                  </a:moveTo>
                  <a:lnTo>
                    <a:pt x="0" y="0"/>
                  </a:lnTo>
                  <a:lnTo>
                    <a:pt x="721" y="0"/>
                  </a:lnTo>
                  <a:lnTo>
                    <a:pt x="721" y="180"/>
                  </a:lnTo>
                  <a:lnTo>
                    <a:pt x="0" y="18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0329" name="Line 104"/>
            <p:cNvSpPr>
              <a:spLocks noChangeShapeType="1"/>
            </p:cNvSpPr>
            <p:nvPr/>
          </p:nvSpPr>
          <p:spPr bwMode="auto">
            <a:xfrm>
              <a:off x="3949" y="2729"/>
              <a:ext cx="0" cy="180"/>
            </a:xfrm>
            <a:prstGeom prst="line">
              <a:avLst/>
            </a:prstGeom>
            <a:noFill/>
            <a:ln w="12700">
              <a:solidFill>
                <a:schemeClr val="tx2"/>
              </a:solidFill>
              <a:round/>
              <a:headEnd type="none" w="sm" len="sm"/>
              <a:tailEnd type="none" w="sm" len="sm"/>
            </a:ln>
          </p:spPr>
          <p:txBody>
            <a:bodyPr/>
            <a:lstStyle/>
            <a:p>
              <a:endParaRPr lang="tr-TR"/>
            </a:p>
          </p:txBody>
        </p:sp>
        <p:sp>
          <p:nvSpPr>
            <p:cNvPr id="50330" name="Line 105"/>
            <p:cNvSpPr>
              <a:spLocks noChangeShapeType="1"/>
            </p:cNvSpPr>
            <p:nvPr/>
          </p:nvSpPr>
          <p:spPr bwMode="auto">
            <a:xfrm>
              <a:off x="4157" y="2720"/>
              <a:ext cx="0" cy="180"/>
            </a:xfrm>
            <a:prstGeom prst="line">
              <a:avLst/>
            </a:prstGeom>
            <a:noFill/>
            <a:ln w="12700">
              <a:solidFill>
                <a:schemeClr val="tx2"/>
              </a:solidFill>
              <a:round/>
              <a:headEnd type="none" w="sm" len="sm"/>
              <a:tailEnd type="none" w="sm" len="sm"/>
            </a:ln>
          </p:spPr>
          <p:txBody>
            <a:bodyPr/>
            <a:lstStyle/>
            <a:p>
              <a:endParaRPr lang="tr-TR"/>
            </a:p>
          </p:txBody>
        </p:sp>
        <p:sp>
          <p:nvSpPr>
            <p:cNvPr id="50331" name="Line 106"/>
            <p:cNvSpPr>
              <a:spLocks noChangeShapeType="1"/>
            </p:cNvSpPr>
            <p:nvPr/>
          </p:nvSpPr>
          <p:spPr bwMode="auto">
            <a:xfrm>
              <a:off x="4311" y="2725"/>
              <a:ext cx="0" cy="180"/>
            </a:xfrm>
            <a:prstGeom prst="line">
              <a:avLst/>
            </a:prstGeom>
            <a:noFill/>
            <a:ln w="12700">
              <a:solidFill>
                <a:schemeClr val="tx2"/>
              </a:solidFill>
              <a:round/>
              <a:headEnd type="none" w="sm" len="sm"/>
              <a:tailEnd type="none" w="sm" len="sm"/>
            </a:ln>
          </p:spPr>
          <p:txBody>
            <a:bodyPr/>
            <a:lstStyle/>
            <a:p>
              <a:endParaRPr lang="tr-TR"/>
            </a:p>
          </p:txBody>
        </p:sp>
      </p:grpSp>
      <p:sp>
        <p:nvSpPr>
          <p:cNvPr id="50279" name="Line 108"/>
          <p:cNvSpPr>
            <a:spLocks noChangeShapeType="1"/>
          </p:cNvSpPr>
          <p:nvPr/>
        </p:nvSpPr>
        <p:spPr bwMode="auto">
          <a:xfrm>
            <a:off x="6292850" y="4919663"/>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80" name="Line 109"/>
          <p:cNvSpPr>
            <a:spLocks noChangeShapeType="1"/>
          </p:cNvSpPr>
          <p:nvPr/>
        </p:nvSpPr>
        <p:spPr bwMode="auto">
          <a:xfrm>
            <a:off x="6588125" y="4905375"/>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81" name="Line 110"/>
          <p:cNvSpPr>
            <a:spLocks noChangeShapeType="1"/>
          </p:cNvSpPr>
          <p:nvPr/>
        </p:nvSpPr>
        <p:spPr bwMode="auto">
          <a:xfrm>
            <a:off x="6872288" y="4902200"/>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82" name="Line 111"/>
          <p:cNvSpPr>
            <a:spLocks noChangeShapeType="1"/>
          </p:cNvSpPr>
          <p:nvPr/>
        </p:nvSpPr>
        <p:spPr bwMode="auto">
          <a:xfrm>
            <a:off x="6286500" y="5470525"/>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83" name="Line 112"/>
          <p:cNvSpPr>
            <a:spLocks noChangeShapeType="1"/>
          </p:cNvSpPr>
          <p:nvPr/>
        </p:nvSpPr>
        <p:spPr bwMode="auto">
          <a:xfrm>
            <a:off x="6581775" y="5478463"/>
            <a:ext cx="0" cy="285750"/>
          </a:xfrm>
          <a:prstGeom prst="line">
            <a:avLst/>
          </a:prstGeom>
          <a:noFill/>
          <a:ln w="12700">
            <a:solidFill>
              <a:schemeClr val="tx2"/>
            </a:solidFill>
            <a:round/>
            <a:headEnd type="none" w="sm" len="sm"/>
            <a:tailEnd type="none" w="sm" len="sm"/>
          </a:ln>
        </p:spPr>
        <p:txBody>
          <a:bodyPr/>
          <a:lstStyle/>
          <a:p>
            <a:endParaRPr lang="tr-TR"/>
          </a:p>
        </p:txBody>
      </p:sp>
      <p:sp>
        <p:nvSpPr>
          <p:cNvPr id="50284" name="Line 113"/>
          <p:cNvSpPr>
            <a:spLocks noChangeShapeType="1"/>
          </p:cNvSpPr>
          <p:nvPr/>
        </p:nvSpPr>
        <p:spPr bwMode="auto">
          <a:xfrm>
            <a:off x="6829425" y="5476875"/>
            <a:ext cx="0" cy="285750"/>
          </a:xfrm>
          <a:prstGeom prst="line">
            <a:avLst/>
          </a:prstGeom>
          <a:noFill/>
          <a:ln w="12700">
            <a:solidFill>
              <a:schemeClr val="tx2"/>
            </a:solidFill>
            <a:round/>
            <a:headEnd type="none" w="sm" len="sm"/>
            <a:tailEnd type="none" w="sm" len="sm"/>
          </a:ln>
        </p:spPr>
        <p:txBody>
          <a:bodyPr/>
          <a:lstStyle/>
          <a:p>
            <a:endParaRPr lang="tr-TR"/>
          </a:p>
        </p:txBody>
      </p:sp>
      <p:grpSp>
        <p:nvGrpSpPr>
          <p:cNvPr id="50285" name="Group 118"/>
          <p:cNvGrpSpPr>
            <a:grpSpLocks/>
          </p:cNvGrpSpPr>
          <p:nvPr/>
        </p:nvGrpSpPr>
        <p:grpSpPr bwMode="auto">
          <a:xfrm>
            <a:off x="7708900" y="5434013"/>
            <a:ext cx="1146175" cy="300037"/>
            <a:chOff x="4856" y="3423"/>
            <a:chExt cx="722" cy="189"/>
          </a:xfrm>
        </p:grpSpPr>
        <p:sp>
          <p:nvSpPr>
            <p:cNvPr id="50324" name="Freeform 114"/>
            <p:cNvSpPr>
              <a:spLocks/>
            </p:cNvSpPr>
            <p:nvPr/>
          </p:nvSpPr>
          <p:spPr bwMode="auto">
            <a:xfrm>
              <a:off x="4856" y="3426"/>
              <a:ext cx="722" cy="181"/>
            </a:xfrm>
            <a:custGeom>
              <a:avLst/>
              <a:gdLst>
                <a:gd name="T0" fmla="*/ 0 w 722"/>
                <a:gd name="T1" fmla="*/ 180 h 181"/>
                <a:gd name="T2" fmla="*/ 0 w 722"/>
                <a:gd name="T3" fmla="*/ 0 h 181"/>
                <a:gd name="T4" fmla="*/ 721 w 722"/>
                <a:gd name="T5" fmla="*/ 0 h 181"/>
                <a:gd name="T6" fmla="*/ 721 w 722"/>
                <a:gd name="T7" fmla="*/ 180 h 181"/>
                <a:gd name="T8" fmla="*/ 0 w 722"/>
                <a:gd name="T9" fmla="*/ 180 h 181"/>
                <a:gd name="T10" fmla="*/ 0 60000 65536"/>
                <a:gd name="T11" fmla="*/ 0 60000 65536"/>
                <a:gd name="T12" fmla="*/ 0 60000 65536"/>
                <a:gd name="T13" fmla="*/ 0 60000 65536"/>
                <a:gd name="T14" fmla="*/ 0 60000 65536"/>
                <a:gd name="T15" fmla="*/ 0 w 722"/>
                <a:gd name="T16" fmla="*/ 0 h 181"/>
                <a:gd name="T17" fmla="*/ 722 w 722"/>
                <a:gd name="T18" fmla="*/ 181 h 181"/>
              </a:gdLst>
              <a:ahLst/>
              <a:cxnLst>
                <a:cxn ang="T10">
                  <a:pos x="T0" y="T1"/>
                </a:cxn>
                <a:cxn ang="T11">
                  <a:pos x="T2" y="T3"/>
                </a:cxn>
                <a:cxn ang="T12">
                  <a:pos x="T4" y="T5"/>
                </a:cxn>
                <a:cxn ang="T13">
                  <a:pos x="T6" y="T7"/>
                </a:cxn>
                <a:cxn ang="T14">
                  <a:pos x="T8" y="T9"/>
                </a:cxn>
              </a:cxnLst>
              <a:rect l="T15" t="T16" r="T17" b="T18"/>
              <a:pathLst>
                <a:path w="722" h="181">
                  <a:moveTo>
                    <a:pt x="0" y="180"/>
                  </a:moveTo>
                  <a:lnTo>
                    <a:pt x="0" y="0"/>
                  </a:lnTo>
                  <a:lnTo>
                    <a:pt x="721" y="0"/>
                  </a:lnTo>
                  <a:lnTo>
                    <a:pt x="721" y="180"/>
                  </a:lnTo>
                  <a:lnTo>
                    <a:pt x="0" y="18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0325" name="Line 115"/>
            <p:cNvSpPr>
              <a:spLocks noChangeShapeType="1"/>
            </p:cNvSpPr>
            <p:nvPr/>
          </p:nvSpPr>
          <p:spPr bwMode="auto">
            <a:xfrm>
              <a:off x="5035" y="3432"/>
              <a:ext cx="0" cy="180"/>
            </a:xfrm>
            <a:prstGeom prst="line">
              <a:avLst/>
            </a:prstGeom>
            <a:noFill/>
            <a:ln w="12700">
              <a:solidFill>
                <a:schemeClr val="tx2"/>
              </a:solidFill>
              <a:round/>
              <a:headEnd type="none" w="sm" len="sm"/>
              <a:tailEnd type="none" w="sm" len="sm"/>
            </a:ln>
          </p:spPr>
          <p:txBody>
            <a:bodyPr/>
            <a:lstStyle/>
            <a:p>
              <a:endParaRPr lang="tr-TR"/>
            </a:p>
          </p:txBody>
        </p:sp>
        <p:sp>
          <p:nvSpPr>
            <p:cNvPr id="50326" name="Line 116"/>
            <p:cNvSpPr>
              <a:spLocks noChangeShapeType="1"/>
            </p:cNvSpPr>
            <p:nvPr/>
          </p:nvSpPr>
          <p:spPr bwMode="auto">
            <a:xfrm>
              <a:off x="5243" y="3423"/>
              <a:ext cx="0" cy="180"/>
            </a:xfrm>
            <a:prstGeom prst="line">
              <a:avLst/>
            </a:prstGeom>
            <a:noFill/>
            <a:ln w="12700">
              <a:solidFill>
                <a:schemeClr val="tx2"/>
              </a:solidFill>
              <a:round/>
              <a:headEnd type="none" w="sm" len="sm"/>
              <a:tailEnd type="none" w="sm" len="sm"/>
            </a:ln>
          </p:spPr>
          <p:txBody>
            <a:bodyPr/>
            <a:lstStyle/>
            <a:p>
              <a:endParaRPr lang="tr-TR"/>
            </a:p>
          </p:txBody>
        </p:sp>
        <p:sp>
          <p:nvSpPr>
            <p:cNvPr id="50327" name="Line 117"/>
            <p:cNvSpPr>
              <a:spLocks noChangeShapeType="1"/>
            </p:cNvSpPr>
            <p:nvPr/>
          </p:nvSpPr>
          <p:spPr bwMode="auto">
            <a:xfrm>
              <a:off x="5397" y="3428"/>
              <a:ext cx="0" cy="180"/>
            </a:xfrm>
            <a:prstGeom prst="line">
              <a:avLst/>
            </a:prstGeom>
            <a:noFill/>
            <a:ln w="12700">
              <a:solidFill>
                <a:schemeClr val="tx2"/>
              </a:solidFill>
              <a:round/>
              <a:headEnd type="none" w="sm" len="sm"/>
              <a:tailEnd type="none" w="sm" len="sm"/>
            </a:ln>
          </p:spPr>
          <p:txBody>
            <a:bodyPr/>
            <a:lstStyle/>
            <a:p>
              <a:endParaRPr lang="tr-TR"/>
            </a:p>
          </p:txBody>
        </p:sp>
      </p:grpSp>
      <p:sp>
        <p:nvSpPr>
          <p:cNvPr id="50286" name="Rectangle 119"/>
          <p:cNvSpPr>
            <a:spLocks noChangeArrowheads="1"/>
          </p:cNvSpPr>
          <p:nvPr/>
        </p:nvSpPr>
        <p:spPr bwMode="auto">
          <a:xfrm>
            <a:off x="7569200" y="3106738"/>
            <a:ext cx="1238250"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OVERFLOW</a:t>
            </a:r>
          </a:p>
        </p:txBody>
      </p:sp>
      <p:sp>
        <p:nvSpPr>
          <p:cNvPr id="50287" name="Rectangle 120"/>
          <p:cNvSpPr>
            <a:spLocks noChangeArrowheads="1"/>
          </p:cNvSpPr>
          <p:nvPr/>
        </p:nvSpPr>
        <p:spPr bwMode="auto">
          <a:xfrm>
            <a:off x="7815263" y="3321050"/>
            <a:ext cx="773112"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PAGES</a:t>
            </a:r>
          </a:p>
        </p:txBody>
      </p:sp>
      <p:sp>
        <p:nvSpPr>
          <p:cNvPr id="50288" name="Line 121"/>
          <p:cNvSpPr>
            <a:spLocks noChangeShapeType="1"/>
          </p:cNvSpPr>
          <p:nvPr/>
        </p:nvSpPr>
        <p:spPr bwMode="auto">
          <a:xfrm>
            <a:off x="7121525" y="5751513"/>
            <a:ext cx="534988" cy="0"/>
          </a:xfrm>
          <a:prstGeom prst="line">
            <a:avLst/>
          </a:prstGeom>
          <a:noFill/>
          <a:ln w="12700">
            <a:solidFill>
              <a:schemeClr val="tx2"/>
            </a:solidFill>
            <a:round/>
            <a:headEnd type="none" w="sm" len="sm"/>
            <a:tailEnd type="stealth" w="med" len="med"/>
          </a:ln>
        </p:spPr>
        <p:txBody>
          <a:bodyPr/>
          <a:lstStyle/>
          <a:p>
            <a:endParaRPr lang="tr-TR"/>
          </a:p>
        </p:txBody>
      </p:sp>
      <p:grpSp>
        <p:nvGrpSpPr>
          <p:cNvPr id="50289" name="Group 126"/>
          <p:cNvGrpSpPr>
            <a:grpSpLocks/>
          </p:cNvGrpSpPr>
          <p:nvPr/>
        </p:nvGrpSpPr>
        <p:grpSpPr bwMode="auto">
          <a:xfrm>
            <a:off x="5980113" y="6003925"/>
            <a:ext cx="1146175" cy="300038"/>
            <a:chOff x="3767" y="3782"/>
            <a:chExt cx="722" cy="189"/>
          </a:xfrm>
        </p:grpSpPr>
        <p:sp>
          <p:nvSpPr>
            <p:cNvPr id="50320" name="Freeform 122"/>
            <p:cNvSpPr>
              <a:spLocks/>
            </p:cNvSpPr>
            <p:nvPr/>
          </p:nvSpPr>
          <p:spPr bwMode="auto">
            <a:xfrm>
              <a:off x="3767" y="3785"/>
              <a:ext cx="722" cy="181"/>
            </a:xfrm>
            <a:custGeom>
              <a:avLst/>
              <a:gdLst>
                <a:gd name="T0" fmla="*/ 0 w 722"/>
                <a:gd name="T1" fmla="*/ 180 h 181"/>
                <a:gd name="T2" fmla="*/ 0 w 722"/>
                <a:gd name="T3" fmla="*/ 0 h 181"/>
                <a:gd name="T4" fmla="*/ 721 w 722"/>
                <a:gd name="T5" fmla="*/ 0 h 181"/>
                <a:gd name="T6" fmla="*/ 721 w 722"/>
                <a:gd name="T7" fmla="*/ 180 h 181"/>
                <a:gd name="T8" fmla="*/ 0 w 722"/>
                <a:gd name="T9" fmla="*/ 180 h 181"/>
                <a:gd name="T10" fmla="*/ 0 60000 65536"/>
                <a:gd name="T11" fmla="*/ 0 60000 65536"/>
                <a:gd name="T12" fmla="*/ 0 60000 65536"/>
                <a:gd name="T13" fmla="*/ 0 60000 65536"/>
                <a:gd name="T14" fmla="*/ 0 60000 65536"/>
                <a:gd name="T15" fmla="*/ 0 w 722"/>
                <a:gd name="T16" fmla="*/ 0 h 181"/>
                <a:gd name="T17" fmla="*/ 722 w 722"/>
                <a:gd name="T18" fmla="*/ 181 h 181"/>
              </a:gdLst>
              <a:ahLst/>
              <a:cxnLst>
                <a:cxn ang="T10">
                  <a:pos x="T0" y="T1"/>
                </a:cxn>
                <a:cxn ang="T11">
                  <a:pos x="T2" y="T3"/>
                </a:cxn>
                <a:cxn ang="T12">
                  <a:pos x="T4" y="T5"/>
                </a:cxn>
                <a:cxn ang="T13">
                  <a:pos x="T6" y="T7"/>
                </a:cxn>
                <a:cxn ang="T14">
                  <a:pos x="T8" y="T9"/>
                </a:cxn>
              </a:cxnLst>
              <a:rect l="T15" t="T16" r="T17" b="T18"/>
              <a:pathLst>
                <a:path w="722" h="181">
                  <a:moveTo>
                    <a:pt x="0" y="180"/>
                  </a:moveTo>
                  <a:lnTo>
                    <a:pt x="0" y="0"/>
                  </a:lnTo>
                  <a:lnTo>
                    <a:pt x="721" y="0"/>
                  </a:lnTo>
                  <a:lnTo>
                    <a:pt x="721" y="180"/>
                  </a:lnTo>
                  <a:lnTo>
                    <a:pt x="0" y="18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0321" name="Line 123"/>
            <p:cNvSpPr>
              <a:spLocks noChangeShapeType="1"/>
            </p:cNvSpPr>
            <p:nvPr/>
          </p:nvSpPr>
          <p:spPr bwMode="auto">
            <a:xfrm>
              <a:off x="3946" y="3791"/>
              <a:ext cx="0" cy="180"/>
            </a:xfrm>
            <a:prstGeom prst="line">
              <a:avLst/>
            </a:prstGeom>
            <a:noFill/>
            <a:ln w="12700">
              <a:solidFill>
                <a:schemeClr val="tx2"/>
              </a:solidFill>
              <a:round/>
              <a:headEnd type="none" w="sm" len="sm"/>
              <a:tailEnd type="none" w="sm" len="sm"/>
            </a:ln>
          </p:spPr>
          <p:txBody>
            <a:bodyPr/>
            <a:lstStyle/>
            <a:p>
              <a:endParaRPr lang="tr-TR"/>
            </a:p>
          </p:txBody>
        </p:sp>
        <p:sp>
          <p:nvSpPr>
            <p:cNvPr id="50322" name="Line 124"/>
            <p:cNvSpPr>
              <a:spLocks noChangeShapeType="1"/>
            </p:cNvSpPr>
            <p:nvPr/>
          </p:nvSpPr>
          <p:spPr bwMode="auto">
            <a:xfrm>
              <a:off x="4154" y="3782"/>
              <a:ext cx="0" cy="180"/>
            </a:xfrm>
            <a:prstGeom prst="line">
              <a:avLst/>
            </a:prstGeom>
            <a:noFill/>
            <a:ln w="12700">
              <a:solidFill>
                <a:schemeClr val="tx2"/>
              </a:solidFill>
              <a:round/>
              <a:headEnd type="none" w="sm" len="sm"/>
              <a:tailEnd type="none" w="sm" len="sm"/>
            </a:ln>
          </p:spPr>
          <p:txBody>
            <a:bodyPr/>
            <a:lstStyle/>
            <a:p>
              <a:endParaRPr lang="tr-TR"/>
            </a:p>
          </p:txBody>
        </p:sp>
        <p:sp>
          <p:nvSpPr>
            <p:cNvPr id="50323" name="Line 125"/>
            <p:cNvSpPr>
              <a:spLocks noChangeShapeType="1"/>
            </p:cNvSpPr>
            <p:nvPr/>
          </p:nvSpPr>
          <p:spPr bwMode="auto">
            <a:xfrm>
              <a:off x="4308" y="3787"/>
              <a:ext cx="0" cy="180"/>
            </a:xfrm>
            <a:prstGeom prst="line">
              <a:avLst/>
            </a:prstGeom>
            <a:noFill/>
            <a:ln w="12700">
              <a:solidFill>
                <a:schemeClr val="tx2"/>
              </a:solidFill>
              <a:round/>
              <a:headEnd type="none" w="sm" len="sm"/>
              <a:tailEnd type="none" w="sm" len="sm"/>
            </a:ln>
          </p:spPr>
          <p:txBody>
            <a:bodyPr/>
            <a:lstStyle/>
            <a:p>
              <a:endParaRPr lang="tr-TR"/>
            </a:p>
          </p:txBody>
        </p:sp>
      </p:grpSp>
      <p:sp>
        <p:nvSpPr>
          <p:cNvPr id="50290" name="Rectangle 127"/>
          <p:cNvSpPr>
            <a:spLocks noChangeArrowheads="1"/>
          </p:cNvSpPr>
          <p:nvPr/>
        </p:nvSpPr>
        <p:spPr bwMode="auto">
          <a:xfrm>
            <a:off x="7650163" y="544512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43*</a:t>
            </a:r>
          </a:p>
        </p:txBody>
      </p:sp>
      <p:sp>
        <p:nvSpPr>
          <p:cNvPr id="50291" name="Rectangle 128"/>
          <p:cNvSpPr>
            <a:spLocks noChangeArrowheads="1"/>
          </p:cNvSpPr>
          <p:nvPr/>
        </p:nvSpPr>
        <p:spPr bwMode="auto">
          <a:xfrm>
            <a:off x="5259388" y="601345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00</a:t>
            </a:r>
          </a:p>
        </p:txBody>
      </p:sp>
      <p:sp>
        <p:nvSpPr>
          <p:cNvPr id="50292" name="Rectangle 129"/>
          <p:cNvSpPr>
            <a:spLocks noChangeArrowheads="1"/>
          </p:cNvSpPr>
          <p:nvPr/>
        </p:nvSpPr>
        <p:spPr bwMode="auto">
          <a:xfrm>
            <a:off x="4630738" y="599122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100</a:t>
            </a:r>
          </a:p>
        </p:txBody>
      </p:sp>
      <p:grpSp>
        <p:nvGrpSpPr>
          <p:cNvPr id="50293" name="Group 132"/>
          <p:cNvGrpSpPr>
            <a:grpSpLocks/>
          </p:cNvGrpSpPr>
          <p:nvPr/>
        </p:nvGrpSpPr>
        <p:grpSpPr bwMode="auto">
          <a:xfrm>
            <a:off x="2733675" y="3951288"/>
            <a:ext cx="142875" cy="166687"/>
            <a:chOff x="1722" y="2489"/>
            <a:chExt cx="90" cy="105"/>
          </a:xfrm>
        </p:grpSpPr>
        <p:sp>
          <p:nvSpPr>
            <p:cNvPr id="50318" name="Line 130"/>
            <p:cNvSpPr>
              <a:spLocks noChangeShapeType="1"/>
            </p:cNvSpPr>
            <p:nvPr/>
          </p:nvSpPr>
          <p:spPr bwMode="auto">
            <a:xfrm>
              <a:off x="1767" y="2489"/>
              <a:ext cx="0" cy="105"/>
            </a:xfrm>
            <a:prstGeom prst="line">
              <a:avLst/>
            </a:prstGeom>
            <a:noFill/>
            <a:ln w="12700">
              <a:solidFill>
                <a:schemeClr val="tx2"/>
              </a:solidFill>
              <a:round/>
              <a:headEnd type="none" w="sm" len="sm"/>
              <a:tailEnd type="none" w="sm" len="sm"/>
            </a:ln>
          </p:spPr>
          <p:txBody>
            <a:bodyPr/>
            <a:lstStyle/>
            <a:p>
              <a:endParaRPr lang="tr-TR"/>
            </a:p>
          </p:txBody>
        </p:sp>
        <p:sp>
          <p:nvSpPr>
            <p:cNvPr id="50319" name="Line 131"/>
            <p:cNvSpPr>
              <a:spLocks noChangeShapeType="1"/>
            </p:cNvSpPr>
            <p:nvPr/>
          </p:nvSpPr>
          <p:spPr bwMode="auto">
            <a:xfrm>
              <a:off x="1722" y="2594"/>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0294" name="Group 135"/>
          <p:cNvGrpSpPr>
            <a:grpSpLocks/>
          </p:cNvGrpSpPr>
          <p:nvPr/>
        </p:nvGrpSpPr>
        <p:grpSpPr bwMode="auto">
          <a:xfrm>
            <a:off x="2743200" y="4532313"/>
            <a:ext cx="142875" cy="166687"/>
            <a:chOff x="1728" y="2855"/>
            <a:chExt cx="90" cy="105"/>
          </a:xfrm>
        </p:grpSpPr>
        <p:sp>
          <p:nvSpPr>
            <p:cNvPr id="50316" name="Line 133"/>
            <p:cNvSpPr>
              <a:spLocks noChangeShapeType="1"/>
            </p:cNvSpPr>
            <p:nvPr/>
          </p:nvSpPr>
          <p:spPr bwMode="auto">
            <a:xfrm>
              <a:off x="1773" y="2855"/>
              <a:ext cx="0" cy="105"/>
            </a:xfrm>
            <a:prstGeom prst="line">
              <a:avLst/>
            </a:prstGeom>
            <a:noFill/>
            <a:ln w="12700">
              <a:solidFill>
                <a:schemeClr val="tx2"/>
              </a:solidFill>
              <a:round/>
              <a:headEnd type="none" w="sm" len="sm"/>
              <a:tailEnd type="none" w="sm" len="sm"/>
            </a:ln>
          </p:spPr>
          <p:txBody>
            <a:bodyPr/>
            <a:lstStyle/>
            <a:p>
              <a:endParaRPr lang="tr-TR"/>
            </a:p>
          </p:txBody>
        </p:sp>
        <p:sp>
          <p:nvSpPr>
            <p:cNvPr id="50317" name="Line 134"/>
            <p:cNvSpPr>
              <a:spLocks noChangeShapeType="1"/>
            </p:cNvSpPr>
            <p:nvPr/>
          </p:nvSpPr>
          <p:spPr bwMode="auto">
            <a:xfrm>
              <a:off x="1728" y="2960"/>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0295" name="Group 138"/>
          <p:cNvGrpSpPr>
            <a:grpSpLocks/>
          </p:cNvGrpSpPr>
          <p:nvPr/>
        </p:nvGrpSpPr>
        <p:grpSpPr bwMode="auto">
          <a:xfrm>
            <a:off x="2740025" y="5113338"/>
            <a:ext cx="142875" cy="166687"/>
            <a:chOff x="1726" y="3221"/>
            <a:chExt cx="90" cy="105"/>
          </a:xfrm>
        </p:grpSpPr>
        <p:sp>
          <p:nvSpPr>
            <p:cNvPr id="50314" name="Line 136"/>
            <p:cNvSpPr>
              <a:spLocks noChangeShapeType="1"/>
            </p:cNvSpPr>
            <p:nvPr/>
          </p:nvSpPr>
          <p:spPr bwMode="auto">
            <a:xfrm>
              <a:off x="1771" y="3221"/>
              <a:ext cx="0" cy="105"/>
            </a:xfrm>
            <a:prstGeom prst="line">
              <a:avLst/>
            </a:prstGeom>
            <a:noFill/>
            <a:ln w="12700">
              <a:solidFill>
                <a:schemeClr val="tx2"/>
              </a:solidFill>
              <a:round/>
              <a:headEnd type="none" w="sm" len="sm"/>
              <a:tailEnd type="none" w="sm" len="sm"/>
            </a:ln>
          </p:spPr>
          <p:txBody>
            <a:bodyPr/>
            <a:lstStyle/>
            <a:p>
              <a:endParaRPr lang="tr-TR"/>
            </a:p>
          </p:txBody>
        </p:sp>
        <p:sp>
          <p:nvSpPr>
            <p:cNvPr id="50315" name="Line 137"/>
            <p:cNvSpPr>
              <a:spLocks noChangeShapeType="1"/>
            </p:cNvSpPr>
            <p:nvPr/>
          </p:nvSpPr>
          <p:spPr bwMode="auto">
            <a:xfrm>
              <a:off x="1726" y="3326"/>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0296" name="Group 141"/>
          <p:cNvGrpSpPr>
            <a:grpSpLocks/>
          </p:cNvGrpSpPr>
          <p:nvPr/>
        </p:nvGrpSpPr>
        <p:grpSpPr bwMode="auto">
          <a:xfrm>
            <a:off x="2738438" y="5683250"/>
            <a:ext cx="142875" cy="166688"/>
            <a:chOff x="1725" y="3580"/>
            <a:chExt cx="90" cy="105"/>
          </a:xfrm>
        </p:grpSpPr>
        <p:sp>
          <p:nvSpPr>
            <p:cNvPr id="50312" name="Line 139"/>
            <p:cNvSpPr>
              <a:spLocks noChangeShapeType="1"/>
            </p:cNvSpPr>
            <p:nvPr/>
          </p:nvSpPr>
          <p:spPr bwMode="auto">
            <a:xfrm>
              <a:off x="1770" y="3580"/>
              <a:ext cx="0" cy="105"/>
            </a:xfrm>
            <a:prstGeom prst="line">
              <a:avLst/>
            </a:prstGeom>
            <a:noFill/>
            <a:ln w="12700">
              <a:solidFill>
                <a:schemeClr val="tx2"/>
              </a:solidFill>
              <a:round/>
              <a:headEnd type="none" w="sm" len="sm"/>
              <a:tailEnd type="none" w="sm" len="sm"/>
            </a:ln>
          </p:spPr>
          <p:txBody>
            <a:bodyPr/>
            <a:lstStyle/>
            <a:p>
              <a:endParaRPr lang="tr-TR"/>
            </a:p>
          </p:txBody>
        </p:sp>
        <p:sp>
          <p:nvSpPr>
            <p:cNvPr id="50313" name="Line 140"/>
            <p:cNvSpPr>
              <a:spLocks noChangeShapeType="1"/>
            </p:cNvSpPr>
            <p:nvPr/>
          </p:nvSpPr>
          <p:spPr bwMode="auto">
            <a:xfrm>
              <a:off x="1725" y="3685"/>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0297" name="Group 144"/>
          <p:cNvGrpSpPr>
            <a:grpSpLocks/>
          </p:cNvGrpSpPr>
          <p:nvPr/>
        </p:nvGrpSpPr>
        <p:grpSpPr bwMode="auto">
          <a:xfrm>
            <a:off x="7059613" y="3967163"/>
            <a:ext cx="142875" cy="166687"/>
            <a:chOff x="4447" y="2499"/>
            <a:chExt cx="90" cy="105"/>
          </a:xfrm>
        </p:grpSpPr>
        <p:sp>
          <p:nvSpPr>
            <p:cNvPr id="50310" name="Line 142"/>
            <p:cNvSpPr>
              <a:spLocks noChangeShapeType="1"/>
            </p:cNvSpPr>
            <p:nvPr/>
          </p:nvSpPr>
          <p:spPr bwMode="auto">
            <a:xfrm>
              <a:off x="4492" y="2499"/>
              <a:ext cx="0" cy="105"/>
            </a:xfrm>
            <a:prstGeom prst="line">
              <a:avLst/>
            </a:prstGeom>
            <a:noFill/>
            <a:ln w="12700">
              <a:solidFill>
                <a:schemeClr val="tx2"/>
              </a:solidFill>
              <a:round/>
              <a:headEnd type="none" w="sm" len="sm"/>
              <a:tailEnd type="none" w="sm" len="sm"/>
            </a:ln>
          </p:spPr>
          <p:txBody>
            <a:bodyPr/>
            <a:lstStyle/>
            <a:p>
              <a:endParaRPr lang="tr-TR"/>
            </a:p>
          </p:txBody>
        </p:sp>
        <p:sp>
          <p:nvSpPr>
            <p:cNvPr id="50311" name="Line 143"/>
            <p:cNvSpPr>
              <a:spLocks noChangeShapeType="1"/>
            </p:cNvSpPr>
            <p:nvPr/>
          </p:nvSpPr>
          <p:spPr bwMode="auto">
            <a:xfrm>
              <a:off x="4447" y="2604"/>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0298" name="Group 147"/>
          <p:cNvGrpSpPr>
            <a:grpSpLocks/>
          </p:cNvGrpSpPr>
          <p:nvPr/>
        </p:nvGrpSpPr>
        <p:grpSpPr bwMode="auto">
          <a:xfrm>
            <a:off x="7058025" y="4537075"/>
            <a:ext cx="142875" cy="166688"/>
            <a:chOff x="4446" y="2858"/>
            <a:chExt cx="90" cy="105"/>
          </a:xfrm>
        </p:grpSpPr>
        <p:sp>
          <p:nvSpPr>
            <p:cNvPr id="50308" name="Line 145"/>
            <p:cNvSpPr>
              <a:spLocks noChangeShapeType="1"/>
            </p:cNvSpPr>
            <p:nvPr/>
          </p:nvSpPr>
          <p:spPr bwMode="auto">
            <a:xfrm>
              <a:off x="4491" y="2858"/>
              <a:ext cx="0" cy="105"/>
            </a:xfrm>
            <a:prstGeom prst="line">
              <a:avLst/>
            </a:prstGeom>
            <a:noFill/>
            <a:ln w="12700">
              <a:solidFill>
                <a:schemeClr val="tx2"/>
              </a:solidFill>
              <a:round/>
              <a:headEnd type="none" w="sm" len="sm"/>
              <a:tailEnd type="none" w="sm" len="sm"/>
            </a:ln>
          </p:spPr>
          <p:txBody>
            <a:bodyPr/>
            <a:lstStyle/>
            <a:p>
              <a:endParaRPr lang="tr-TR"/>
            </a:p>
          </p:txBody>
        </p:sp>
        <p:sp>
          <p:nvSpPr>
            <p:cNvPr id="50309" name="Line 146"/>
            <p:cNvSpPr>
              <a:spLocks noChangeShapeType="1"/>
            </p:cNvSpPr>
            <p:nvPr/>
          </p:nvSpPr>
          <p:spPr bwMode="auto">
            <a:xfrm>
              <a:off x="4446" y="2963"/>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0299" name="Group 150"/>
          <p:cNvGrpSpPr>
            <a:grpSpLocks/>
          </p:cNvGrpSpPr>
          <p:nvPr/>
        </p:nvGrpSpPr>
        <p:grpSpPr bwMode="auto">
          <a:xfrm>
            <a:off x="7056438" y="5129213"/>
            <a:ext cx="142875" cy="166687"/>
            <a:chOff x="4445" y="3231"/>
            <a:chExt cx="90" cy="105"/>
          </a:xfrm>
        </p:grpSpPr>
        <p:sp>
          <p:nvSpPr>
            <p:cNvPr id="50306" name="Line 148"/>
            <p:cNvSpPr>
              <a:spLocks noChangeShapeType="1"/>
            </p:cNvSpPr>
            <p:nvPr/>
          </p:nvSpPr>
          <p:spPr bwMode="auto">
            <a:xfrm>
              <a:off x="4490" y="3231"/>
              <a:ext cx="0" cy="105"/>
            </a:xfrm>
            <a:prstGeom prst="line">
              <a:avLst/>
            </a:prstGeom>
            <a:noFill/>
            <a:ln w="12700">
              <a:solidFill>
                <a:schemeClr val="tx2"/>
              </a:solidFill>
              <a:round/>
              <a:headEnd type="none" w="sm" len="sm"/>
              <a:tailEnd type="none" w="sm" len="sm"/>
            </a:ln>
          </p:spPr>
          <p:txBody>
            <a:bodyPr/>
            <a:lstStyle/>
            <a:p>
              <a:endParaRPr lang="tr-TR"/>
            </a:p>
          </p:txBody>
        </p:sp>
        <p:sp>
          <p:nvSpPr>
            <p:cNvPr id="50307" name="Line 149"/>
            <p:cNvSpPr>
              <a:spLocks noChangeShapeType="1"/>
            </p:cNvSpPr>
            <p:nvPr/>
          </p:nvSpPr>
          <p:spPr bwMode="auto">
            <a:xfrm>
              <a:off x="4445" y="3336"/>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0300" name="Group 153"/>
          <p:cNvGrpSpPr>
            <a:grpSpLocks/>
          </p:cNvGrpSpPr>
          <p:nvPr/>
        </p:nvGrpSpPr>
        <p:grpSpPr bwMode="auto">
          <a:xfrm>
            <a:off x="7043738" y="6210300"/>
            <a:ext cx="142875" cy="166688"/>
            <a:chOff x="4437" y="3912"/>
            <a:chExt cx="90" cy="105"/>
          </a:xfrm>
        </p:grpSpPr>
        <p:sp>
          <p:nvSpPr>
            <p:cNvPr id="50304" name="Line 151"/>
            <p:cNvSpPr>
              <a:spLocks noChangeShapeType="1"/>
            </p:cNvSpPr>
            <p:nvPr/>
          </p:nvSpPr>
          <p:spPr bwMode="auto">
            <a:xfrm>
              <a:off x="4482" y="3912"/>
              <a:ext cx="0" cy="105"/>
            </a:xfrm>
            <a:prstGeom prst="line">
              <a:avLst/>
            </a:prstGeom>
            <a:noFill/>
            <a:ln w="12700">
              <a:solidFill>
                <a:schemeClr val="tx2"/>
              </a:solidFill>
              <a:round/>
              <a:headEnd type="none" w="sm" len="sm"/>
              <a:tailEnd type="none" w="sm" len="sm"/>
            </a:ln>
          </p:spPr>
          <p:txBody>
            <a:bodyPr/>
            <a:lstStyle/>
            <a:p>
              <a:endParaRPr lang="tr-TR"/>
            </a:p>
          </p:txBody>
        </p:sp>
        <p:sp>
          <p:nvSpPr>
            <p:cNvPr id="50305" name="Line 152"/>
            <p:cNvSpPr>
              <a:spLocks noChangeShapeType="1"/>
            </p:cNvSpPr>
            <p:nvPr/>
          </p:nvSpPr>
          <p:spPr bwMode="auto">
            <a:xfrm>
              <a:off x="4437" y="4017"/>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0301" name="Group 156"/>
          <p:cNvGrpSpPr>
            <a:grpSpLocks/>
          </p:cNvGrpSpPr>
          <p:nvPr/>
        </p:nvGrpSpPr>
        <p:grpSpPr bwMode="auto">
          <a:xfrm>
            <a:off x="8791575" y="5635625"/>
            <a:ext cx="142875" cy="166688"/>
            <a:chOff x="5538" y="3550"/>
            <a:chExt cx="90" cy="105"/>
          </a:xfrm>
        </p:grpSpPr>
        <p:sp>
          <p:nvSpPr>
            <p:cNvPr id="50302" name="Line 154"/>
            <p:cNvSpPr>
              <a:spLocks noChangeShapeType="1"/>
            </p:cNvSpPr>
            <p:nvPr/>
          </p:nvSpPr>
          <p:spPr bwMode="auto">
            <a:xfrm>
              <a:off x="5583" y="3550"/>
              <a:ext cx="0" cy="105"/>
            </a:xfrm>
            <a:prstGeom prst="line">
              <a:avLst/>
            </a:prstGeom>
            <a:noFill/>
            <a:ln w="12700">
              <a:solidFill>
                <a:schemeClr val="tx2"/>
              </a:solidFill>
              <a:round/>
              <a:headEnd type="none" w="sm" len="sm"/>
              <a:tailEnd type="none" w="sm" len="sm"/>
            </a:ln>
          </p:spPr>
          <p:txBody>
            <a:bodyPr/>
            <a:lstStyle/>
            <a:p>
              <a:endParaRPr lang="tr-TR"/>
            </a:p>
          </p:txBody>
        </p:sp>
        <p:sp>
          <p:nvSpPr>
            <p:cNvPr id="50303" name="Line 155"/>
            <p:cNvSpPr>
              <a:spLocks noChangeShapeType="1"/>
            </p:cNvSpPr>
            <p:nvPr/>
          </p:nvSpPr>
          <p:spPr bwMode="auto">
            <a:xfrm>
              <a:off x="5538" y="3655"/>
              <a:ext cx="90" cy="0"/>
            </a:xfrm>
            <a:prstGeom prst="line">
              <a:avLst/>
            </a:prstGeom>
            <a:noFill/>
            <a:ln w="12700">
              <a:solidFill>
                <a:schemeClr val="tx2"/>
              </a:solidFill>
              <a:round/>
              <a:headEnd type="none" w="sm" len="sm"/>
              <a:tailEnd type="none" w="sm" len="sm"/>
            </a:ln>
          </p:spPr>
          <p:txBody>
            <a:bodyPr/>
            <a:lstStyle/>
            <a:p>
              <a:endParaRPr lang="tr-TR"/>
            </a:p>
          </p:txBody>
        </p:sp>
      </p:grpSp>
      <p:sp>
        <p:nvSpPr>
          <p:cNvPr id="50333" name="Text Box 157"/>
          <p:cNvSpPr txBox="1">
            <a:spLocks noChangeArrowheads="1"/>
          </p:cNvSpPr>
          <p:nvPr/>
        </p:nvSpPr>
        <p:spPr bwMode="auto">
          <a:xfrm>
            <a:off x="5089525" y="1600200"/>
            <a:ext cx="2784475" cy="457200"/>
          </a:xfrm>
          <a:prstGeom prst="rect">
            <a:avLst/>
          </a:prstGeom>
          <a:noFill/>
          <a:ln w="9525">
            <a:noFill/>
            <a:miter lim="800000"/>
            <a:headEnd/>
            <a:tailEnd/>
          </a:ln>
          <a:effectLst/>
        </p:spPr>
        <p:txBody>
          <a:bodyPr wrap="none">
            <a:spAutoFit/>
          </a:bodyPr>
          <a:lstStyle/>
          <a:p>
            <a:r>
              <a:rPr lang="tr-TR"/>
              <a:t>insert 43 = (101011)</a:t>
            </a:r>
            <a:r>
              <a:rPr lang="tr-TR" baseline="-25000"/>
              <a:t>2</a:t>
            </a:r>
            <a:endParaRPr lang="tr-TR"/>
          </a:p>
        </p:txBody>
      </p:sp>
    </p:spTree>
  </p:cSld>
  <p:clrMapOvr>
    <a:masterClrMapping/>
  </p:clrMapOvr>
  <p:transition>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52226"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52227" name="Rectangle 4"/>
          <p:cNvSpPr>
            <a:spLocks noGrp="1" noChangeArrowheads="1"/>
          </p:cNvSpPr>
          <p:nvPr>
            <p:ph type="title"/>
          </p:nvPr>
        </p:nvSpPr>
        <p:spPr/>
        <p:txBody>
          <a:bodyPr/>
          <a:lstStyle/>
          <a:p>
            <a:r>
              <a:rPr lang="en-US" altLang="tr-TR" smtClean="0"/>
              <a:t>Example:  End of a Round</a:t>
            </a:r>
          </a:p>
        </p:txBody>
      </p:sp>
      <p:sp>
        <p:nvSpPr>
          <p:cNvPr id="52228" name="AutoShape 5"/>
          <p:cNvSpPr>
            <a:spLocks noChangeArrowheads="1"/>
          </p:cNvSpPr>
          <p:nvPr/>
        </p:nvSpPr>
        <p:spPr bwMode="auto">
          <a:xfrm>
            <a:off x="4425950" y="2444750"/>
            <a:ext cx="444500" cy="901700"/>
          </a:xfrm>
          <a:prstGeom prst="rightArrow">
            <a:avLst>
              <a:gd name="adj1" fmla="val 75009"/>
              <a:gd name="adj2" fmla="val 50032"/>
            </a:avLst>
          </a:prstGeom>
          <a:solidFill>
            <a:schemeClr val="accent1"/>
          </a:solidFill>
          <a:ln w="12700">
            <a:solidFill>
              <a:schemeClr val="tx1"/>
            </a:solidFill>
            <a:miter lim="800000"/>
            <a:headEnd/>
            <a:tailEnd/>
          </a:ln>
        </p:spPr>
        <p:txBody>
          <a:bodyPr wrap="none" anchor="ctr"/>
          <a:lstStyle/>
          <a:p>
            <a:pPr eaLnBrk="0" hangingPunct="0"/>
            <a:endParaRPr lang="tr-TR"/>
          </a:p>
        </p:txBody>
      </p:sp>
      <p:sp>
        <p:nvSpPr>
          <p:cNvPr id="52229" name="Rectangle 6"/>
          <p:cNvSpPr>
            <a:spLocks noChangeArrowheads="1"/>
          </p:cNvSpPr>
          <p:nvPr/>
        </p:nvSpPr>
        <p:spPr bwMode="auto">
          <a:xfrm>
            <a:off x="928688" y="2606675"/>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a:t>
            </a:r>
          </a:p>
        </p:txBody>
      </p:sp>
      <p:sp>
        <p:nvSpPr>
          <p:cNvPr id="52230" name="Rectangle 7"/>
          <p:cNvSpPr>
            <a:spLocks noChangeArrowheads="1"/>
          </p:cNvSpPr>
          <p:nvPr/>
        </p:nvSpPr>
        <p:spPr bwMode="auto">
          <a:xfrm>
            <a:off x="831850" y="2566988"/>
            <a:ext cx="279400"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h</a:t>
            </a:r>
          </a:p>
        </p:txBody>
      </p:sp>
      <p:sp>
        <p:nvSpPr>
          <p:cNvPr id="52231" name="Rectangle 8"/>
          <p:cNvSpPr>
            <a:spLocks noChangeArrowheads="1"/>
          </p:cNvSpPr>
          <p:nvPr/>
        </p:nvSpPr>
        <p:spPr bwMode="auto">
          <a:xfrm>
            <a:off x="339725" y="2557463"/>
            <a:ext cx="279400"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h</a:t>
            </a:r>
          </a:p>
        </p:txBody>
      </p:sp>
      <p:sp>
        <p:nvSpPr>
          <p:cNvPr id="52232" name="Freeform 9"/>
          <p:cNvSpPr>
            <a:spLocks/>
          </p:cNvSpPr>
          <p:nvPr/>
        </p:nvSpPr>
        <p:spPr bwMode="auto">
          <a:xfrm>
            <a:off x="1744663" y="3490913"/>
            <a:ext cx="1209675" cy="244475"/>
          </a:xfrm>
          <a:custGeom>
            <a:avLst/>
            <a:gdLst>
              <a:gd name="T0" fmla="*/ 0 w 762"/>
              <a:gd name="T1" fmla="*/ 242888 h 154"/>
              <a:gd name="T2" fmla="*/ 0 w 762"/>
              <a:gd name="T3" fmla="*/ 0 h 154"/>
              <a:gd name="T4" fmla="*/ 1208088 w 762"/>
              <a:gd name="T5" fmla="*/ 0 h 154"/>
              <a:gd name="T6" fmla="*/ 1208088 w 762"/>
              <a:gd name="T7" fmla="*/ 242888 h 154"/>
              <a:gd name="T8" fmla="*/ 0 w 762"/>
              <a:gd name="T9" fmla="*/ 242888 h 154"/>
              <a:gd name="T10" fmla="*/ 0 60000 65536"/>
              <a:gd name="T11" fmla="*/ 0 60000 65536"/>
              <a:gd name="T12" fmla="*/ 0 60000 65536"/>
              <a:gd name="T13" fmla="*/ 0 60000 65536"/>
              <a:gd name="T14" fmla="*/ 0 60000 65536"/>
              <a:gd name="T15" fmla="*/ 0 w 762"/>
              <a:gd name="T16" fmla="*/ 0 h 154"/>
              <a:gd name="T17" fmla="*/ 762 w 762"/>
              <a:gd name="T18" fmla="*/ 154 h 154"/>
            </a:gdLst>
            <a:ahLst/>
            <a:cxnLst>
              <a:cxn ang="T10">
                <a:pos x="T0" y="T1"/>
              </a:cxn>
              <a:cxn ang="T11">
                <a:pos x="T2" y="T3"/>
              </a:cxn>
              <a:cxn ang="T12">
                <a:pos x="T4" y="T5"/>
              </a:cxn>
              <a:cxn ang="T13">
                <a:pos x="T6" y="T7"/>
              </a:cxn>
              <a:cxn ang="T14">
                <a:pos x="T8" y="T9"/>
              </a:cxn>
            </a:cxnLst>
            <a:rect l="T15" t="T16" r="T17" b="T18"/>
            <a:pathLst>
              <a:path w="762" h="154">
                <a:moveTo>
                  <a:pt x="0" y="153"/>
                </a:moveTo>
                <a:lnTo>
                  <a:pt x="0" y="0"/>
                </a:lnTo>
                <a:lnTo>
                  <a:pt x="761" y="0"/>
                </a:lnTo>
                <a:lnTo>
                  <a:pt x="761" y="153"/>
                </a:lnTo>
                <a:lnTo>
                  <a:pt x="0" y="153"/>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233" name="Freeform 10"/>
          <p:cNvSpPr>
            <a:spLocks/>
          </p:cNvSpPr>
          <p:nvPr/>
        </p:nvSpPr>
        <p:spPr bwMode="auto">
          <a:xfrm>
            <a:off x="1744663" y="3981450"/>
            <a:ext cx="1209675" cy="244475"/>
          </a:xfrm>
          <a:custGeom>
            <a:avLst/>
            <a:gdLst>
              <a:gd name="T0" fmla="*/ 0 w 762"/>
              <a:gd name="T1" fmla="*/ 242888 h 154"/>
              <a:gd name="T2" fmla="*/ 0 w 762"/>
              <a:gd name="T3" fmla="*/ 0 h 154"/>
              <a:gd name="T4" fmla="*/ 1208088 w 762"/>
              <a:gd name="T5" fmla="*/ 0 h 154"/>
              <a:gd name="T6" fmla="*/ 1208088 w 762"/>
              <a:gd name="T7" fmla="*/ 242888 h 154"/>
              <a:gd name="T8" fmla="*/ 0 w 762"/>
              <a:gd name="T9" fmla="*/ 242888 h 154"/>
              <a:gd name="T10" fmla="*/ 0 60000 65536"/>
              <a:gd name="T11" fmla="*/ 0 60000 65536"/>
              <a:gd name="T12" fmla="*/ 0 60000 65536"/>
              <a:gd name="T13" fmla="*/ 0 60000 65536"/>
              <a:gd name="T14" fmla="*/ 0 60000 65536"/>
              <a:gd name="T15" fmla="*/ 0 w 762"/>
              <a:gd name="T16" fmla="*/ 0 h 154"/>
              <a:gd name="T17" fmla="*/ 762 w 762"/>
              <a:gd name="T18" fmla="*/ 154 h 154"/>
            </a:gdLst>
            <a:ahLst/>
            <a:cxnLst>
              <a:cxn ang="T10">
                <a:pos x="T0" y="T1"/>
              </a:cxn>
              <a:cxn ang="T11">
                <a:pos x="T2" y="T3"/>
              </a:cxn>
              <a:cxn ang="T12">
                <a:pos x="T4" y="T5"/>
              </a:cxn>
              <a:cxn ang="T13">
                <a:pos x="T6" y="T7"/>
              </a:cxn>
              <a:cxn ang="T14">
                <a:pos x="T8" y="T9"/>
              </a:cxn>
            </a:cxnLst>
            <a:rect l="T15" t="T16" r="T17" b="T18"/>
            <a:pathLst>
              <a:path w="762" h="154">
                <a:moveTo>
                  <a:pt x="0" y="153"/>
                </a:moveTo>
                <a:lnTo>
                  <a:pt x="0" y="0"/>
                </a:lnTo>
                <a:lnTo>
                  <a:pt x="761" y="0"/>
                </a:lnTo>
                <a:lnTo>
                  <a:pt x="761" y="153"/>
                </a:lnTo>
                <a:lnTo>
                  <a:pt x="0" y="153"/>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234" name="Freeform 11"/>
          <p:cNvSpPr>
            <a:spLocks/>
          </p:cNvSpPr>
          <p:nvPr/>
        </p:nvSpPr>
        <p:spPr bwMode="auto">
          <a:xfrm>
            <a:off x="1744663" y="4451350"/>
            <a:ext cx="1209675" cy="244475"/>
          </a:xfrm>
          <a:custGeom>
            <a:avLst/>
            <a:gdLst>
              <a:gd name="T0" fmla="*/ 0 w 762"/>
              <a:gd name="T1" fmla="*/ 242888 h 154"/>
              <a:gd name="T2" fmla="*/ 0 w 762"/>
              <a:gd name="T3" fmla="*/ 0 h 154"/>
              <a:gd name="T4" fmla="*/ 1208088 w 762"/>
              <a:gd name="T5" fmla="*/ 0 h 154"/>
              <a:gd name="T6" fmla="*/ 1208088 w 762"/>
              <a:gd name="T7" fmla="*/ 242888 h 154"/>
              <a:gd name="T8" fmla="*/ 0 w 762"/>
              <a:gd name="T9" fmla="*/ 242888 h 154"/>
              <a:gd name="T10" fmla="*/ 0 60000 65536"/>
              <a:gd name="T11" fmla="*/ 0 60000 65536"/>
              <a:gd name="T12" fmla="*/ 0 60000 65536"/>
              <a:gd name="T13" fmla="*/ 0 60000 65536"/>
              <a:gd name="T14" fmla="*/ 0 60000 65536"/>
              <a:gd name="T15" fmla="*/ 0 w 762"/>
              <a:gd name="T16" fmla="*/ 0 h 154"/>
              <a:gd name="T17" fmla="*/ 762 w 762"/>
              <a:gd name="T18" fmla="*/ 154 h 154"/>
            </a:gdLst>
            <a:ahLst/>
            <a:cxnLst>
              <a:cxn ang="T10">
                <a:pos x="T0" y="T1"/>
              </a:cxn>
              <a:cxn ang="T11">
                <a:pos x="T2" y="T3"/>
              </a:cxn>
              <a:cxn ang="T12">
                <a:pos x="T4" y="T5"/>
              </a:cxn>
              <a:cxn ang="T13">
                <a:pos x="T6" y="T7"/>
              </a:cxn>
              <a:cxn ang="T14">
                <a:pos x="T8" y="T9"/>
              </a:cxn>
            </a:cxnLst>
            <a:rect l="T15" t="T16" r="T17" b="T18"/>
            <a:pathLst>
              <a:path w="762" h="154">
                <a:moveTo>
                  <a:pt x="0" y="153"/>
                </a:moveTo>
                <a:lnTo>
                  <a:pt x="0" y="0"/>
                </a:lnTo>
                <a:lnTo>
                  <a:pt x="761" y="0"/>
                </a:lnTo>
                <a:lnTo>
                  <a:pt x="761" y="153"/>
                </a:lnTo>
                <a:lnTo>
                  <a:pt x="0" y="153"/>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235" name="Freeform 12"/>
          <p:cNvSpPr>
            <a:spLocks/>
          </p:cNvSpPr>
          <p:nvPr/>
        </p:nvSpPr>
        <p:spPr bwMode="auto">
          <a:xfrm>
            <a:off x="1735138" y="4930775"/>
            <a:ext cx="1209675" cy="244475"/>
          </a:xfrm>
          <a:custGeom>
            <a:avLst/>
            <a:gdLst>
              <a:gd name="T0" fmla="*/ 0 w 762"/>
              <a:gd name="T1" fmla="*/ 242888 h 154"/>
              <a:gd name="T2" fmla="*/ 0 w 762"/>
              <a:gd name="T3" fmla="*/ 0 h 154"/>
              <a:gd name="T4" fmla="*/ 1208088 w 762"/>
              <a:gd name="T5" fmla="*/ 0 h 154"/>
              <a:gd name="T6" fmla="*/ 1208088 w 762"/>
              <a:gd name="T7" fmla="*/ 242888 h 154"/>
              <a:gd name="T8" fmla="*/ 0 w 762"/>
              <a:gd name="T9" fmla="*/ 242888 h 154"/>
              <a:gd name="T10" fmla="*/ 0 60000 65536"/>
              <a:gd name="T11" fmla="*/ 0 60000 65536"/>
              <a:gd name="T12" fmla="*/ 0 60000 65536"/>
              <a:gd name="T13" fmla="*/ 0 60000 65536"/>
              <a:gd name="T14" fmla="*/ 0 60000 65536"/>
              <a:gd name="T15" fmla="*/ 0 w 762"/>
              <a:gd name="T16" fmla="*/ 0 h 154"/>
              <a:gd name="T17" fmla="*/ 762 w 762"/>
              <a:gd name="T18" fmla="*/ 154 h 154"/>
            </a:gdLst>
            <a:ahLst/>
            <a:cxnLst>
              <a:cxn ang="T10">
                <a:pos x="T0" y="T1"/>
              </a:cxn>
              <a:cxn ang="T11">
                <a:pos x="T2" y="T3"/>
              </a:cxn>
              <a:cxn ang="T12">
                <a:pos x="T4" y="T5"/>
              </a:cxn>
              <a:cxn ang="T13">
                <a:pos x="T6" y="T7"/>
              </a:cxn>
              <a:cxn ang="T14">
                <a:pos x="T8" y="T9"/>
              </a:cxn>
            </a:cxnLst>
            <a:rect l="T15" t="T16" r="T17" b="T18"/>
            <a:pathLst>
              <a:path w="762" h="154">
                <a:moveTo>
                  <a:pt x="0" y="153"/>
                </a:moveTo>
                <a:lnTo>
                  <a:pt x="0" y="0"/>
                </a:lnTo>
                <a:lnTo>
                  <a:pt x="761" y="0"/>
                </a:lnTo>
                <a:lnTo>
                  <a:pt x="761" y="153"/>
                </a:lnTo>
                <a:lnTo>
                  <a:pt x="0" y="153"/>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236" name="Freeform 13"/>
          <p:cNvSpPr>
            <a:spLocks/>
          </p:cNvSpPr>
          <p:nvPr/>
        </p:nvSpPr>
        <p:spPr bwMode="auto">
          <a:xfrm>
            <a:off x="3154363" y="4465638"/>
            <a:ext cx="1216025" cy="239712"/>
          </a:xfrm>
          <a:custGeom>
            <a:avLst/>
            <a:gdLst>
              <a:gd name="T0" fmla="*/ 0 w 766"/>
              <a:gd name="T1" fmla="*/ 238125 h 151"/>
              <a:gd name="T2" fmla="*/ 0 w 766"/>
              <a:gd name="T3" fmla="*/ 0 h 151"/>
              <a:gd name="T4" fmla="*/ 1214438 w 766"/>
              <a:gd name="T5" fmla="*/ 0 h 151"/>
              <a:gd name="T6" fmla="*/ 1214438 w 766"/>
              <a:gd name="T7" fmla="*/ 238125 h 151"/>
              <a:gd name="T8" fmla="*/ 0 w 766"/>
              <a:gd name="T9" fmla="*/ 238125 h 151"/>
              <a:gd name="T10" fmla="*/ 0 60000 65536"/>
              <a:gd name="T11" fmla="*/ 0 60000 65536"/>
              <a:gd name="T12" fmla="*/ 0 60000 65536"/>
              <a:gd name="T13" fmla="*/ 0 60000 65536"/>
              <a:gd name="T14" fmla="*/ 0 60000 65536"/>
              <a:gd name="T15" fmla="*/ 0 w 766"/>
              <a:gd name="T16" fmla="*/ 0 h 151"/>
              <a:gd name="T17" fmla="*/ 766 w 766"/>
              <a:gd name="T18" fmla="*/ 151 h 151"/>
            </a:gdLst>
            <a:ahLst/>
            <a:cxnLst>
              <a:cxn ang="T10">
                <a:pos x="T0" y="T1"/>
              </a:cxn>
              <a:cxn ang="T11">
                <a:pos x="T2" y="T3"/>
              </a:cxn>
              <a:cxn ang="T12">
                <a:pos x="T4" y="T5"/>
              </a:cxn>
              <a:cxn ang="T13">
                <a:pos x="T6" y="T7"/>
              </a:cxn>
              <a:cxn ang="T14">
                <a:pos x="T8" y="T9"/>
              </a:cxn>
            </a:cxnLst>
            <a:rect l="T15" t="T16" r="T17" b="T18"/>
            <a:pathLst>
              <a:path w="766" h="151">
                <a:moveTo>
                  <a:pt x="0" y="150"/>
                </a:moveTo>
                <a:lnTo>
                  <a:pt x="0" y="0"/>
                </a:lnTo>
                <a:lnTo>
                  <a:pt x="765" y="0"/>
                </a:lnTo>
                <a:lnTo>
                  <a:pt x="765" y="150"/>
                </a:lnTo>
                <a:lnTo>
                  <a:pt x="0" y="150"/>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237" name="Freeform 14"/>
          <p:cNvSpPr>
            <a:spLocks/>
          </p:cNvSpPr>
          <p:nvPr/>
        </p:nvSpPr>
        <p:spPr bwMode="auto">
          <a:xfrm>
            <a:off x="1744663" y="5410200"/>
            <a:ext cx="1209675" cy="244475"/>
          </a:xfrm>
          <a:custGeom>
            <a:avLst/>
            <a:gdLst>
              <a:gd name="T0" fmla="*/ 0 w 762"/>
              <a:gd name="T1" fmla="*/ 242888 h 154"/>
              <a:gd name="T2" fmla="*/ 0 w 762"/>
              <a:gd name="T3" fmla="*/ 0 h 154"/>
              <a:gd name="T4" fmla="*/ 1208088 w 762"/>
              <a:gd name="T5" fmla="*/ 0 h 154"/>
              <a:gd name="T6" fmla="*/ 1208088 w 762"/>
              <a:gd name="T7" fmla="*/ 242888 h 154"/>
              <a:gd name="T8" fmla="*/ 0 w 762"/>
              <a:gd name="T9" fmla="*/ 242888 h 154"/>
              <a:gd name="T10" fmla="*/ 0 60000 65536"/>
              <a:gd name="T11" fmla="*/ 0 60000 65536"/>
              <a:gd name="T12" fmla="*/ 0 60000 65536"/>
              <a:gd name="T13" fmla="*/ 0 60000 65536"/>
              <a:gd name="T14" fmla="*/ 0 60000 65536"/>
              <a:gd name="T15" fmla="*/ 0 w 762"/>
              <a:gd name="T16" fmla="*/ 0 h 154"/>
              <a:gd name="T17" fmla="*/ 762 w 762"/>
              <a:gd name="T18" fmla="*/ 154 h 154"/>
            </a:gdLst>
            <a:ahLst/>
            <a:cxnLst>
              <a:cxn ang="T10">
                <a:pos x="T0" y="T1"/>
              </a:cxn>
              <a:cxn ang="T11">
                <a:pos x="T2" y="T3"/>
              </a:cxn>
              <a:cxn ang="T12">
                <a:pos x="T4" y="T5"/>
              </a:cxn>
              <a:cxn ang="T13">
                <a:pos x="T6" y="T7"/>
              </a:cxn>
              <a:cxn ang="T14">
                <a:pos x="T8" y="T9"/>
              </a:cxn>
            </a:cxnLst>
            <a:rect l="T15" t="T16" r="T17" b="T18"/>
            <a:pathLst>
              <a:path w="762" h="154">
                <a:moveTo>
                  <a:pt x="0" y="153"/>
                </a:moveTo>
                <a:lnTo>
                  <a:pt x="0" y="0"/>
                </a:lnTo>
                <a:lnTo>
                  <a:pt x="761" y="0"/>
                </a:lnTo>
                <a:lnTo>
                  <a:pt x="761" y="153"/>
                </a:lnTo>
                <a:lnTo>
                  <a:pt x="0" y="153"/>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238" name="Rectangle 15"/>
          <p:cNvSpPr>
            <a:spLocks noChangeArrowheads="1"/>
          </p:cNvSpPr>
          <p:nvPr/>
        </p:nvSpPr>
        <p:spPr bwMode="auto">
          <a:xfrm>
            <a:off x="439738" y="2606675"/>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tx2"/>
                </a:solidFill>
              </a:rPr>
              <a:t>1</a:t>
            </a:r>
          </a:p>
        </p:txBody>
      </p:sp>
      <p:sp>
        <p:nvSpPr>
          <p:cNvPr id="52239" name="Freeform 16"/>
          <p:cNvSpPr>
            <a:spLocks/>
          </p:cNvSpPr>
          <p:nvPr/>
        </p:nvSpPr>
        <p:spPr bwMode="auto">
          <a:xfrm>
            <a:off x="1744663" y="5889625"/>
            <a:ext cx="1209675" cy="246063"/>
          </a:xfrm>
          <a:custGeom>
            <a:avLst/>
            <a:gdLst>
              <a:gd name="T0" fmla="*/ 0 w 762"/>
              <a:gd name="T1" fmla="*/ 244475 h 155"/>
              <a:gd name="T2" fmla="*/ 0 w 762"/>
              <a:gd name="T3" fmla="*/ 0 h 155"/>
              <a:gd name="T4" fmla="*/ 1208088 w 762"/>
              <a:gd name="T5" fmla="*/ 0 h 155"/>
              <a:gd name="T6" fmla="*/ 1208088 w 762"/>
              <a:gd name="T7" fmla="*/ 244475 h 155"/>
              <a:gd name="T8" fmla="*/ 0 w 762"/>
              <a:gd name="T9" fmla="*/ 244475 h 155"/>
              <a:gd name="T10" fmla="*/ 0 60000 65536"/>
              <a:gd name="T11" fmla="*/ 0 60000 65536"/>
              <a:gd name="T12" fmla="*/ 0 60000 65536"/>
              <a:gd name="T13" fmla="*/ 0 60000 65536"/>
              <a:gd name="T14" fmla="*/ 0 60000 65536"/>
              <a:gd name="T15" fmla="*/ 0 w 762"/>
              <a:gd name="T16" fmla="*/ 0 h 155"/>
              <a:gd name="T17" fmla="*/ 762 w 762"/>
              <a:gd name="T18" fmla="*/ 155 h 155"/>
            </a:gdLst>
            <a:ahLst/>
            <a:cxnLst>
              <a:cxn ang="T10">
                <a:pos x="T0" y="T1"/>
              </a:cxn>
              <a:cxn ang="T11">
                <a:pos x="T2" y="T3"/>
              </a:cxn>
              <a:cxn ang="T12">
                <a:pos x="T4" y="T5"/>
              </a:cxn>
              <a:cxn ang="T13">
                <a:pos x="T6" y="T7"/>
              </a:cxn>
              <a:cxn ang="T14">
                <a:pos x="T8" y="T9"/>
              </a:cxn>
            </a:cxnLst>
            <a:rect l="T15" t="T16" r="T17" b="T18"/>
            <a:pathLst>
              <a:path w="762" h="155">
                <a:moveTo>
                  <a:pt x="0" y="154"/>
                </a:moveTo>
                <a:lnTo>
                  <a:pt x="0" y="0"/>
                </a:lnTo>
                <a:lnTo>
                  <a:pt x="761" y="0"/>
                </a:lnTo>
                <a:lnTo>
                  <a:pt x="761" y="154"/>
                </a:lnTo>
                <a:lnTo>
                  <a:pt x="0" y="154"/>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240" name="Rectangle 17"/>
          <p:cNvSpPr>
            <a:spLocks noChangeArrowheads="1"/>
          </p:cNvSpPr>
          <p:nvPr/>
        </p:nvSpPr>
        <p:spPr bwMode="auto">
          <a:xfrm>
            <a:off x="2189163" y="5867400"/>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22*</a:t>
            </a:r>
          </a:p>
        </p:txBody>
      </p:sp>
      <p:sp>
        <p:nvSpPr>
          <p:cNvPr id="52241" name="Rectangle 18"/>
          <p:cNvSpPr>
            <a:spLocks noChangeArrowheads="1"/>
          </p:cNvSpPr>
          <p:nvPr/>
        </p:nvSpPr>
        <p:spPr bwMode="auto">
          <a:xfrm>
            <a:off x="866775" y="301625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00</a:t>
            </a:r>
          </a:p>
        </p:txBody>
      </p:sp>
      <p:sp>
        <p:nvSpPr>
          <p:cNvPr id="52242" name="Rectangle 19"/>
          <p:cNvSpPr>
            <a:spLocks noChangeArrowheads="1"/>
          </p:cNvSpPr>
          <p:nvPr/>
        </p:nvSpPr>
        <p:spPr bwMode="auto">
          <a:xfrm>
            <a:off x="868363" y="3514725"/>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01</a:t>
            </a:r>
          </a:p>
        </p:txBody>
      </p:sp>
      <p:sp>
        <p:nvSpPr>
          <p:cNvPr id="52243" name="Rectangle 20"/>
          <p:cNvSpPr>
            <a:spLocks noChangeArrowheads="1"/>
          </p:cNvSpPr>
          <p:nvPr/>
        </p:nvSpPr>
        <p:spPr bwMode="auto">
          <a:xfrm>
            <a:off x="849313" y="3965575"/>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a:t>
            </a:r>
          </a:p>
        </p:txBody>
      </p:sp>
      <p:sp>
        <p:nvSpPr>
          <p:cNvPr id="52244" name="Rectangle 21"/>
          <p:cNvSpPr>
            <a:spLocks noChangeArrowheads="1"/>
          </p:cNvSpPr>
          <p:nvPr/>
        </p:nvSpPr>
        <p:spPr bwMode="auto">
          <a:xfrm>
            <a:off x="857250" y="446405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11</a:t>
            </a:r>
          </a:p>
        </p:txBody>
      </p:sp>
      <p:sp>
        <p:nvSpPr>
          <p:cNvPr id="52245" name="Rectangle 22"/>
          <p:cNvSpPr>
            <a:spLocks noChangeArrowheads="1"/>
          </p:cNvSpPr>
          <p:nvPr/>
        </p:nvSpPr>
        <p:spPr bwMode="auto">
          <a:xfrm>
            <a:off x="319088" y="30162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000</a:t>
            </a:r>
          </a:p>
        </p:txBody>
      </p:sp>
      <p:sp>
        <p:nvSpPr>
          <p:cNvPr id="52246" name="Rectangle 23"/>
          <p:cNvSpPr>
            <a:spLocks noChangeArrowheads="1"/>
          </p:cNvSpPr>
          <p:nvPr/>
        </p:nvSpPr>
        <p:spPr bwMode="auto">
          <a:xfrm>
            <a:off x="311150" y="34956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001</a:t>
            </a:r>
          </a:p>
        </p:txBody>
      </p:sp>
      <p:sp>
        <p:nvSpPr>
          <p:cNvPr id="52247" name="Rectangle 24"/>
          <p:cNvSpPr>
            <a:spLocks noChangeArrowheads="1"/>
          </p:cNvSpPr>
          <p:nvPr/>
        </p:nvSpPr>
        <p:spPr bwMode="auto">
          <a:xfrm>
            <a:off x="320675" y="397510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010</a:t>
            </a:r>
          </a:p>
        </p:txBody>
      </p:sp>
      <p:sp>
        <p:nvSpPr>
          <p:cNvPr id="52248" name="Rectangle 25"/>
          <p:cNvSpPr>
            <a:spLocks noChangeArrowheads="1"/>
          </p:cNvSpPr>
          <p:nvPr/>
        </p:nvSpPr>
        <p:spPr bwMode="auto">
          <a:xfrm>
            <a:off x="339725" y="445452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011</a:t>
            </a:r>
          </a:p>
        </p:txBody>
      </p:sp>
      <p:sp>
        <p:nvSpPr>
          <p:cNvPr id="52249" name="Rectangle 26"/>
          <p:cNvSpPr>
            <a:spLocks noChangeArrowheads="1"/>
          </p:cNvSpPr>
          <p:nvPr/>
        </p:nvSpPr>
        <p:spPr bwMode="auto">
          <a:xfrm>
            <a:off x="857250" y="4945063"/>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00</a:t>
            </a:r>
          </a:p>
        </p:txBody>
      </p:sp>
      <p:sp>
        <p:nvSpPr>
          <p:cNvPr id="52250" name="Rectangle 27"/>
          <p:cNvSpPr>
            <a:spLocks noChangeArrowheads="1"/>
          </p:cNvSpPr>
          <p:nvPr/>
        </p:nvSpPr>
        <p:spPr bwMode="auto">
          <a:xfrm>
            <a:off x="320675" y="492601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100</a:t>
            </a:r>
          </a:p>
        </p:txBody>
      </p:sp>
      <p:sp>
        <p:nvSpPr>
          <p:cNvPr id="52251" name="Rectangle 28"/>
          <p:cNvSpPr>
            <a:spLocks noChangeArrowheads="1"/>
          </p:cNvSpPr>
          <p:nvPr/>
        </p:nvSpPr>
        <p:spPr bwMode="auto">
          <a:xfrm>
            <a:off x="1252538" y="4179888"/>
            <a:ext cx="7270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FC0128"/>
                </a:solidFill>
              </a:rPr>
              <a:t>Next=3</a:t>
            </a:r>
          </a:p>
        </p:txBody>
      </p:sp>
      <p:sp>
        <p:nvSpPr>
          <p:cNvPr id="52252" name="Rectangle 29"/>
          <p:cNvSpPr>
            <a:spLocks noChangeArrowheads="1"/>
          </p:cNvSpPr>
          <p:nvPr/>
        </p:nvSpPr>
        <p:spPr bwMode="auto">
          <a:xfrm>
            <a:off x="857250" y="543560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01</a:t>
            </a:r>
          </a:p>
        </p:txBody>
      </p:sp>
      <p:sp>
        <p:nvSpPr>
          <p:cNvPr id="52253" name="Rectangle 30"/>
          <p:cNvSpPr>
            <a:spLocks noChangeArrowheads="1"/>
          </p:cNvSpPr>
          <p:nvPr/>
        </p:nvSpPr>
        <p:spPr bwMode="auto">
          <a:xfrm>
            <a:off x="868363" y="5942013"/>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a:t>
            </a:r>
          </a:p>
        </p:txBody>
      </p:sp>
      <p:sp>
        <p:nvSpPr>
          <p:cNvPr id="52254" name="Rectangle 31"/>
          <p:cNvSpPr>
            <a:spLocks noChangeArrowheads="1"/>
          </p:cNvSpPr>
          <p:nvPr/>
        </p:nvSpPr>
        <p:spPr bwMode="auto">
          <a:xfrm>
            <a:off x="320675" y="541496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101</a:t>
            </a:r>
          </a:p>
        </p:txBody>
      </p:sp>
      <p:sp>
        <p:nvSpPr>
          <p:cNvPr id="52255" name="Rectangle 32"/>
          <p:cNvSpPr>
            <a:spLocks noChangeArrowheads="1"/>
          </p:cNvSpPr>
          <p:nvPr/>
        </p:nvSpPr>
        <p:spPr bwMode="auto">
          <a:xfrm>
            <a:off x="320675" y="59340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110</a:t>
            </a:r>
          </a:p>
        </p:txBody>
      </p:sp>
      <p:sp>
        <p:nvSpPr>
          <p:cNvPr id="52256" name="Rectangle 33"/>
          <p:cNvSpPr>
            <a:spLocks noChangeArrowheads="1"/>
          </p:cNvSpPr>
          <p:nvPr/>
        </p:nvSpPr>
        <p:spPr bwMode="auto">
          <a:xfrm>
            <a:off x="1185863" y="2109788"/>
            <a:ext cx="785812"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FC0128"/>
                </a:solidFill>
              </a:rPr>
              <a:t>Level=0</a:t>
            </a:r>
          </a:p>
        </p:txBody>
      </p:sp>
      <p:sp>
        <p:nvSpPr>
          <p:cNvPr id="52257" name="Rectangle 34"/>
          <p:cNvSpPr>
            <a:spLocks noChangeArrowheads="1"/>
          </p:cNvSpPr>
          <p:nvPr/>
        </p:nvSpPr>
        <p:spPr bwMode="auto">
          <a:xfrm>
            <a:off x="1809750" y="2339975"/>
            <a:ext cx="10398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PRIMARY</a:t>
            </a:r>
          </a:p>
        </p:txBody>
      </p:sp>
      <p:sp>
        <p:nvSpPr>
          <p:cNvPr id="52258" name="Rectangle 35"/>
          <p:cNvSpPr>
            <a:spLocks noChangeArrowheads="1"/>
          </p:cNvSpPr>
          <p:nvPr/>
        </p:nvSpPr>
        <p:spPr bwMode="auto">
          <a:xfrm>
            <a:off x="1876425" y="2532063"/>
            <a:ext cx="7731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PAGES</a:t>
            </a:r>
          </a:p>
        </p:txBody>
      </p:sp>
      <p:sp>
        <p:nvSpPr>
          <p:cNvPr id="52259" name="Rectangle 36"/>
          <p:cNvSpPr>
            <a:spLocks noChangeArrowheads="1"/>
          </p:cNvSpPr>
          <p:nvPr/>
        </p:nvSpPr>
        <p:spPr bwMode="auto">
          <a:xfrm>
            <a:off x="3074988" y="2359025"/>
            <a:ext cx="1238250"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OVERFLOW</a:t>
            </a:r>
          </a:p>
        </p:txBody>
      </p:sp>
      <p:sp>
        <p:nvSpPr>
          <p:cNvPr id="52260" name="Rectangle 37"/>
          <p:cNvSpPr>
            <a:spLocks noChangeArrowheads="1"/>
          </p:cNvSpPr>
          <p:nvPr/>
        </p:nvSpPr>
        <p:spPr bwMode="auto">
          <a:xfrm>
            <a:off x="3228975" y="2560638"/>
            <a:ext cx="7731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PAGES</a:t>
            </a:r>
          </a:p>
        </p:txBody>
      </p:sp>
      <p:sp>
        <p:nvSpPr>
          <p:cNvPr id="52261" name="Rectangle 38"/>
          <p:cNvSpPr>
            <a:spLocks noChangeArrowheads="1"/>
          </p:cNvSpPr>
          <p:nvPr/>
        </p:nvSpPr>
        <p:spPr bwMode="auto">
          <a:xfrm>
            <a:off x="1708150" y="2998788"/>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32*</a:t>
            </a:r>
          </a:p>
        </p:txBody>
      </p:sp>
      <p:sp>
        <p:nvSpPr>
          <p:cNvPr id="52262" name="Rectangle 39"/>
          <p:cNvSpPr>
            <a:spLocks noChangeArrowheads="1"/>
          </p:cNvSpPr>
          <p:nvPr/>
        </p:nvSpPr>
        <p:spPr bwMode="auto">
          <a:xfrm>
            <a:off x="1731963" y="3479800"/>
            <a:ext cx="433387"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9*</a:t>
            </a:r>
          </a:p>
        </p:txBody>
      </p:sp>
      <p:sp>
        <p:nvSpPr>
          <p:cNvPr id="52263" name="Rectangle 40"/>
          <p:cNvSpPr>
            <a:spLocks noChangeArrowheads="1"/>
          </p:cNvSpPr>
          <p:nvPr/>
        </p:nvSpPr>
        <p:spPr bwMode="auto">
          <a:xfrm>
            <a:off x="1725613" y="5389563"/>
            <a:ext cx="433387"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5*</a:t>
            </a:r>
          </a:p>
        </p:txBody>
      </p:sp>
      <p:sp>
        <p:nvSpPr>
          <p:cNvPr id="52264" name="Rectangle 41"/>
          <p:cNvSpPr>
            <a:spLocks noChangeArrowheads="1"/>
          </p:cNvSpPr>
          <p:nvPr/>
        </p:nvSpPr>
        <p:spPr bwMode="auto">
          <a:xfrm>
            <a:off x="1709738" y="5867400"/>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14*</a:t>
            </a:r>
          </a:p>
        </p:txBody>
      </p:sp>
      <p:sp>
        <p:nvSpPr>
          <p:cNvPr id="52265" name="Rectangle 42"/>
          <p:cNvSpPr>
            <a:spLocks noChangeArrowheads="1"/>
          </p:cNvSpPr>
          <p:nvPr/>
        </p:nvSpPr>
        <p:spPr bwMode="auto">
          <a:xfrm>
            <a:off x="1949450" y="3479800"/>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25*</a:t>
            </a:r>
          </a:p>
        </p:txBody>
      </p:sp>
      <p:sp>
        <p:nvSpPr>
          <p:cNvPr id="52266" name="Rectangle 43"/>
          <p:cNvSpPr>
            <a:spLocks noChangeArrowheads="1"/>
          </p:cNvSpPr>
          <p:nvPr/>
        </p:nvSpPr>
        <p:spPr bwMode="auto">
          <a:xfrm>
            <a:off x="1706563" y="3963988"/>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66*</a:t>
            </a:r>
          </a:p>
        </p:txBody>
      </p:sp>
      <p:sp>
        <p:nvSpPr>
          <p:cNvPr id="52267" name="Rectangle 44"/>
          <p:cNvSpPr>
            <a:spLocks noChangeArrowheads="1"/>
          </p:cNvSpPr>
          <p:nvPr/>
        </p:nvSpPr>
        <p:spPr bwMode="auto">
          <a:xfrm>
            <a:off x="2251075" y="3970338"/>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10*</a:t>
            </a:r>
          </a:p>
        </p:txBody>
      </p:sp>
      <p:sp>
        <p:nvSpPr>
          <p:cNvPr id="52268" name="Rectangle 45"/>
          <p:cNvSpPr>
            <a:spLocks noChangeArrowheads="1"/>
          </p:cNvSpPr>
          <p:nvPr/>
        </p:nvSpPr>
        <p:spPr bwMode="auto">
          <a:xfrm>
            <a:off x="1974850" y="3968750"/>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18*</a:t>
            </a:r>
          </a:p>
        </p:txBody>
      </p:sp>
      <p:sp>
        <p:nvSpPr>
          <p:cNvPr id="52269" name="Rectangle 46"/>
          <p:cNvSpPr>
            <a:spLocks noChangeArrowheads="1"/>
          </p:cNvSpPr>
          <p:nvPr/>
        </p:nvSpPr>
        <p:spPr bwMode="auto">
          <a:xfrm>
            <a:off x="2582863" y="3970338"/>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34*</a:t>
            </a:r>
          </a:p>
        </p:txBody>
      </p:sp>
      <p:sp>
        <p:nvSpPr>
          <p:cNvPr id="52270" name="Rectangle 47"/>
          <p:cNvSpPr>
            <a:spLocks noChangeArrowheads="1"/>
          </p:cNvSpPr>
          <p:nvPr/>
        </p:nvSpPr>
        <p:spPr bwMode="auto">
          <a:xfrm>
            <a:off x="1960563" y="4430713"/>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35*</a:t>
            </a:r>
          </a:p>
        </p:txBody>
      </p:sp>
      <p:sp>
        <p:nvSpPr>
          <p:cNvPr id="52271" name="Rectangle 48"/>
          <p:cNvSpPr>
            <a:spLocks noChangeArrowheads="1"/>
          </p:cNvSpPr>
          <p:nvPr/>
        </p:nvSpPr>
        <p:spPr bwMode="auto">
          <a:xfrm>
            <a:off x="1722438" y="4430713"/>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31*</a:t>
            </a:r>
          </a:p>
        </p:txBody>
      </p:sp>
      <p:sp>
        <p:nvSpPr>
          <p:cNvPr id="52272" name="Rectangle 49"/>
          <p:cNvSpPr>
            <a:spLocks noChangeArrowheads="1"/>
          </p:cNvSpPr>
          <p:nvPr/>
        </p:nvSpPr>
        <p:spPr bwMode="auto">
          <a:xfrm>
            <a:off x="2282825" y="4429125"/>
            <a:ext cx="433388"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7*</a:t>
            </a:r>
          </a:p>
        </p:txBody>
      </p:sp>
      <p:sp>
        <p:nvSpPr>
          <p:cNvPr id="52273" name="Rectangle 50"/>
          <p:cNvSpPr>
            <a:spLocks noChangeArrowheads="1"/>
          </p:cNvSpPr>
          <p:nvPr/>
        </p:nvSpPr>
        <p:spPr bwMode="auto">
          <a:xfrm>
            <a:off x="2584450" y="4425950"/>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11*</a:t>
            </a:r>
          </a:p>
        </p:txBody>
      </p:sp>
      <p:sp>
        <p:nvSpPr>
          <p:cNvPr id="52274" name="Rectangle 51"/>
          <p:cNvSpPr>
            <a:spLocks noChangeArrowheads="1"/>
          </p:cNvSpPr>
          <p:nvPr/>
        </p:nvSpPr>
        <p:spPr bwMode="auto">
          <a:xfrm>
            <a:off x="3113088" y="441642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43*</a:t>
            </a:r>
          </a:p>
        </p:txBody>
      </p:sp>
      <p:sp>
        <p:nvSpPr>
          <p:cNvPr id="52275" name="Rectangle 52"/>
          <p:cNvSpPr>
            <a:spLocks noChangeArrowheads="1"/>
          </p:cNvSpPr>
          <p:nvPr/>
        </p:nvSpPr>
        <p:spPr bwMode="auto">
          <a:xfrm>
            <a:off x="1701800" y="4908550"/>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44*</a:t>
            </a:r>
          </a:p>
        </p:txBody>
      </p:sp>
      <p:sp>
        <p:nvSpPr>
          <p:cNvPr id="52276" name="Rectangle 53"/>
          <p:cNvSpPr>
            <a:spLocks noChangeArrowheads="1"/>
          </p:cNvSpPr>
          <p:nvPr/>
        </p:nvSpPr>
        <p:spPr bwMode="auto">
          <a:xfrm>
            <a:off x="1939925" y="4908550"/>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36*</a:t>
            </a:r>
          </a:p>
        </p:txBody>
      </p:sp>
      <p:sp>
        <p:nvSpPr>
          <p:cNvPr id="52277" name="Rectangle 54"/>
          <p:cNvSpPr>
            <a:spLocks noChangeArrowheads="1"/>
          </p:cNvSpPr>
          <p:nvPr/>
        </p:nvSpPr>
        <p:spPr bwMode="auto">
          <a:xfrm>
            <a:off x="1974850" y="5399088"/>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37*</a:t>
            </a:r>
          </a:p>
        </p:txBody>
      </p:sp>
      <p:sp>
        <p:nvSpPr>
          <p:cNvPr id="52278" name="Rectangle 55"/>
          <p:cNvSpPr>
            <a:spLocks noChangeArrowheads="1"/>
          </p:cNvSpPr>
          <p:nvPr/>
        </p:nvSpPr>
        <p:spPr bwMode="auto">
          <a:xfrm>
            <a:off x="2236788" y="5399088"/>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29*</a:t>
            </a:r>
          </a:p>
        </p:txBody>
      </p:sp>
      <p:sp>
        <p:nvSpPr>
          <p:cNvPr id="52279" name="Rectangle 56"/>
          <p:cNvSpPr>
            <a:spLocks noChangeArrowheads="1"/>
          </p:cNvSpPr>
          <p:nvPr/>
        </p:nvSpPr>
        <p:spPr bwMode="auto">
          <a:xfrm>
            <a:off x="1960563" y="5867400"/>
            <a:ext cx="530225" cy="301625"/>
          </a:xfrm>
          <a:prstGeom prst="rect">
            <a:avLst/>
          </a:prstGeom>
          <a:noFill/>
          <a:ln w="9525">
            <a:noFill/>
            <a:miter lim="800000"/>
            <a:headEnd/>
            <a:tailEnd/>
          </a:ln>
        </p:spPr>
        <p:txBody>
          <a:bodyPr lIns="90488" tIns="44450" rIns="90488" bIns="44450">
            <a:spAutoFit/>
          </a:bodyPr>
          <a:lstStyle/>
          <a:p>
            <a:pPr eaLnBrk="0" hangingPunct="0"/>
            <a:r>
              <a:rPr lang="en-US" altLang="tr-TR" sz="1400" b="1">
                <a:solidFill>
                  <a:srgbClr val="000000"/>
                </a:solidFill>
              </a:rPr>
              <a:t>30*</a:t>
            </a:r>
          </a:p>
        </p:txBody>
      </p:sp>
      <p:sp>
        <p:nvSpPr>
          <p:cNvPr id="52280" name="Freeform 57"/>
          <p:cNvSpPr>
            <a:spLocks/>
          </p:cNvSpPr>
          <p:nvPr/>
        </p:nvSpPr>
        <p:spPr bwMode="auto">
          <a:xfrm>
            <a:off x="1744663" y="3011488"/>
            <a:ext cx="1209675" cy="244475"/>
          </a:xfrm>
          <a:custGeom>
            <a:avLst/>
            <a:gdLst>
              <a:gd name="T0" fmla="*/ 0 w 762"/>
              <a:gd name="T1" fmla="*/ 242888 h 154"/>
              <a:gd name="T2" fmla="*/ 0 w 762"/>
              <a:gd name="T3" fmla="*/ 0 h 154"/>
              <a:gd name="T4" fmla="*/ 1208088 w 762"/>
              <a:gd name="T5" fmla="*/ 0 h 154"/>
              <a:gd name="T6" fmla="*/ 1208088 w 762"/>
              <a:gd name="T7" fmla="*/ 242888 h 154"/>
              <a:gd name="T8" fmla="*/ 0 w 762"/>
              <a:gd name="T9" fmla="*/ 242888 h 154"/>
              <a:gd name="T10" fmla="*/ 0 60000 65536"/>
              <a:gd name="T11" fmla="*/ 0 60000 65536"/>
              <a:gd name="T12" fmla="*/ 0 60000 65536"/>
              <a:gd name="T13" fmla="*/ 0 60000 65536"/>
              <a:gd name="T14" fmla="*/ 0 60000 65536"/>
              <a:gd name="T15" fmla="*/ 0 w 762"/>
              <a:gd name="T16" fmla="*/ 0 h 154"/>
              <a:gd name="T17" fmla="*/ 762 w 762"/>
              <a:gd name="T18" fmla="*/ 154 h 154"/>
            </a:gdLst>
            <a:ahLst/>
            <a:cxnLst>
              <a:cxn ang="T10">
                <a:pos x="T0" y="T1"/>
              </a:cxn>
              <a:cxn ang="T11">
                <a:pos x="T2" y="T3"/>
              </a:cxn>
              <a:cxn ang="T12">
                <a:pos x="T4" y="T5"/>
              </a:cxn>
              <a:cxn ang="T13">
                <a:pos x="T6" y="T7"/>
              </a:cxn>
              <a:cxn ang="T14">
                <a:pos x="T8" y="T9"/>
              </a:cxn>
            </a:cxnLst>
            <a:rect l="T15" t="T16" r="T17" b="T18"/>
            <a:pathLst>
              <a:path w="762" h="154">
                <a:moveTo>
                  <a:pt x="0" y="153"/>
                </a:moveTo>
                <a:lnTo>
                  <a:pt x="0" y="0"/>
                </a:lnTo>
                <a:lnTo>
                  <a:pt x="761" y="0"/>
                </a:lnTo>
                <a:lnTo>
                  <a:pt x="761" y="153"/>
                </a:lnTo>
                <a:lnTo>
                  <a:pt x="0" y="153"/>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281" name="Line 58"/>
          <p:cNvSpPr>
            <a:spLocks noChangeShapeType="1"/>
          </p:cNvSpPr>
          <p:nvPr/>
        </p:nvSpPr>
        <p:spPr bwMode="auto">
          <a:xfrm>
            <a:off x="1190625" y="2667000"/>
            <a:ext cx="0" cy="3536950"/>
          </a:xfrm>
          <a:prstGeom prst="line">
            <a:avLst/>
          </a:prstGeom>
          <a:noFill/>
          <a:ln w="25400">
            <a:solidFill>
              <a:schemeClr val="tx2"/>
            </a:solidFill>
            <a:round/>
            <a:headEnd type="none" w="sm" len="sm"/>
            <a:tailEnd type="none" w="sm" len="sm"/>
          </a:ln>
        </p:spPr>
        <p:txBody>
          <a:bodyPr/>
          <a:lstStyle/>
          <a:p>
            <a:endParaRPr lang="tr-TR"/>
          </a:p>
        </p:txBody>
      </p:sp>
      <p:sp>
        <p:nvSpPr>
          <p:cNvPr id="52282" name="Line 59"/>
          <p:cNvSpPr>
            <a:spLocks noChangeShapeType="1"/>
          </p:cNvSpPr>
          <p:nvPr/>
        </p:nvSpPr>
        <p:spPr bwMode="auto">
          <a:xfrm>
            <a:off x="771525" y="2663825"/>
            <a:ext cx="0" cy="3536950"/>
          </a:xfrm>
          <a:prstGeom prst="line">
            <a:avLst/>
          </a:prstGeom>
          <a:noFill/>
          <a:ln w="12700">
            <a:solidFill>
              <a:schemeClr val="tx2"/>
            </a:solidFill>
            <a:round/>
            <a:headEnd type="none" w="sm" len="sm"/>
            <a:tailEnd type="none" w="sm" len="sm"/>
          </a:ln>
        </p:spPr>
        <p:txBody>
          <a:bodyPr/>
          <a:lstStyle/>
          <a:p>
            <a:endParaRPr lang="tr-TR"/>
          </a:p>
        </p:txBody>
      </p:sp>
      <p:grpSp>
        <p:nvGrpSpPr>
          <p:cNvPr id="52283" name="Group 62"/>
          <p:cNvGrpSpPr>
            <a:grpSpLocks/>
          </p:cNvGrpSpPr>
          <p:nvPr/>
        </p:nvGrpSpPr>
        <p:grpSpPr bwMode="auto">
          <a:xfrm>
            <a:off x="2881313" y="3190875"/>
            <a:ext cx="142875" cy="166688"/>
            <a:chOff x="1815" y="2010"/>
            <a:chExt cx="90" cy="105"/>
          </a:xfrm>
        </p:grpSpPr>
        <p:sp>
          <p:nvSpPr>
            <p:cNvPr id="52388" name="Line 60"/>
            <p:cNvSpPr>
              <a:spLocks noChangeShapeType="1"/>
            </p:cNvSpPr>
            <p:nvPr/>
          </p:nvSpPr>
          <p:spPr bwMode="auto">
            <a:xfrm>
              <a:off x="1860" y="2010"/>
              <a:ext cx="0" cy="105"/>
            </a:xfrm>
            <a:prstGeom prst="line">
              <a:avLst/>
            </a:prstGeom>
            <a:noFill/>
            <a:ln w="12700">
              <a:solidFill>
                <a:schemeClr val="tx2"/>
              </a:solidFill>
              <a:round/>
              <a:headEnd type="none" w="sm" len="sm"/>
              <a:tailEnd type="none" w="sm" len="sm"/>
            </a:ln>
          </p:spPr>
          <p:txBody>
            <a:bodyPr/>
            <a:lstStyle/>
            <a:p>
              <a:endParaRPr lang="tr-TR"/>
            </a:p>
          </p:txBody>
        </p:sp>
        <p:sp>
          <p:nvSpPr>
            <p:cNvPr id="52389" name="Line 61"/>
            <p:cNvSpPr>
              <a:spLocks noChangeShapeType="1"/>
            </p:cNvSpPr>
            <p:nvPr/>
          </p:nvSpPr>
          <p:spPr bwMode="auto">
            <a:xfrm>
              <a:off x="1815" y="2115"/>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2284" name="Group 65"/>
          <p:cNvGrpSpPr>
            <a:grpSpLocks/>
          </p:cNvGrpSpPr>
          <p:nvPr/>
        </p:nvGrpSpPr>
        <p:grpSpPr bwMode="auto">
          <a:xfrm>
            <a:off x="2879725" y="3678238"/>
            <a:ext cx="142875" cy="166687"/>
            <a:chOff x="1814" y="2317"/>
            <a:chExt cx="90" cy="105"/>
          </a:xfrm>
        </p:grpSpPr>
        <p:sp>
          <p:nvSpPr>
            <p:cNvPr id="52386" name="Line 63"/>
            <p:cNvSpPr>
              <a:spLocks noChangeShapeType="1"/>
            </p:cNvSpPr>
            <p:nvPr/>
          </p:nvSpPr>
          <p:spPr bwMode="auto">
            <a:xfrm>
              <a:off x="1859" y="2317"/>
              <a:ext cx="0" cy="105"/>
            </a:xfrm>
            <a:prstGeom prst="line">
              <a:avLst/>
            </a:prstGeom>
            <a:noFill/>
            <a:ln w="12700">
              <a:solidFill>
                <a:schemeClr val="tx2"/>
              </a:solidFill>
              <a:round/>
              <a:headEnd type="none" w="sm" len="sm"/>
              <a:tailEnd type="none" w="sm" len="sm"/>
            </a:ln>
          </p:spPr>
          <p:txBody>
            <a:bodyPr/>
            <a:lstStyle/>
            <a:p>
              <a:endParaRPr lang="tr-TR"/>
            </a:p>
          </p:txBody>
        </p:sp>
        <p:sp>
          <p:nvSpPr>
            <p:cNvPr id="52387" name="Line 64"/>
            <p:cNvSpPr>
              <a:spLocks noChangeShapeType="1"/>
            </p:cNvSpPr>
            <p:nvPr/>
          </p:nvSpPr>
          <p:spPr bwMode="auto">
            <a:xfrm>
              <a:off x="1814" y="2422"/>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2285" name="Group 68"/>
          <p:cNvGrpSpPr>
            <a:grpSpLocks/>
          </p:cNvGrpSpPr>
          <p:nvPr/>
        </p:nvGrpSpPr>
        <p:grpSpPr bwMode="auto">
          <a:xfrm>
            <a:off x="2876550" y="4152900"/>
            <a:ext cx="142875" cy="166688"/>
            <a:chOff x="1812" y="2616"/>
            <a:chExt cx="90" cy="105"/>
          </a:xfrm>
        </p:grpSpPr>
        <p:sp>
          <p:nvSpPr>
            <p:cNvPr id="52384" name="Line 66"/>
            <p:cNvSpPr>
              <a:spLocks noChangeShapeType="1"/>
            </p:cNvSpPr>
            <p:nvPr/>
          </p:nvSpPr>
          <p:spPr bwMode="auto">
            <a:xfrm>
              <a:off x="1857" y="2616"/>
              <a:ext cx="0" cy="105"/>
            </a:xfrm>
            <a:prstGeom prst="line">
              <a:avLst/>
            </a:prstGeom>
            <a:noFill/>
            <a:ln w="12700">
              <a:solidFill>
                <a:schemeClr val="tx2"/>
              </a:solidFill>
              <a:round/>
              <a:headEnd type="none" w="sm" len="sm"/>
              <a:tailEnd type="none" w="sm" len="sm"/>
            </a:ln>
          </p:spPr>
          <p:txBody>
            <a:bodyPr/>
            <a:lstStyle/>
            <a:p>
              <a:endParaRPr lang="tr-TR"/>
            </a:p>
          </p:txBody>
        </p:sp>
        <p:sp>
          <p:nvSpPr>
            <p:cNvPr id="52385" name="Line 67"/>
            <p:cNvSpPr>
              <a:spLocks noChangeShapeType="1"/>
            </p:cNvSpPr>
            <p:nvPr/>
          </p:nvSpPr>
          <p:spPr bwMode="auto">
            <a:xfrm>
              <a:off x="1812" y="2721"/>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2286" name="Group 71"/>
          <p:cNvGrpSpPr>
            <a:grpSpLocks/>
          </p:cNvGrpSpPr>
          <p:nvPr/>
        </p:nvGrpSpPr>
        <p:grpSpPr bwMode="auto">
          <a:xfrm>
            <a:off x="2873375" y="5103813"/>
            <a:ext cx="142875" cy="166687"/>
            <a:chOff x="1810" y="3215"/>
            <a:chExt cx="90" cy="105"/>
          </a:xfrm>
        </p:grpSpPr>
        <p:sp>
          <p:nvSpPr>
            <p:cNvPr id="52382" name="Line 69"/>
            <p:cNvSpPr>
              <a:spLocks noChangeShapeType="1"/>
            </p:cNvSpPr>
            <p:nvPr/>
          </p:nvSpPr>
          <p:spPr bwMode="auto">
            <a:xfrm>
              <a:off x="1855" y="3215"/>
              <a:ext cx="0" cy="105"/>
            </a:xfrm>
            <a:prstGeom prst="line">
              <a:avLst/>
            </a:prstGeom>
            <a:noFill/>
            <a:ln w="12700">
              <a:solidFill>
                <a:schemeClr val="tx2"/>
              </a:solidFill>
              <a:round/>
              <a:headEnd type="none" w="sm" len="sm"/>
              <a:tailEnd type="none" w="sm" len="sm"/>
            </a:ln>
          </p:spPr>
          <p:txBody>
            <a:bodyPr/>
            <a:lstStyle/>
            <a:p>
              <a:endParaRPr lang="tr-TR"/>
            </a:p>
          </p:txBody>
        </p:sp>
        <p:sp>
          <p:nvSpPr>
            <p:cNvPr id="52383" name="Line 70"/>
            <p:cNvSpPr>
              <a:spLocks noChangeShapeType="1"/>
            </p:cNvSpPr>
            <p:nvPr/>
          </p:nvSpPr>
          <p:spPr bwMode="auto">
            <a:xfrm>
              <a:off x="1810" y="3320"/>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2287" name="Group 74"/>
          <p:cNvGrpSpPr>
            <a:grpSpLocks/>
          </p:cNvGrpSpPr>
          <p:nvPr/>
        </p:nvGrpSpPr>
        <p:grpSpPr bwMode="auto">
          <a:xfrm>
            <a:off x="2882900" y="5589588"/>
            <a:ext cx="142875" cy="166687"/>
            <a:chOff x="1816" y="3521"/>
            <a:chExt cx="90" cy="105"/>
          </a:xfrm>
        </p:grpSpPr>
        <p:sp>
          <p:nvSpPr>
            <p:cNvPr id="52380" name="Line 72"/>
            <p:cNvSpPr>
              <a:spLocks noChangeShapeType="1"/>
            </p:cNvSpPr>
            <p:nvPr/>
          </p:nvSpPr>
          <p:spPr bwMode="auto">
            <a:xfrm>
              <a:off x="1861" y="3521"/>
              <a:ext cx="0" cy="105"/>
            </a:xfrm>
            <a:prstGeom prst="line">
              <a:avLst/>
            </a:prstGeom>
            <a:noFill/>
            <a:ln w="12700">
              <a:solidFill>
                <a:schemeClr val="tx2"/>
              </a:solidFill>
              <a:round/>
              <a:headEnd type="none" w="sm" len="sm"/>
              <a:tailEnd type="none" w="sm" len="sm"/>
            </a:ln>
          </p:spPr>
          <p:txBody>
            <a:bodyPr/>
            <a:lstStyle/>
            <a:p>
              <a:endParaRPr lang="tr-TR"/>
            </a:p>
          </p:txBody>
        </p:sp>
        <p:sp>
          <p:nvSpPr>
            <p:cNvPr id="52381" name="Line 73"/>
            <p:cNvSpPr>
              <a:spLocks noChangeShapeType="1"/>
            </p:cNvSpPr>
            <p:nvPr/>
          </p:nvSpPr>
          <p:spPr bwMode="auto">
            <a:xfrm>
              <a:off x="1816" y="3626"/>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2288" name="Group 77"/>
          <p:cNvGrpSpPr>
            <a:grpSpLocks/>
          </p:cNvGrpSpPr>
          <p:nvPr/>
        </p:nvGrpSpPr>
        <p:grpSpPr bwMode="auto">
          <a:xfrm>
            <a:off x="2879725" y="6075363"/>
            <a:ext cx="142875" cy="166687"/>
            <a:chOff x="1814" y="3827"/>
            <a:chExt cx="90" cy="105"/>
          </a:xfrm>
        </p:grpSpPr>
        <p:sp>
          <p:nvSpPr>
            <p:cNvPr id="52378" name="Line 75"/>
            <p:cNvSpPr>
              <a:spLocks noChangeShapeType="1"/>
            </p:cNvSpPr>
            <p:nvPr/>
          </p:nvSpPr>
          <p:spPr bwMode="auto">
            <a:xfrm>
              <a:off x="1859" y="3827"/>
              <a:ext cx="0" cy="105"/>
            </a:xfrm>
            <a:prstGeom prst="line">
              <a:avLst/>
            </a:prstGeom>
            <a:noFill/>
            <a:ln w="12700">
              <a:solidFill>
                <a:schemeClr val="tx2"/>
              </a:solidFill>
              <a:round/>
              <a:headEnd type="none" w="sm" len="sm"/>
              <a:tailEnd type="none" w="sm" len="sm"/>
            </a:ln>
          </p:spPr>
          <p:txBody>
            <a:bodyPr/>
            <a:lstStyle/>
            <a:p>
              <a:endParaRPr lang="tr-TR"/>
            </a:p>
          </p:txBody>
        </p:sp>
        <p:sp>
          <p:nvSpPr>
            <p:cNvPr id="52379" name="Line 76"/>
            <p:cNvSpPr>
              <a:spLocks noChangeShapeType="1"/>
            </p:cNvSpPr>
            <p:nvPr/>
          </p:nvSpPr>
          <p:spPr bwMode="auto">
            <a:xfrm>
              <a:off x="1814" y="3932"/>
              <a:ext cx="90" cy="0"/>
            </a:xfrm>
            <a:prstGeom prst="line">
              <a:avLst/>
            </a:prstGeom>
            <a:noFill/>
            <a:ln w="12700">
              <a:solidFill>
                <a:schemeClr val="tx2"/>
              </a:solidFill>
              <a:round/>
              <a:headEnd type="none" w="sm" len="sm"/>
              <a:tailEnd type="none" w="sm" len="sm"/>
            </a:ln>
          </p:spPr>
          <p:txBody>
            <a:bodyPr/>
            <a:lstStyle/>
            <a:p>
              <a:endParaRPr lang="tr-TR"/>
            </a:p>
          </p:txBody>
        </p:sp>
      </p:grpSp>
      <p:sp>
        <p:nvSpPr>
          <p:cNvPr id="52289" name="Line 78"/>
          <p:cNvSpPr>
            <a:spLocks noChangeShapeType="1"/>
          </p:cNvSpPr>
          <p:nvPr/>
        </p:nvSpPr>
        <p:spPr bwMode="auto">
          <a:xfrm>
            <a:off x="2928938" y="4691063"/>
            <a:ext cx="225425" cy="0"/>
          </a:xfrm>
          <a:prstGeom prst="line">
            <a:avLst/>
          </a:prstGeom>
          <a:noFill/>
          <a:ln w="12700">
            <a:solidFill>
              <a:schemeClr val="tx2"/>
            </a:solidFill>
            <a:round/>
            <a:headEnd type="none" w="sm" len="sm"/>
            <a:tailEnd type="stealth" w="med" len="med"/>
          </a:ln>
        </p:spPr>
        <p:txBody>
          <a:bodyPr/>
          <a:lstStyle/>
          <a:p>
            <a:endParaRPr lang="tr-TR"/>
          </a:p>
        </p:txBody>
      </p:sp>
      <p:grpSp>
        <p:nvGrpSpPr>
          <p:cNvPr id="52290" name="Group 81"/>
          <p:cNvGrpSpPr>
            <a:grpSpLocks/>
          </p:cNvGrpSpPr>
          <p:nvPr/>
        </p:nvGrpSpPr>
        <p:grpSpPr bwMode="auto">
          <a:xfrm>
            <a:off x="4303713" y="4591050"/>
            <a:ext cx="142875" cy="166688"/>
            <a:chOff x="2711" y="2892"/>
            <a:chExt cx="90" cy="105"/>
          </a:xfrm>
        </p:grpSpPr>
        <p:sp>
          <p:nvSpPr>
            <p:cNvPr id="52376" name="Line 79"/>
            <p:cNvSpPr>
              <a:spLocks noChangeShapeType="1"/>
            </p:cNvSpPr>
            <p:nvPr/>
          </p:nvSpPr>
          <p:spPr bwMode="auto">
            <a:xfrm>
              <a:off x="2756" y="2892"/>
              <a:ext cx="0" cy="105"/>
            </a:xfrm>
            <a:prstGeom prst="line">
              <a:avLst/>
            </a:prstGeom>
            <a:noFill/>
            <a:ln w="12700">
              <a:solidFill>
                <a:schemeClr val="tx2"/>
              </a:solidFill>
              <a:round/>
              <a:headEnd type="none" w="sm" len="sm"/>
              <a:tailEnd type="none" w="sm" len="sm"/>
            </a:ln>
          </p:spPr>
          <p:txBody>
            <a:bodyPr/>
            <a:lstStyle/>
            <a:p>
              <a:endParaRPr lang="tr-TR"/>
            </a:p>
          </p:txBody>
        </p:sp>
        <p:sp>
          <p:nvSpPr>
            <p:cNvPr id="52377" name="Line 80"/>
            <p:cNvSpPr>
              <a:spLocks noChangeShapeType="1"/>
            </p:cNvSpPr>
            <p:nvPr/>
          </p:nvSpPr>
          <p:spPr bwMode="auto">
            <a:xfrm>
              <a:off x="2711" y="2997"/>
              <a:ext cx="90" cy="0"/>
            </a:xfrm>
            <a:prstGeom prst="line">
              <a:avLst/>
            </a:prstGeom>
            <a:noFill/>
            <a:ln w="12700">
              <a:solidFill>
                <a:schemeClr val="tx2"/>
              </a:solidFill>
              <a:round/>
              <a:headEnd type="none" w="sm" len="sm"/>
              <a:tailEnd type="none" w="sm" len="sm"/>
            </a:ln>
          </p:spPr>
          <p:txBody>
            <a:bodyPr/>
            <a:lstStyle/>
            <a:p>
              <a:endParaRPr lang="tr-TR"/>
            </a:p>
          </p:txBody>
        </p:sp>
      </p:grpSp>
      <p:sp>
        <p:nvSpPr>
          <p:cNvPr id="52291" name="Rectangle 82"/>
          <p:cNvSpPr>
            <a:spLocks noChangeArrowheads="1"/>
          </p:cNvSpPr>
          <p:nvPr/>
        </p:nvSpPr>
        <p:spPr bwMode="auto">
          <a:xfrm>
            <a:off x="5600700" y="1700213"/>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a:t>
            </a:r>
          </a:p>
        </p:txBody>
      </p:sp>
      <p:sp>
        <p:nvSpPr>
          <p:cNvPr id="52292" name="Rectangle 83"/>
          <p:cNvSpPr>
            <a:spLocks noChangeArrowheads="1"/>
          </p:cNvSpPr>
          <p:nvPr/>
        </p:nvSpPr>
        <p:spPr bwMode="auto">
          <a:xfrm>
            <a:off x="5495925" y="1657350"/>
            <a:ext cx="279400"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h</a:t>
            </a:r>
          </a:p>
        </p:txBody>
      </p:sp>
      <p:sp>
        <p:nvSpPr>
          <p:cNvPr id="52293" name="Rectangle 84"/>
          <p:cNvSpPr>
            <a:spLocks noChangeArrowheads="1"/>
          </p:cNvSpPr>
          <p:nvPr/>
        </p:nvSpPr>
        <p:spPr bwMode="auto">
          <a:xfrm>
            <a:off x="4949825" y="1649413"/>
            <a:ext cx="279400"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h</a:t>
            </a:r>
          </a:p>
        </p:txBody>
      </p:sp>
      <p:sp>
        <p:nvSpPr>
          <p:cNvPr id="52294" name="Freeform 85"/>
          <p:cNvSpPr>
            <a:spLocks/>
          </p:cNvSpPr>
          <p:nvPr/>
        </p:nvSpPr>
        <p:spPr bwMode="auto">
          <a:xfrm>
            <a:off x="6508750" y="2198688"/>
            <a:ext cx="1316038" cy="266700"/>
          </a:xfrm>
          <a:custGeom>
            <a:avLst/>
            <a:gdLst>
              <a:gd name="T0" fmla="*/ 0 w 829"/>
              <a:gd name="T1" fmla="*/ 265113 h 168"/>
              <a:gd name="T2" fmla="*/ 0 w 829"/>
              <a:gd name="T3" fmla="*/ 0 h 168"/>
              <a:gd name="T4" fmla="*/ 1314450 w 829"/>
              <a:gd name="T5" fmla="*/ 0 h 168"/>
              <a:gd name="T6" fmla="*/ 1314450 w 829"/>
              <a:gd name="T7" fmla="*/ 265113 h 168"/>
              <a:gd name="T8" fmla="*/ 0 w 829"/>
              <a:gd name="T9" fmla="*/ 265113 h 168"/>
              <a:gd name="T10" fmla="*/ 0 60000 65536"/>
              <a:gd name="T11" fmla="*/ 0 60000 65536"/>
              <a:gd name="T12" fmla="*/ 0 60000 65536"/>
              <a:gd name="T13" fmla="*/ 0 60000 65536"/>
              <a:gd name="T14" fmla="*/ 0 60000 65536"/>
              <a:gd name="T15" fmla="*/ 0 w 829"/>
              <a:gd name="T16" fmla="*/ 0 h 168"/>
              <a:gd name="T17" fmla="*/ 829 w 829"/>
              <a:gd name="T18" fmla="*/ 168 h 168"/>
            </a:gdLst>
            <a:ahLst/>
            <a:cxnLst>
              <a:cxn ang="T10">
                <a:pos x="T0" y="T1"/>
              </a:cxn>
              <a:cxn ang="T11">
                <a:pos x="T2" y="T3"/>
              </a:cxn>
              <a:cxn ang="T12">
                <a:pos x="T4" y="T5"/>
              </a:cxn>
              <a:cxn ang="T13">
                <a:pos x="T6" y="T7"/>
              </a:cxn>
              <a:cxn ang="T14">
                <a:pos x="T8" y="T9"/>
              </a:cxn>
            </a:cxnLst>
            <a:rect l="T15" t="T16" r="T17" b="T18"/>
            <a:pathLst>
              <a:path w="829" h="168">
                <a:moveTo>
                  <a:pt x="0" y="167"/>
                </a:moveTo>
                <a:lnTo>
                  <a:pt x="0" y="0"/>
                </a:lnTo>
                <a:lnTo>
                  <a:pt x="828" y="0"/>
                </a:lnTo>
                <a:lnTo>
                  <a:pt x="828" y="167"/>
                </a:lnTo>
                <a:lnTo>
                  <a:pt x="0" y="167"/>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295" name="Freeform 86"/>
          <p:cNvSpPr>
            <a:spLocks/>
          </p:cNvSpPr>
          <p:nvPr/>
        </p:nvSpPr>
        <p:spPr bwMode="auto">
          <a:xfrm>
            <a:off x="6508750" y="2730500"/>
            <a:ext cx="1316038" cy="266700"/>
          </a:xfrm>
          <a:custGeom>
            <a:avLst/>
            <a:gdLst>
              <a:gd name="T0" fmla="*/ 0 w 829"/>
              <a:gd name="T1" fmla="*/ 265113 h 168"/>
              <a:gd name="T2" fmla="*/ 0 w 829"/>
              <a:gd name="T3" fmla="*/ 0 h 168"/>
              <a:gd name="T4" fmla="*/ 1314450 w 829"/>
              <a:gd name="T5" fmla="*/ 0 h 168"/>
              <a:gd name="T6" fmla="*/ 1314450 w 829"/>
              <a:gd name="T7" fmla="*/ 265113 h 168"/>
              <a:gd name="T8" fmla="*/ 0 w 829"/>
              <a:gd name="T9" fmla="*/ 265113 h 168"/>
              <a:gd name="T10" fmla="*/ 0 60000 65536"/>
              <a:gd name="T11" fmla="*/ 0 60000 65536"/>
              <a:gd name="T12" fmla="*/ 0 60000 65536"/>
              <a:gd name="T13" fmla="*/ 0 60000 65536"/>
              <a:gd name="T14" fmla="*/ 0 60000 65536"/>
              <a:gd name="T15" fmla="*/ 0 w 829"/>
              <a:gd name="T16" fmla="*/ 0 h 168"/>
              <a:gd name="T17" fmla="*/ 829 w 829"/>
              <a:gd name="T18" fmla="*/ 168 h 168"/>
            </a:gdLst>
            <a:ahLst/>
            <a:cxnLst>
              <a:cxn ang="T10">
                <a:pos x="T0" y="T1"/>
              </a:cxn>
              <a:cxn ang="T11">
                <a:pos x="T2" y="T3"/>
              </a:cxn>
              <a:cxn ang="T12">
                <a:pos x="T4" y="T5"/>
              </a:cxn>
              <a:cxn ang="T13">
                <a:pos x="T6" y="T7"/>
              </a:cxn>
              <a:cxn ang="T14">
                <a:pos x="T8" y="T9"/>
              </a:cxn>
            </a:cxnLst>
            <a:rect l="T15" t="T16" r="T17" b="T18"/>
            <a:pathLst>
              <a:path w="829" h="168">
                <a:moveTo>
                  <a:pt x="0" y="167"/>
                </a:moveTo>
                <a:lnTo>
                  <a:pt x="0" y="0"/>
                </a:lnTo>
                <a:lnTo>
                  <a:pt x="828" y="0"/>
                </a:lnTo>
                <a:lnTo>
                  <a:pt x="828" y="167"/>
                </a:lnTo>
                <a:lnTo>
                  <a:pt x="0" y="167"/>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296" name="Freeform 87"/>
          <p:cNvSpPr>
            <a:spLocks/>
          </p:cNvSpPr>
          <p:nvPr/>
        </p:nvSpPr>
        <p:spPr bwMode="auto">
          <a:xfrm>
            <a:off x="6508750" y="3271838"/>
            <a:ext cx="1316038" cy="268287"/>
          </a:xfrm>
          <a:custGeom>
            <a:avLst/>
            <a:gdLst>
              <a:gd name="T0" fmla="*/ 0 w 829"/>
              <a:gd name="T1" fmla="*/ 266700 h 169"/>
              <a:gd name="T2" fmla="*/ 0 w 829"/>
              <a:gd name="T3" fmla="*/ 0 h 169"/>
              <a:gd name="T4" fmla="*/ 1314450 w 829"/>
              <a:gd name="T5" fmla="*/ 0 h 169"/>
              <a:gd name="T6" fmla="*/ 1314450 w 829"/>
              <a:gd name="T7" fmla="*/ 266700 h 169"/>
              <a:gd name="T8" fmla="*/ 0 w 829"/>
              <a:gd name="T9" fmla="*/ 266700 h 169"/>
              <a:gd name="T10" fmla="*/ 0 60000 65536"/>
              <a:gd name="T11" fmla="*/ 0 60000 65536"/>
              <a:gd name="T12" fmla="*/ 0 60000 65536"/>
              <a:gd name="T13" fmla="*/ 0 60000 65536"/>
              <a:gd name="T14" fmla="*/ 0 60000 65536"/>
              <a:gd name="T15" fmla="*/ 0 w 829"/>
              <a:gd name="T16" fmla="*/ 0 h 169"/>
              <a:gd name="T17" fmla="*/ 829 w 829"/>
              <a:gd name="T18" fmla="*/ 169 h 169"/>
            </a:gdLst>
            <a:ahLst/>
            <a:cxnLst>
              <a:cxn ang="T10">
                <a:pos x="T0" y="T1"/>
              </a:cxn>
              <a:cxn ang="T11">
                <a:pos x="T2" y="T3"/>
              </a:cxn>
              <a:cxn ang="T12">
                <a:pos x="T4" y="T5"/>
              </a:cxn>
              <a:cxn ang="T13">
                <a:pos x="T6" y="T7"/>
              </a:cxn>
              <a:cxn ang="T14">
                <a:pos x="T8" y="T9"/>
              </a:cxn>
            </a:cxnLst>
            <a:rect l="T15" t="T16" r="T17" b="T18"/>
            <a:pathLst>
              <a:path w="829" h="169">
                <a:moveTo>
                  <a:pt x="0" y="168"/>
                </a:moveTo>
                <a:lnTo>
                  <a:pt x="0" y="0"/>
                </a:lnTo>
                <a:lnTo>
                  <a:pt x="828" y="0"/>
                </a:lnTo>
                <a:lnTo>
                  <a:pt x="828" y="168"/>
                </a:lnTo>
                <a:lnTo>
                  <a:pt x="0" y="16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297" name="Freeform 88"/>
          <p:cNvSpPr>
            <a:spLocks/>
          </p:cNvSpPr>
          <p:nvPr/>
        </p:nvSpPr>
        <p:spPr bwMode="auto">
          <a:xfrm>
            <a:off x="6508750" y="3792538"/>
            <a:ext cx="1316038" cy="268287"/>
          </a:xfrm>
          <a:custGeom>
            <a:avLst/>
            <a:gdLst>
              <a:gd name="T0" fmla="*/ 0 w 829"/>
              <a:gd name="T1" fmla="*/ 266700 h 169"/>
              <a:gd name="T2" fmla="*/ 0 w 829"/>
              <a:gd name="T3" fmla="*/ 0 h 169"/>
              <a:gd name="T4" fmla="*/ 1314450 w 829"/>
              <a:gd name="T5" fmla="*/ 0 h 169"/>
              <a:gd name="T6" fmla="*/ 1314450 w 829"/>
              <a:gd name="T7" fmla="*/ 266700 h 169"/>
              <a:gd name="T8" fmla="*/ 0 w 829"/>
              <a:gd name="T9" fmla="*/ 266700 h 169"/>
              <a:gd name="T10" fmla="*/ 0 60000 65536"/>
              <a:gd name="T11" fmla="*/ 0 60000 65536"/>
              <a:gd name="T12" fmla="*/ 0 60000 65536"/>
              <a:gd name="T13" fmla="*/ 0 60000 65536"/>
              <a:gd name="T14" fmla="*/ 0 60000 65536"/>
              <a:gd name="T15" fmla="*/ 0 w 829"/>
              <a:gd name="T16" fmla="*/ 0 h 169"/>
              <a:gd name="T17" fmla="*/ 829 w 829"/>
              <a:gd name="T18" fmla="*/ 169 h 169"/>
            </a:gdLst>
            <a:ahLst/>
            <a:cxnLst>
              <a:cxn ang="T10">
                <a:pos x="T0" y="T1"/>
              </a:cxn>
              <a:cxn ang="T11">
                <a:pos x="T2" y="T3"/>
              </a:cxn>
              <a:cxn ang="T12">
                <a:pos x="T4" y="T5"/>
              </a:cxn>
              <a:cxn ang="T13">
                <a:pos x="T6" y="T7"/>
              </a:cxn>
              <a:cxn ang="T14">
                <a:pos x="T8" y="T9"/>
              </a:cxn>
            </a:cxnLst>
            <a:rect l="T15" t="T16" r="T17" b="T18"/>
            <a:pathLst>
              <a:path w="829" h="169">
                <a:moveTo>
                  <a:pt x="0" y="168"/>
                </a:moveTo>
                <a:lnTo>
                  <a:pt x="0" y="0"/>
                </a:lnTo>
                <a:lnTo>
                  <a:pt x="828" y="0"/>
                </a:lnTo>
                <a:lnTo>
                  <a:pt x="828" y="168"/>
                </a:lnTo>
                <a:lnTo>
                  <a:pt x="0" y="16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298" name="Freeform 89"/>
          <p:cNvSpPr>
            <a:spLocks/>
          </p:cNvSpPr>
          <p:nvPr/>
        </p:nvSpPr>
        <p:spPr bwMode="auto">
          <a:xfrm>
            <a:off x="6497638" y="4324350"/>
            <a:ext cx="1317625" cy="266700"/>
          </a:xfrm>
          <a:custGeom>
            <a:avLst/>
            <a:gdLst>
              <a:gd name="T0" fmla="*/ 0 w 830"/>
              <a:gd name="T1" fmla="*/ 265113 h 168"/>
              <a:gd name="T2" fmla="*/ 0 w 830"/>
              <a:gd name="T3" fmla="*/ 0 h 168"/>
              <a:gd name="T4" fmla="*/ 1316038 w 830"/>
              <a:gd name="T5" fmla="*/ 0 h 168"/>
              <a:gd name="T6" fmla="*/ 1316038 w 830"/>
              <a:gd name="T7" fmla="*/ 265113 h 168"/>
              <a:gd name="T8" fmla="*/ 0 w 830"/>
              <a:gd name="T9" fmla="*/ 265113 h 168"/>
              <a:gd name="T10" fmla="*/ 0 60000 65536"/>
              <a:gd name="T11" fmla="*/ 0 60000 65536"/>
              <a:gd name="T12" fmla="*/ 0 60000 65536"/>
              <a:gd name="T13" fmla="*/ 0 60000 65536"/>
              <a:gd name="T14" fmla="*/ 0 60000 65536"/>
              <a:gd name="T15" fmla="*/ 0 w 830"/>
              <a:gd name="T16" fmla="*/ 0 h 168"/>
              <a:gd name="T17" fmla="*/ 830 w 830"/>
              <a:gd name="T18" fmla="*/ 168 h 168"/>
            </a:gdLst>
            <a:ahLst/>
            <a:cxnLst>
              <a:cxn ang="T10">
                <a:pos x="T0" y="T1"/>
              </a:cxn>
              <a:cxn ang="T11">
                <a:pos x="T2" y="T3"/>
              </a:cxn>
              <a:cxn ang="T12">
                <a:pos x="T4" y="T5"/>
              </a:cxn>
              <a:cxn ang="T13">
                <a:pos x="T6" y="T7"/>
              </a:cxn>
              <a:cxn ang="T14">
                <a:pos x="T8" y="T9"/>
              </a:cxn>
            </a:cxnLst>
            <a:rect l="T15" t="T16" r="T17" b="T18"/>
            <a:pathLst>
              <a:path w="830" h="168">
                <a:moveTo>
                  <a:pt x="0" y="167"/>
                </a:moveTo>
                <a:lnTo>
                  <a:pt x="0" y="0"/>
                </a:lnTo>
                <a:lnTo>
                  <a:pt x="829" y="0"/>
                </a:lnTo>
                <a:lnTo>
                  <a:pt x="829" y="167"/>
                </a:lnTo>
                <a:lnTo>
                  <a:pt x="0" y="167"/>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299" name="Freeform 90"/>
          <p:cNvSpPr>
            <a:spLocks/>
          </p:cNvSpPr>
          <p:nvPr/>
        </p:nvSpPr>
        <p:spPr bwMode="auto">
          <a:xfrm>
            <a:off x="6497638" y="5927725"/>
            <a:ext cx="1317625" cy="268288"/>
          </a:xfrm>
          <a:custGeom>
            <a:avLst/>
            <a:gdLst>
              <a:gd name="T0" fmla="*/ 0 w 830"/>
              <a:gd name="T1" fmla="*/ 266700 h 169"/>
              <a:gd name="T2" fmla="*/ 0 w 830"/>
              <a:gd name="T3" fmla="*/ 0 h 169"/>
              <a:gd name="T4" fmla="*/ 1316038 w 830"/>
              <a:gd name="T5" fmla="*/ 0 h 169"/>
              <a:gd name="T6" fmla="*/ 1316038 w 830"/>
              <a:gd name="T7" fmla="*/ 266700 h 169"/>
              <a:gd name="T8" fmla="*/ 0 w 830"/>
              <a:gd name="T9" fmla="*/ 266700 h 169"/>
              <a:gd name="T10" fmla="*/ 0 60000 65536"/>
              <a:gd name="T11" fmla="*/ 0 60000 65536"/>
              <a:gd name="T12" fmla="*/ 0 60000 65536"/>
              <a:gd name="T13" fmla="*/ 0 60000 65536"/>
              <a:gd name="T14" fmla="*/ 0 60000 65536"/>
              <a:gd name="T15" fmla="*/ 0 w 830"/>
              <a:gd name="T16" fmla="*/ 0 h 169"/>
              <a:gd name="T17" fmla="*/ 830 w 830"/>
              <a:gd name="T18" fmla="*/ 169 h 169"/>
            </a:gdLst>
            <a:ahLst/>
            <a:cxnLst>
              <a:cxn ang="T10">
                <a:pos x="T0" y="T1"/>
              </a:cxn>
              <a:cxn ang="T11">
                <a:pos x="T2" y="T3"/>
              </a:cxn>
              <a:cxn ang="T12">
                <a:pos x="T4" y="T5"/>
              </a:cxn>
              <a:cxn ang="T13">
                <a:pos x="T6" y="T7"/>
              </a:cxn>
              <a:cxn ang="T14">
                <a:pos x="T8" y="T9"/>
              </a:cxn>
            </a:cxnLst>
            <a:rect l="T15" t="T16" r="T17" b="T18"/>
            <a:pathLst>
              <a:path w="830" h="169">
                <a:moveTo>
                  <a:pt x="0" y="168"/>
                </a:moveTo>
                <a:lnTo>
                  <a:pt x="0" y="0"/>
                </a:lnTo>
                <a:lnTo>
                  <a:pt x="829" y="0"/>
                </a:lnTo>
                <a:lnTo>
                  <a:pt x="829" y="168"/>
                </a:lnTo>
                <a:lnTo>
                  <a:pt x="0" y="16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300" name="Freeform 91"/>
          <p:cNvSpPr>
            <a:spLocks/>
          </p:cNvSpPr>
          <p:nvPr/>
        </p:nvSpPr>
        <p:spPr bwMode="auto">
          <a:xfrm>
            <a:off x="6508750" y="4856163"/>
            <a:ext cx="1316038" cy="266700"/>
          </a:xfrm>
          <a:custGeom>
            <a:avLst/>
            <a:gdLst>
              <a:gd name="T0" fmla="*/ 0 w 829"/>
              <a:gd name="T1" fmla="*/ 265113 h 168"/>
              <a:gd name="T2" fmla="*/ 0 w 829"/>
              <a:gd name="T3" fmla="*/ 0 h 168"/>
              <a:gd name="T4" fmla="*/ 1314450 w 829"/>
              <a:gd name="T5" fmla="*/ 0 h 168"/>
              <a:gd name="T6" fmla="*/ 1314450 w 829"/>
              <a:gd name="T7" fmla="*/ 265113 h 168"/>
              <a:gd name="T8" fmla="*/ 0 w 829"/>
              <a:gd name="T9" fmla="*/ 265113 h 168"/>
              <a:gd name="T10" fmla="*/ 0 60000 65536"/>
              <a:gd name="T11" fmla="*/ 0 60000 65536"/>
              <a:gd name="T12" fmla="*/ 0 60000 65536"/>
              <a:gd name="T13" fmla="*/ 0 60000 65536"/>
              <a:gd name="T14" fmla="*/ 0 60000 65536"/>
              <a:gd name="T15" fmla="*/ 0 w 829"/>
              <a:gd name="T16" fmla="*/ 0 h 168"/>
              <a:gd name="T17" fmla="*/ 829 w 829"/>
              <a:gd name="T18" fmla="*/ 168 h 168"/>
            </a:gdLst>
            <a:ahLst/>
            <a:cxnLst>
              <a:cxn ang="T10">
                <a:pos x="T0" y="T1"/>
              </a:cxn>
              <a:cxn ang="T11">
                <a:pos x="T2" y="T3"/>
              </a:cxn>
              <a:cxn ang="T12">
                <a:pos x="T4" y="T5"/>
              </a:cxn>
              <a:cxn ang="T13">
                <a:pos x="T6" y="T7"/>
              </a:cxn>
              <a:cxn ang="T14">
                <a:pos x="T8" y="T9"/>
              </a:cxn>
            </a:cxnLst>
            <a:rect l="T15" t="T16" r="T17" b="T18"/>
            <a:pathLst>
              <a:path w="829" h="168">
                <a:moveTo>
                  <a:pt x="0" y="167"/>
                </a:moveTo>
                <a:lnTo>
                  <a:pt x="0" y="0"/>
                </a:lnTo>
                <a:lnTo>
                  <a:pt x="828" y="0"/>
                </a:lnTo>
                <a:lnTo>
                  <a:pt x="828" y="167"/>
                </a:lnTo>
                <a:lnTo>
                  <a:pt x="0" y="167"/>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301" name="Freeform 92"/>
          <p:cNvSpPr>
            <a:spLocks/>
          </p:cNvSpPr>
          <p:nvPr/>
        </p:nvSpPr>
        <p:spPr bwMode="auto">
          <a:xfrm>
            <a:off x="6508750" y="5386388"/>
            <a:ext cx="1316038" cy="266700"/>
          </a:xfrm>
          <a:custGeom>
            <a:avLst/>
            <a:gdLst>
              <a:gd name="T0" fmla="*/ 0 w 829"/>
              <a:gd name="T1" fmla="*/ 265113 h 168"/>
              <a:gd name="T2" fmla="*/ 0 w 829"/>
              <a:gd name="T3" fmla="*/ 0 h 168"/>
              <a:gd name="T4" fmla="*/ 1314450 w 829"/>
              <a:gd name="T5" fmla="*/ 0 h 168"/>
              <a:gd name="T6" fmla="*/ 1314450 w 829"/>
              <a:gd name="T7" fmla="*/ 265113 h 168"/>
              <a:gd name="T8" fmla="*/ 0 w 829"/>
              <a:gd name="T9" fmla="*/ 265113 h 168"/>
              <a:gd name="T10" fmla="*/ 0 60000 65536"/>
              <a:gd name="T11" fmla="*/ 0 60000 65536"/>
              <a:gd name="T12" fmla="*/ 0 60000 65536"/>
              <a:gd name="T13" fmla="*/ 0 60000 65536"/>
              <a:gd name="T14" fmla="*/ 0 60000 65536"/>
              <a:gd name="T15" fmla="*/ 0 w 829"/>
              <a:gd name="T16" fmla="*/ 0 h 168"/>
              <a:gd name="T17" fmla="*/ 829 w 829"/>
              <a:gd name="T18" fmla="*/ 168 h 168"/>
            </a:gdLst>
            <a:ahLst/>
            <a:cxnLst>
              <a:cxn ang="T10">
                <a:pos x="T0" y="T1"/>
              </a:cxn>
              <a:cxn ang="T11">
                <a:pos x="T2" y="T3"/>
              </a:cxn>
              <a:cxn ang="T12">
                <a:pos x="T4" y="T5"/>
              </a:cxn>
              <a:cxn ang="T13">
                <a:pos x="T6" y="T7"/>
              </a:cxn>
              <a:cxn ang="T14">
                <a:pos x="T8" y="T9"/>
              </a:cxn>
            </a:cxnLst>
            <a:rect l="T15" t="T16" r="T17" b="T18"/>
            <a:pathLst>
              <a:path w="829" h="168">
                <a:moveTo>
                  <a:pt x="0" y="167"/>
                </a:moveTo>
                <a:lnTo>
                  <a:pt x="0" y="0"/>
                </a:lnTo>
                <a:lnTo>
                  <a:pt x="828" y="0"/>
                </a:lnTo>
                <a:lnTo>
                  <a:pt x="828" y="167"/>
                </a:lnTo>
                <a:lnTo>
                  <a:pt x="0" y="167"/>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302" name="Rectangle 93"/>
          <p:cNvSpPr>
            <a:spLocks noChangeArrowheads="1"/>
          </p:cNvSpPr>
          <p:nvPr/>
        </p:nvSpPr>
        <p:spPr bwMode="auto">
          <a:xfrm>
            <a:off x="5060950" y="1701800"/>
            <a:ext cx="2698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chemeClr val="tx2"/>
                </a:solidFill>
              </a:rPr>
              <a:t>1</a:t>
            </a:r>
          </a:p>
        </p:txBody>
      </p:sp>
      <p:sp>
        <p:nvSpPr>
          <p:cNvPr id="52303" name="Rectangle 94"/>
          <p:cNvSpPr>
            <a:spLocks noChangeArrowheads="1"/>
          </p:cNvSpPr>
          <p:nvPr/>
        </p:nvSpPr>
        <p:spPr bwMode="auto">
          <a:xfrm>
            <a:off x="6805613" y="48339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37*</a:t>
            </a:r>
          </a:p>
        </p:txBody>
      </p:sp>
      <p:sp>
        <p:nvSpPr>
          <p:cNvPr id="52304" name="Freeform 95"/>
          <p:cNvSpPr>
            <a:spLocks/>
          </p:cNvSpPr>
          <p:nvPr/>
        </p:nvSpPr>
        <p:spPr bwMode="auto">
          <a:xfrm>
            <a:off x="8080375" y="3260725"/>
            <a:ext cx="993775" cy="268288"/>
          </a:xfrm>
          <a:custGeom>
            <a:avLst/>
            <a:gdLst>
              <a:gd name="T0" fmla="*/ 0 w 626"/>
              <a:gd name="T1" fmla="*/ 266700 h 169"/>
              <a:gd name="T2" fmla="*/ 0 w 626"/>
              <a:gd name="T3" fmla="*/ 0 h 169"/>
              <a:gd name="T4" fmla="*/ 992188 w 626"/>
              <a:gd name="T5" fmla="*/ 0 h 169"/>
              <a:gd name="T6" fmla="*/ 992188 w 626"/>
              <a:gd name="T7" fmla="*/ 266700 h 169"/>
              <a:gd name="T8" fmla="*/ 0 w 626"/>
              <a:gd name="T9" fmla="*/ 266700 h 169"/>
              <a:gd name="T10" fmla="*/ 0 60000 65536"/>
              <a:gd name="T11" fmla="*/ 0 60000 65536"/>
              <a:gd name="T12" fmla="*/ 0 60000 65536"/>
              <a:gd name="T13" fmla="*/ 0 60000 65536"/>
              <a:gd name="T14" fmla="*/ 0 60000 65536"/>
              <a:gd name="T15" fmla="*/ 0 w 626"/>
              <a:gd name="T16" fmla="*/ 0 h 169"/>
              <a:gd name="T17" fmla="*/ 626 w 626"/>
              <a:gd name="T18" fmla="*/ 169 h 169"/>
            </a:gdLst>
            <a:ahLst/>
            <a:cxnLst>
              <a:cxn ang="T10">
                <a:pos x="T0" y="T1"/>
              </a:cxn>
              <a:cxn ang="T11">
                <a:pos x="T2" y="T3"/>
              </a:cxn>
              <a:cxn ang="T12">
                <a:pos x="T4" y="T5"/>
              </a:cxn>
              <a:cxn ang="T13">
                <a:pos x="T6" y="T7"/>
              </a:cxn>
              <a:cxn ang="T14">
                <a:pos x="T8" y="T9"/>
              </a:cxn>
            </a:cxnLst>
            <a:rect l="T15" t="T16" r="T17" b="T18"/>
            <a:pathLst>
              <a:path w="626" h="169">
                <a:moveTo>
                  <a:pt x="0" y="168"/>
                </a:moveTo>
                <a:lnTo>
                  <a:pt x="0" y="0"/>
                </a:lnTo>
                <a:lnTo>
                  <a:pt x="625" y="0"/>
                </a:lnTo>
                <a:lnTo>
                  <a:pt x="625" y="168"/>
                </a:lnTo>
                <a:lnTo>
                  <a:pt x="0" y="168"/>
                </a:lnTo>
              </a:path>
            </a:pathLst>
          </a:custGeom>
          <a:noFill/>
          <a:ln w="12700" cap="rnd" cmpd="sng">
            <a:solidFill>
              <a:srgbClr val="000000"/>
            </a:solidFill>
            <a:prstDash val="solid"/>
            <a:round/>
            <a:headEnd type="none" w="sm" len="sm"/>
            <a:tailEnd type="none" w="sm" len="sm"/>
          </a:ln>
        </p:spPr>
        <p:txBody>
          <a:bodyPr/>
          <a:lstStyle/>
          <a:p>
            <a:endParaRPr lang="tr-TR"/>
          </a:p>
        </p:txBody>
      </p:sp>
      <p:sp>
        <p:nvSpPr>
          <p:cNvPr id="52305" name="Rectangle 96"/>
          <p:cNvSpPr>
            <a:spLocks noChangeArrowheads="1"/>
          </p:cNvSpPr>
          <p:nvPr/>
        </p:nvSpPr>
        <p:spPr bwMode="auto">
          <a:xfrm>
            <a:off x="5534025" y="2130425"/>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00</a:t>
            </a:r>
          </a:p>
        </p:txBody>
      </p:sp>
      <p:sp>
        <p:nvSpPr>
          <p:cNvPr id="52306" name="Rectangle 97"/>
          <p:cNvSpPr>
            <a:spLocks noChangeArrowheads="1"/>
          </p:cNvSpPr>
          <p:nvPr/>
        </p:nvSpPr>
        <p:spPr bwMode="auto">
          <a:xfrm>
            <a:off x="5534025" y="2682875"/>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01</a:t>
            </a:r>
          </a:p>
        </p:txBody>
      </p:sp>
      <p:sp>
        <p:nvSpPr>
          <p:cNvPr id="52307" name="Rectangle 98"/>
          <p:cNvSpPr>
            <a:spLocks noChangeArrowheads="1"/>
          </p:cNvSpPr>
          <p:nvPr/>
        </p:nvSpPr>
        <p:spPr bwMode="auto">
          <a:xfrm>
            <a:off x="5511800" y="3182938"/>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a:t>
            </a:r>
          </a:p>
        </p:txBody>
      </p:sp>
      <p:sp>
        <p:nvSpPr>
          <p:cNvPr id="52308" name="Rectangle 99"/>
          <p:cNvSpPr>
            <a:spLocks noChangeArrowheads="1"/>
          </p:cNvSpPr>
          <p:nvPr/>
        </p:nvSpPr>
        <p:spPr bwMode="auto">
          <a:xfrm>
            <a:off x="5522913" y="373380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11</a:t>
            </a:r>
          </a:p>
        </p:txBody>
      </p:sp>
      <p:sp>
        <p:nvSpPr>
          <p:cNvPr id="52309" name="Rectangle 100"/>
          <p:cNvSpPr>
            <a:spLocks noChangeArrowheads="1"/>
          </p:cNvSpPr>
          <p:nvPr/>
        </p:nvSpPr>
        <p:spPr bwMode="auto">
          <a:xfrm>
            <a:off x="4927600" y="213201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000</a:t>
            </a:r>
          </a:p>
        </p:txBody>
      </p:sp>
      <p:sp>
        <p:nvSpPr>
          <p:cNvPr id="52310" name="Rectangle 101"/>
          <p:cNvSpPr>
            <a:spLocks noChangeArrowheads="1"/>
          </p:cNvSpPr>
          <p:nvPr/>
        </p:nvSpPr>
        <p:spPr bwMode="auto">
          <a:xfrm>
            <a:off x="4916488" y="26622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001</a:t>
            </a:r>
          </a:p>
        </p:txBody>
      </p:sp>
      <p:sp>
        <p:nvSpPr>
          <p:cNvPr id="52311" name="Rectangle 102"/>
          <p:cNvSpPr>
            <a:spLocks noChangeArrowheads="1"/>
          </p:cNvSpPr>
          <p:nvPr/>
        </p:nvSpPr>
        <p:spPr bwMode="auto">
          <a:xfrm>
            <a:off x="4927600" y="31940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010</a:t>
            </a:r>
          </a:p>
        </p:txBody>
      </p:sp>
      <p:sp>
        <p:nvSpPr>
          <p:cNvPr id="52312" name="Rectangle 103"/>
          <p:cNvSpPr>
            <a:spLocks noChangeArrowheads="1"/>
          </p:cNvSpPr>
          <p:nvPr/>
        </p:nvSpPr>
        <p:spPr bwMode="auto">
          <a:xfrm>
            <a:off x="4949825" y="372586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011</a:t>
            </a:r>
          </a:p>
        </p:txBody>
      </p:sp>
      <p:sp>
        <p:nvSpPr>
          <p:cNvPr id="52313" name="Rectangle 104"/>
          <p:cNvSpPr>
            <a:spLocks noChangeArrowheads="1"/>
          </p:cNvSpPr>
          <p:nvPr/>
        </p:nvSpPr>
        <p:spPr bwMode="auto">
          <a:xfrm>
            <a:off x="5522913" y="4265613"/>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00</a:t>
            </a:r>
          </a:p>
        </p:txBody>
      </p:sp>
      <p:sp>
        <p:nvSpPr>
          <p:cNvPr id="52314" name="Rectangle 105"/>
          <p:cNvSpPr>
            <a:spLocks noChangeArrowheads="1"/>
          </p:cNvSpPr>
          <p:nvPr/>
        </p:nvSpPr>
        <p:spPr bwMode="auto">
          <a:xfrm>
            <a:off x="4929188" y="424656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100</a:t>
            </a:r>
          </a:p>
        </p:txBody>
      </p:sp>
      <p:sp>
        <p:nvSpPr>
          <p:cNvPr id="52315" name="Rectangle 106"/>
          <p:cNvSpPr>
            <a:spLocks noChangeArrowheads="1"/>
          </p:cNvSpPr>
          <p:nvPr/>
        </p:nvSpPr>
        <p:spPr bwMode="auto">
          <a:xfrm>
            <a:off x="5535613" y="5370513"/>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a:t>
            </a:r>
          </a:p>
        </p:txBody>
      </p:sp>
      <p:sp>
        <p:nvSpPr>
          <p:cNvPr id="52316" name="Rectangle 107"/>
          <p:cNvSpPr>
            <a:spLocks noChangeArrowheads="1"/>
          </p:cNvSpPr>
          <p:nvPr/>
        </p:nvSpPr>
        <p:spPr bwMode="auto">
          <a:xfrm>
            <a:off x="4929188" y="478790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101</a:t>
            </a:r>
          </a:p>
        </p:txBody>
      </p:sp>
      <p:sp>
        <p:nvSpPr>
          <p:cNvPr id="52317" name="Rectangle 108"/>
          <p:cNvSpPr>
            <a:spLocks noChangeArrowheads="1"/>
          </p:cNvSpPr>
          <p:nvPr/>
        </p:nvSpPr>
        <p:spPr bwMode="auto">
          <a:xfrm>
            <a:off x="4929188" y="53625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110</a:t>
            </a:r>
          </a:p>
        </p:txBody>
      </p:sp>
      <p:sp>
        <p:nvSpPr>
          <p:cNvPr id="52318" name="Rectangle 109"/>
          <p:cNvSpPr>
            <a:spLocks noChangeArrowheads="1"/>
          </p:cNvSpPr>
          <p:nvPr/>
        </p:nvSpPr>
        <p:spPr bwMode="auto">
          <a:xfrm>
            <a:off x="5946775" y="1865313"/>
            <a:ext cx="7270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FC0128"/>
                </a:solidFill>
              </a:rPr>
              <a:t>Next=0</a:t>
            </a:r>
          </a:p>
        </p:txBody>
      </p:sp>
      <p:sp>
        <p:nvSpPr>
          <p:cNvPr id="52319" name="Rectangle 110"/>
          <p:cNvSpPr>
            <a:spLocks noChangeArrowheads="1"/>
          </p:cNvSpPr>
          <p:nvPr/>
        </p:nvSpPr>
        <p:spPr bwMode="auto">
          <a:xfrm>
            <a:off x="5881688" y="1214438"/>
            <a:ext cx="785812"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FC0128"/>
                </a:solidFill>
              </a:rPr>
              <a:t>Level=1</a:t>
            </a:r>
          </a:p>
        </p:txBody>
      </p:sp>
      <p:sp>
        <p:nvSpPr>
          <p:cNvPr id="52320" name="Rectangle 111"/>
          <p:cNvSpPr>
            <a:spLocks noChangeArrowheads="1"/>
          </p:cNvSpPr>
          <p:nvPr/>
        </p:nvSpPr>
        <p:spPr bwMode="auto">
          <a:xfrm>
            <a:off x="4940300" y="589121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111</a:t>
            </a:r>
          </a:p>
        </p:txBody>
      </p:sp>
      <p:sp>
        <p:nvSpPr>
          <p:cNvPr id="52321" name="Rectangle 112"/>
          <p:cNvSpPr>
            <a:spLocks noChangeArrowheads="1"/>
          </p:cNvSpPr>
          <p:nvPr/>
        </p:nvSpPr>
        <p:spPr bwMode="auto">
          <a:xfrm>
            <a:off x="5522913" y="4808538"/>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11</a:t>
            </a:r>
          </a:p>
        </p:txBody>
      </p:sp>
      <p:sp>
        <p:nvSpPr>
          <p:cNvPr id="52322" name="Rectangle 113"/>
          <p:cNvSpPr>
            <a:spLocks noChangeArrowheads="1"/>
          </p:cNvSpPr>
          <p:nvPr/>
        </p:nvSpPr>
        <p:spPr bwMode="auto">
          <a:xfrm>
            <a:off x="6573838" y="1460500"/>
            <a:ext cx="1039812"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PRIMARY</a:t>
            </a:r>
          </a:p>
        </p:txBody>
      </p:sp>
      <p:sp>
        <p:nvSpPr>
          <p:cNvPr id="52323" name="Rectangle 114"/>
          <p:cNvSpPr>
            <a:spLocks noChangeArrowheads="1"/>
          </p:cNvSpPr>
          <p:nvPr/>
        </p:nvSpPr>
        <p:spPr bwMode="auto">
          <a:xfrm>
            <a:off x="6648450" y="1673225"/>
            <a:ext cx="773113"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PAGES</a:t>
            </a:r>
          </a:p>
        </p:txBody>
      </p:sp>
      <p:sp>
        <p:nvSpPr>
          <p:cNvPr id="52324" name="Rectangle 115"/>
          <p:cNvSpPr>
            <a:spLocks noChangeArrowheads="1"/>
          </p:cNvSpPr>
          <p:nvPr/>
        </p:nvSpPr>
        <p:spPr bwMode="auto">
          <a:xfrm>
            <a:off x="7975600" y="1482725"/>
            <a:ext cx="1238250"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OVERFLOW</a:t>
            </a:r>
          </a:p>
        </p:txBody>
      </p:sp>
      <p:sp>
        <p:nvSpPr>
          <p:cNvPr id="52325" name="Rectangle 116"/>
          <p:cNvSpPr>
            <a:spLocks noChangeArrowheads="1"/>
          </p:cNvSpPr>
          <p:nvPr/>
        </p:nvSpPr>
        <p:spPr bwMode="auto">
          <a:xfrm>
            <a:off x="8145463" y="1704975"/>
            <a:ext cx="773112"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t>PAGES</a:t>
            </a:r>
          </a:p>
        </p:txBody>
      </p:sp>
      <p:sp>
        <p:nvSpPr>
          <p:cNvPr id="52326" name="Rectangle 117"/>
          <p:cNvSpPr>
            <a:spLocks noChangeArrowheads="1"/>
          </p:cNvSpPr>
          <p:nvPr/>
        </p:nvSpPr>
        <p:spPr bwMode="auto">
          <a:xfrm>
            <a:off x="5540375" y="5889625"/>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11</a:t>
            </a:r>
          </a:p>
        </p:txBody>
      </p:sp>
      <p:sp>
        <p:nvSpPr>
          <p:cNvPr id="52327" name="Rectangle 118"/>
          <p:cNvSpPr>
            <a:spLocks noChangeArrowheads="1"/>
          </p:cNvSpPr>
          <p:nvPr/>
        </p:nvSpPr>
        <p:spPr bwMode="auto">
          <a:xfrm>
            <a:off x="6464300" y="21669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32*</a:t>
            </a:r>
          </a:p>
        </p:txBody>
      </p:sp>
      <p:sp>
        <p:nvSpPr>
          <p:cNvPr id="52328" name="Rectangle 119"/>
          <p:cNvSpPr>
            <a:spLocks noChangeArrowheads="1"/>
          </p:cNvSpPr>
          <p:nvPr/>
        </p:nvSpPr>
        <p:spPr bwMode="auto">
          <a:xfrm>
            <a:off x="6500813" y="269875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9*</a:t>
            </a:r>
          </a:p>
        </p:txBody>
      </p:sp>
      <p:sp>
        <p:nvSpPr>
          <p:cNvPr id="52329" name="Rectangle 120"/>
          <p:cNvSpPr>
            <a:spLocks noChangeArrowheads="1"/>
          </p:cNvSpPr>
          <p:nvPr/>
        </p:nvSpPr>
        <p:spPr bwMode="auto">
          <a:xfrm>
            <a:off x="6718300" y="26987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25*</a:t>
            </a:r>
          </a:p>
        </p:txBody>
      </p:sp>
      <p:sp>
        <p:nvSpPr>
          <p:cNvPr id="52330" name="Rectangle 121"/>
          <p:cNvSpPr>
            <a:spLocks noChangeArrowheads="1"/>
          </p:cNvSpPr>
          <p:nvPr/>
        </p:nvSpPr>
        <p:spPr bwMode="auto">
          <a:xfrm>
            <a:off x="6457950" y="32400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66*</a:t>
            </a:r>
          </a:p>
        </p:txBody>
      </p:sp>
      <p:sp>
        <p:nvSpPr>
          <p:cNvPr id="52331" name="Rectangle 122"/>
          <p:cNvSpPr>
            <a:spLocks noChangeArrowheads="1"/>
          </p:cNvSpPr>
          <p:nvPr/>
        </p:nvSpPr>
        <p:spPr bwMode="auto">
          <a:xfrm>
            <a:off x="6791325" y="323850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18*</a:t>
            </a:r>
          </a:p>
        </p:txBody>
      </p:sp>
      <p:sp>
        <p:nvSpPr>
          <p:cNvPr id="52332" name="Rectangle 123"/>
          <p:cNvSpPr>
            <a:spLocks noChangeArrowheads="1"/>
          </p:cNvSpPr>
          <p:nvPr/>
        </p:nvSpPr>
        <p:spPr bwMode="auto">
          <a:xfrm>
            <a:off x="7100888" y="323691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10*</a:t>
            </a:r>
          </a:p>
        </p:txBody>
      </p:sp>
      <p:sp>
        <p:nvSpPr>
          <p:cNvPr id="52333" name="Rectangle 124"/>
          <p:cNvSpPr>
            <a:spLocks noChangeArrowheads="1"/>
          </p:cNvSpPr>
          <p:nvPr/>
        </p:nvSpPr>
        <p:spPr bwMode="auto">
          <a:xfrm>
            <a:off x="7402513" y="32416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34*</a:t>
            </a:r>
          </a:p>
        </p:txBody>
      </p:sp>
      <p:sp>
        <p:nvSpPr>
          <p:cNvPr id="52334" name="Rectangle 125"/>
          <p:cNvSpPr>
            <a:spLocks noChangeArrowheads="1"/>
          </p:cNvSpPr>
          <p:nvPr/>
        </p:nvSpPr>
        <p:spPr bwMode="auto">
          <a:xfrm>
            <a:off x="6792913" y="37480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35*</a:t>
            </a:r>
          </a:p>
        </p:txBody>
      </p:sp>
      <p:sp>
        <p:nvSpPr>
          <p:cNvPr id="52335" name="Rectangle 126"/>
          <p:cNvSpPr>
            <a:spLocks noChangeArrowheads="1"/>
          </p:cNvSpPr>
          <p:nvPr/>
        </p:nvSpPr>
        <p:spPr bwMode="auto">
          <a:xfrm>
            <a:off x="7180263" y="374967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11*</a:t>
            </a:r>
          </a:p>
        </p:txBody>
      </p:sp>
      <p:sp>
        <p:nvSpPr>
          <p:cNvPr id="52336" name="Rectangle 127"/>
          <p:cNvSpPr>
            <a:spLocks noChangeArrowheads="1"/>
          </p:cNvSpPr>
          <p:nvPr/>
        </p:nvSpPr>
        <p:spPr bwMode="auto">
          <a:xfrm>
            <a:off x="6446838" y="428148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44*</a:t>
            </a:r>
          </a:p>
        </p:txBody>
      </p:sp>
      <p:sp>
        <p:nvSpPr>
          <p:cNvPr id="52337" name="Rectangle 128"/>
          <p:cNvSpPr>
            <a:spLocks noChangeArrowheads="1"/>
          </p:cNvSpPr>
          <p:nvPr/>
        </p:nvSpPr>
        <p:spPr bwMode="auto">
          <a:xfrm>
            <a:off x="6827838" y="429260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36*</a:t>
            </a:r>
          </a:p>
        </p:txBody>
      </p:sp>
      <p:sp>
        <p:nvSpPr>
          <p:cNvPr id="52338" name="Rectangle 129"/>
          <p:cNvSpPr>
            <a:spLocks noChangeArrowheads="1"/>
          </p:cNvSpPr>
          <p:nvPr/>
        </p:nvSpPr>
        <p:spPr bwMode="auto">
          <a:xfrm>
            <a:off x="6497638" y="4814888"/>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5*</a:t>
            </a:r>
          </a:p>
        </p:txBody>
      </p:sp>
      <p:sp>
        <p:nvSpPr>
          <p:cNvPr id="52339" name="Rectangle 130"/>
          <p:cNvSpPr>
            <a:spLocks noChangeArrowheads="1"/>
          </p:cNvSpPr>
          <p:nvPr/>
        </p:nvSpPr>
        <p:spPr bwMode="auto">
          <a:xfrm>
            <a:off x="7151688" y="482441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29*</a:t>
            </a:r>
          </a:p>
        </p:txBody>
      </p:sp>
      <p:sp>
        <p:nvSpPr>
          <p:cNvPr id="52340" name="Rectangle 131"/>
          <p:cNvSpPr>
            <a:spLocks noChangeArrowheads="1"/>
          </p:cNvSpPr>
          <p:nvPr/>
        </p:nvSpPr>
        <p:spPr bwMode="auto">
          <a:xfrm>
            <a:off x="6465888" y="375920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43*</a:t>
            </a:r>
          </a:p>
        </p:txBody>
      </p:sp>
      <p:sp>
        <p:nvSpPr>
          <p:cNvPr id="52341" name="Rectangle 132"/>
          <p:cNvSpPr>
            <a:spLocks noChangeArrowheads="1"/>
          </p:cNvSpPr>
          <p:nvPr/>
        </p:nvSpPr>
        <p:spPr bwMode="auto">
          <a:xfrm>
            <a:off x="6478588" y="5343525"/>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14*</a:t>
            </a:r>
          </a:p>
        </p:txBody>
      </p:sp>
      <p:sp>
        <p:nvSpPr>
          <p:cNvPr id="52342" name="Rectangle 133"/>
          <p:cNvSpPr>
            <a:spLocks noChangeArrowheads="1"/>
          </p:cNvSpPr>
          <p:nvPr/>
        </p:nvSpPr>
        <p:spPr bwMode="auto">
          <a:xfrm>
            <a:off x="6838950" y="5354638"/>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30*</a:t>
            </a:r>
          </a:p>
        </p:txBody>
      </p:sp>
      <p:sp>
        <p:nvSpPr>
          <p:cNvPr id="52343" name="Rectangle 134"/>
          <p:cNvSpPr>
            <a:spLocks noChangeArrowheads="1"/>
          </p:cNvSpPr>
          <p:nvPr/>
        </p:nvSpPr>
        <p:spPr bwMode="auto">
          <a:xfrm>
            <a:off x="7151688" y="53530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22*</a:t>
            </a:r>
          </a:p>
        </p:txBody>
      </p:sp>
      <p:sp>
        <p:nvSpPr>
          <p:cNvPr id="52344" name="Rectangle 135"/>
          <p:cNvSpPr>
            <a:spLocks noChangeArrowheads="1"/>
          </p:cNvSpPr>
          <p:nvPr/>
        </p:nvSpPr>
        <p:spPr bwMode="auto">
          <a:xfrm>
            <a:off x="6467475" y="5873750"/>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31*</a:t>
            </a:r>
          </a:p>
        </p:txBody>
      </p:sp>
      <p:sp>
        <p:nvSpPr>
          <p:cNvPr id="52345" name="Rectangle 136"/>
          <p:cNvSpPr>
            <a:spLocks noChangeArrowheads="1"/>
          </p:cNvSpPr>
          <p:nvPr/>
        </p:nvSpPr>
        <p:spPr bwMode="auto">
          <a:xfrm>
            <a:off x="6753225" y="5873750"/>
            <a:ext cx="3587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7*</a:t>
            </a:r>
          </a:p>
        </p:txBody>
      </p:sp>
      <p:sp>
        <p:nvSpPr>
          <p:cNvPr id="52346" name="Rectangle 137"/>
          <p:cNvSpPr>
            <a:spLocks noChangeArrowheads="1"/>
          </p:cNvSpPr>
          <p:nvPr/>
        </p:nvSpPr>
        <p:spPr bwMode="auto">
          <a:xfrm>
            <a:off x="8037513" y="3230563"/>
            <a:ext cx="447675" cy="301625"/>
          </a:xfrm>
          <a:prstGeom prst="rect">
            <a:avLst/>
          </a:prstGeom>
          <a:noFill/>
          <a:ln w="9525">
            <a:noFill/>
            <a:miter lim="800000"/>
            <a:headEnd/>
            <a:tailEnd/>
          </a:ln>
        </p:spPr>
        <p:txBody>
          <a:bodyPr wrap="none" lIns="90488" tIns="44450" rIns="90488" bIns="44450">
            <a:spAutoFit/>
          </a:bodyPr>
          <a:lstStyle/>
          <a:p>
            <a:pPr eaLnBrk="0" hangingPunct="0"/>
            <a:r>
              <a:rPr lang="en-US" altLang="tr-TR" sz="1400" b="1">
                <a:solidFill>
                  <a:srgbClr val="000000"/>
                </a:solidFill>
              </a:rPr>
              <a:t>50*</a:t>
            </a:r>
          </a:p>
        </p:txBody>
      </p:sp>
      <p:sp>
        <p:nvSpPr>
          <p:cNvPr id="52347" name="Line 138"/>
          <p:cNvSpPr>
            <a:spLocks noChangeShapeType="1"/>
          </p:cNvSpPr>
          <p:nvPr/>
        </p:nvSpPr>
        <p:spPr bwMode="auto">
          <a:xfrm>
            <a:off x="1500188" y="4441825"/>
            <a:ext cx="238125" cy="130175"/>
          </a:xfrm>
          <a:prstGeom prst="line">
            <a:avLst/>
          </a:prstGeom>
          <a:noFill/>
          <a:ln w="25400">
            <a:solidFill>
              <a:srgbClr val="FC0128"/>
            </a:solidFill>
            <a:round/>
            <a:headEnd type="none" w="sm" len="sm"/>
            <a:tailEnd type="stealth" w="med" len="med"/>
          </a:ln>
        </p:spPr>
        <p:txBody>
          <a:bodyPr/>
          <a:lstStyle/>
          <a:p>
            <a:endParaRPr lang="tr-TR"/>
          </a:p>
        </p:txBody>
      </p:sp>
      <p:sp>
        <p:nvSpPr>
          <p:cNvPr id="52348" name="Line 139"/>
          <p:cNvSpPr>
            <a:spLocks noChangeShapeType="1"/>
          </p:cNvSpPr>
          <p:nvPr/>
        </p:nvSpPr>
        <p:spPr bwMode="auto">
          <a:xfrm>
            <a:off x="6249988" y="2174875"/>
            <a:ext cx="238125" cy="130175"/>
          </a:xfrm>
          <a:prstGeom prst="line">
            <a:avLst/>
          </a:prstGeom>
          <a:noFill/>
          <a:ln w="25400">
            <a:solidFill>
              <a:srgbClr val="FC0128"/>
            </a:solidFill>
            <a:round/>
            <a:headEnd type="none" w="sm" len="sm"/>
            <a:tailEnd type="stealth" w="med" len="med"/>
          </a:ln>
        </p:spPr>
        <p:txBody>
          <a:bodyPr/>
          <a:lstStyle/>
          <a:p>
            <a:endParaRPr lang="tr-TR"/>
          </a:p>
        </p:txBody>
      </p:sp>
      <p:sp>
        <p:nvSpPr>
          <p:cNvPr id="52349" name="Line 140"/>
          <p:cNvSpPr>
            <a:spLocks noChangeShapeType="1"/>
          </p:cNvSpPr>
          <p:nvPr/>
        </p:nvSpPr>
        <p:spPr bwMode="auto">
          <a:xfrm>
            <a:off x="5856288" y="1724025"/>
            <a:ext cx="0" cy="4432300"/>
          </a:xfrm>
          <a:prstGeom prst="line">
            <a:avLst/>
          </a:prstGeom>
          <a:noFill/>
          <a:ln w="25400">
            <a:solidFill>
              <a:schemeClr val="tx2"/>
            </a:solidFill>
            <a:round/>
            <a:headEnd type="none" w="sm" len="sm"/>
            <a:tailEnd type="none" w="sm" len="sm"/>
          </a:ln>
        </p:spPr>
        <p:txBody>
          <a:bodyPr/>
          <a:lstStyle/>
          <a:p>
            <a:endParaRPr lang="tr-TR"/>
          </a:p>
        </p:txBody>
      </p:sp>
      <p:sp>
        <p:nvSpPr>
          <p:cNvPr id="52350" name="Line 141"/>
          <p:cNvSpPr>
            <a:spLocks noChangeShapeType="1"/>
          </p:cNvSpPr>
          <p:nvPr/>
        </p:nvSpPr>
        <p:spPr bwMode="auto">
          <a:xfrm>
            <a:off x="5437188" y="1720850"/>
            <a:ext cx="0" cy="4459288"/>
          </a:xfrm>
          <a:prstGeom prst="line">
            <a:avLst/>
          </a:prstGeom>
          <a:noFill/>
          <a:ln w="12700">
            <a:solidFill>
              <a:schemeClr val="tx2"/>
            </a:solidFill>
            <a:round/>
            <a:headEnd type="none" w="sm" len="sm"/>
            <a:tailEnd type="none" w="sm" len="sm"/>
          </a:ln>
        </p:spPr>
        <p:txBody>
          <a:bodyPr/>
          <a:lstStyle/>
          <a:p>
            <a:endParaRPr lang="tr-TR"/>
          </a:p>
        </p:txBody>
      </p:sp>
      <p:grpSp>
        <p:nvGrpSpPr>
          <p:cNvPr id="52351" name="Group 144"/>
          <p:cNvGrpSpPr>
            <a:grpSpLocks/>
          </p:cNvGrpSpPr>
          <p:nvPr/>
        </p:nvGrpSpPr>
        <p:grpSpPr bwMode="auto">
          <a:xfrm>
            <a:off x="7750175" y="2378075"/>
            <a:ext cx="142875" cy="166688"/>
            <a:chOff x="4882" y="1498"/>
            <a:chExt cx="90" cy="105"/>
          </a:xfrm>
        </p:grpSpPr>
        <p:sp>
          <p:nvSpPr>
            <p:cNvPr id="52374" name="Line 142"/>
            <p:cNvSpPr>
              <a:spLocks noChangeShapeType="1"/>
            </p:cNvSpPr>
            <p:nvPr/>
          </p:nvSpPr>
          <p:spPr bwMode="auto">
            <a:xfrm>
              <a:off x="4927" y="1498"/>
              <a:ext cx="0" cy="105"/>
            </a:xfrm>
            <a:prstGeom prst="line">
              <a:avLst/>
            </a:prstGeom>
            <a:noFill/>
            <a:ln w="12700">
              <a:solidFill>
                <a:schemeClr val="tx2"/>
              </a:solidFill>
              <a:round/>
              <a:headEnd type="none" w="sm" len="sm"/>
              <a:tailEnd type="none" w="sm" len="sm"/>
            </a:ln>
          </p:spPr>
          <p:txBody>
            <a:bodyPr/>
            <a:lstStyle/>
            <a:p>
              <a:endParaRPr lang="tr-TR"/>
            </a:p>
          </p:txBody>
        </p:sp>
        <p:sp>
          <p:nvSpPr>
            <p:cNvPr id="52375" name="Line 143"/>
            <p:cNvSpPr>
              <a:spLocks noChangeShapeType="1"/>
            </p:cNvSpPr>
            <p:nvPr/>
          </p:nvSpPr>
          <p:spPr bwMode="auto">
            <a:xfrm>
              <a:off x="4882" y="1603"/>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2352" name="Group 147"/>
          <p:cNvGrpSpPr>
            <a:grpSpLocks/>
          </p:cNvGrpSpPr>
          <p:nvPr/>
        </p:nvGrpSpPr>
        <p:grpSpPr bwMode="auto">
          <a:xfrm>
            <a:off x="7748588" y="2898775"/>
            <a:ext cx="142875" cy="166688"/>
            <a:chOff x="4881" y="1826"/>
            <a:chExt cx="90" cy="105"/>
          </a:xfrm>
        </p:grpSpPr>
        <p:sp>
          <p:nvSpPr>
            <p:cNvPr id="52372" name="Line 145"/>
            <p:cNvSpPr>
              <a:spLocks noChangeShapeType="1"/>
            </p:cNvSpPr>
            <p:nvPr/>
          </p:nvSpPr>
          <p:spPr bwMode="auto">
            <a:xfrm>
              <a:off x="4926" y="1826"/>
              <a:ext cx="0" cy="105"/>
            </a:xfrm>
            <a:prstGeom prst="line">
              <a:avLst/>
            </a:prstGeom>
            <a:noFill/>
            <a:ln w="12700">
              <a:solidFill>
                <a:schemeClr val="tx2"/>
              </a:solidFill>
              <a:round/>
              <a:headEnd type="none" w="sm" len="sm"/>
              <a:tailEnd type="none" w="sm" len="sm"/>
            </a:ln>
          </p:spPr>
          <p:txBody>
            <a:bodyPr/>
            <a:lstStyle/>
            <a:p>
              <a:endParaRPr lang="tr-TR"/>
            </a:p>
          </p:txBody>
        </p:sp>
        <p:sp>
          <p:nvSpPr>
            <p:cNvPr id="52373" name="Line 146"/>
            <p:cNvSpPr>
              <a:spLocks noChangeShapeType="1"/>
            </p:cNvSpPr>
            <p:nvPr/>
          </p:nvSpPr>
          <p:spPr bwMode="auto">
            <a:xfrm>
              <a:off x="4881" y="1931"/>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2353" name="Group 150"/>
          <p:cNvGrpSpPr>
            <a:grpSpLocks/>
          </p:cNvGrpSpPr>
          <p:nvPr/>
        </p:nvGrpSpPr>
        <p:grpSpPr bwMode="auto">
          <a:xfrm>
            <a:off x="8999538" y="3492500"/>
            <a:ext cx="142875" cy="166688"/>
            <a:chOff x="5669" y="2200"/>
            <a:chExt cx="90" cy="105"/>
          </a:xfrm>
        </p:grpSpPr>
        <p:sp>
          <p:nvSpPr>
            <p:cNvPr id="52370" name="Line 148"/>
            <p:cNvSpPr>
              <a:spLocks noChangeShapeType="1"/>
            </p:cNvSpPr>
            <p:nvPr/>
          </p:nvSpPr>
          <p:spPr bwMode="auto">
            <a:xfrm>
              <a:off x="5714" y="2200"/>
              <a:ext cx="0" cy="105"/>
            </a:xfrm>
            <a:prstGeom prst="line">
              <a:avLst/>
            </a:prstGeom>
            <a:noFill/>
            <a:ln w="12700">
              <a:solidFill>
                <a:schemeClr val="tx2"/>
              </a:solidFill>
              <a:round/>
              <a:headEnd type="none" w="sm" len="sm"/>
              <a:tailEnd type="none" w="sm" len="sm"/>
            </a:ln>
          </p:spPr>
          <p:txBody>
            <a:bodyPr/>
            <a:lstStyle/>
            <a:p>
              <a:endParaRPr lang="tr-TR"/>
            </a:p>
          </p:txBody>
        </p:sp>
        <p:sp>
          <p:nvSpPr>
            <p:cNvPr id="52371" name="Line 149"/>
            <p:cNvSpPr>
              <a:spLocks noChangeShapeType="1"/>
            </p:cNvSpPr>
            <p:nvPr/>
          </p:nvSpPr>
          <p:spPr bwMode="auto">
            <a:xfrm>
              <a:off x="5669" y="2305"/>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2354" name="Group 153"/>
          <p:cNvGrpSpPr>
            <a:grpSpLocks/>
          </p:cNvGrpSpPr>
          <p:nvPr/>
        </p:nvGrpSpPr>
        <p:grpSpPr bwMode="auto">
          <a:xfrm>
            <a:off x="7745413" y="3979863"/>
            <a:ext cx="142875" cy="166687"/>
            <a:chOff x="4879" y="2507"/>
            <a:chExt cx="90" cy="105"/>
          </a:xfrm>
        </p:grpSpPr>
        <p:sp>
          <p:nvSpPr>
            <p:cNvPr id="52368" name="Line 151"/>
            <p:cNvSpPr>
              <a:spLocks noChangeShapeType="1"/>
            </p:cNvSpPr>
            <p:nvPr/>
          </p:nvSpPr>
          <p:spPr bwMode="auto">
            <a:xfrm>
              <a:off x="4924" y="2507"/>
              <a:ext cx="0" cy="105"/>
            </a:xfrm>
            <a:prstGeom prst="line">
              <a:avLst/>
            </a:prstGeom>
            <a:noFill/>
            <a:ln w="12700">
              <a:solidFill>
                <a:schemeClr val="tx2"/>
              </a:solidFill>
              <a:round/>
              <a:headEnd type="none" w="sm" len="sm"/>
              <a:tailEnd type="none" w="sm" len="sm"/>
            </a:ln>
          </p:spPr>
          <p:txBody>
            <a:bodyPr/>
            <a:lstStyle/>
            <a:p>
              <a:endParaRPr lang="tr-TR"/>
            </a:p>
          </p:txBody>
        </p:sp>
        <p:sp>
          <p:nvSpPr>
            <p:cNvPr id="52369" name="Line 152"/>
            <p:cNvSpPr>
              <a:spLocks noChangeShapeType="1"/>
            </p:cNvSpPr>
            <p:nvPr/>
          </p:nvSpPr>
          <p:spPr bwMode="auto">
            <a:xfrm>
              <a:off x="4879" y="2612"/>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2355" name="Group 156"/>
          <p:cNvGrpSpPr>
            <a:grpSpLocks/>
          </p:cNvGrpSpPr>
          <p:nvPr/>
        </p:nvGrpSpPr>
        <p:grpSpPr bwMode="auto">
          <a:xfrm>
            <a:off x="7743825" y="4513263"/>
            <a:ext cx="142875" cy="166687"/>
            <a:chOff x="4878" y="2843"/>
            <a:chExt cx="90" cy="105"/>
          </a:xfrm>
        </p:grpSpPr>
        <p:sp>
          <p:nvSpPr>
            <p:cNvPr id="52366" name="Line 154"/>
            <p:cNvSpPr>
              <a:spLocks noChangeShapeType="1"/>
            </p:cNvSpPr>
            <p:nvPr/>
          </p:nvSpPr>
          <p:spPr bwMode="auto">
            <a:xfrm>
              <a:off x="4923" y="2843"/>
              <a:ext cx="0" cy="105"/>
            </a:xfrm>
            <a:prstGeom prst="line">
              <a:avLst/>
            </a:prstGeom>
            <a:noFill/>
            <a:ln w="12700">
              <a:solidFill>
                <a:schemeClr val="tx2"/>
              </a:solidFill>
              <a:round/>
              <a:headEnd type="none" w="sm" len="sm"/>
              <a:tailEnd type="none" w="sm" len="sm"/>
            </a:ln>
          </p:spPr>
          <p:txBody>
            <a:bodyPr/>
            <a:lstStyle/>
            <a:p>
              <a:endParaRPr lang="tr-TR"/>
            </a:p>
          </p:txBody>
        </p:sp>
        <p:sp>
          <p:nvSpPr>
            <p:cNvPr id="52367" name="Line 155"/>
            <p:cNvSpPr>
              <a:spLocks noChangeShapeType="1"/>
            </p:cNvSpPr>
            <p:nvPr/>
          </p:nvSpPr>
          <p:spPr bwMode="auto">
            <a:xfrm>
              <a:off x="4878" y="2948"/>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2356" name="Group 159"/>
          <p:cNvGrpSpPr>
            <a:grpSpLocks/>
          </p:cNvGrpSpPr>
          <p:nvPr/>
        </p:nvGrpSpPr>
        <p:grpSpPr bwMode="auto">
          <a:xfrm>
            <a:off x="7753350" y="5035550"/>
            <a:ext cx="142875" cy="166688"/>
            <a:chOff x="4884" y="3172"/>
            <a:chExt cx="90" cy="105"/>
          </a:xfrm>
        </p:grpSpPr>
        <p:sp>
          <p:nvSpPr>
            <p:cNvPr id="52364" name="Line 157"/>
            <p:cNvSpPr>
              <a:spLocks noChangeShapeType="1"/>
            </p:cNvSpPr>
            <p:nvPr/>
          </p:nvSpPr>
          <p:spPr bwMode="auto">
            <a:xfrm>
              <a:off x="4929" y="3172"/>
              <a:ext cx="0" cy="105"/>
            </a:xfrm>
            <a:prstGeom prst="line">
              <a:avLst/>
            </a:prstGeom>
            <a:noFill/>
            <a:ln w="12700">
              <a:solidFill>
                <a:schemeClr val="tx2"/>
              </a:solidFill>
              <a:round/>
              <a:headEnd type="none" w="sm" len="sm"/>
              <a:tailEnd type="none" w="sm" len="sm"/>
            </a:ln>
          </p:spPr>
          <p:txBody>
            <a:bodyPr/>
            <a:lstStyle/>
            <a:p>
              <a:endParaRPr lang="tr-TR"/>
            </a:p>
          </p:txBody>
        </p:sp>
        <p:sp>
          <p:nvSpPr>
            <p:cNvPr id="52365" name="Line 158"/>
            <p:cNvSpPr>
              <a:spLocks noChangeShapeType="1"/>
            </p:cNvSpPr>
            <p:nvPr/>
          </p:nvSpPr>
          <p:spPr bwMode="auto">
            <a:xfrm>
              <a:off x="4884" y="3277"/>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2357" name="Group 162"/>
          <p:cNvGrpSpPr>
            <a:grpSpLocks/>
          </p:cNvGrpSpPr>
          <p:nvPr/>
        </p:nvGrpSpPr>
        <p:grpSpPr bwMode="auto">
          <a:xfrm>
            <a:off x="7750175" y="5556250"/>
            <a:ext cx="142875" cy="166688"/>
            <a:chOff x="4882" y="3500"/>
            <a:chExt cx="90" cy="105"/>
          </a:xfrm>
        </p:grpSpPr>
        <p:sp>
          <p:nvSpPr>
            <p:cNvPr id="52362" name="Line 160"/>
            <p:cNvSpPr>
              <a:spLocks noChangeShapeType="1"/>
            </p:cNvSpPr>
            <p:nvPr/>
          </p:nvSpPr>
          <p:spPr bwMode="auto">
            <a:xfrm>
              <a:off x="4927" y="3500"/>
              <a:ext cx="0" cy="105"/>
            </a:xfrm>
            <a:prstGeom prst="line">
              <a:avLst/>
            </a:prstGeom>
            <a:noFill/>
            <a:ln w="12700">
              <a:solidFill>
                <a:schemeClr val="tx2"/>
              </a:solidFill>
              <a:round/>
              <a:headEnd type="none" w="sm" len="sm"/>
              <a:tailEnd type="none" w="sm" len="sm"/>
            </a:ln>
          </p:spPr>
          <p:txBody>
            <a:bodyPr/>
            <a:lstStyle/>
            <a:p>
              <a:endParaRPr lang="tr-TR"/>
            </a:p>
          </p:txBody>
        </p:sp>
        <p:sp>
          <p:nvSpPr>
            <p:cNvPr id="52363" name="Line 161"/>
            <p:cNvSpPr>
              <a:spLocks noChangeShapeType="1"/>
            </p:cNvSpPr>
            <p:nvPr/>
          </p:nvSpPr>
          <p:spPr bwMode="auto">
            <a:xfrm>
              <a:off x="4882" y="3605"/>
              <a:ext cx="90" cy="0"/>
            </a:xfrm>
            <a:prstGeom prst="line">
              <a:avLst/>
            </a:prstGeom>
            <a:noFill/>
            <a:ln w="12700">
              <a:solidFill>
                <a:schemeClr val="tx2"/>
              </a:solidFill>
              <a:round/>
              <a:headEnd type="none" w="sm" len="sm"/>
              <a:tailEnd type="none" w="sm" len="sm"/>
            </a:ln>
          </p:spPr>
          <p:txBody>
            <a:bodyPr/>
            <a:lstStyle/>
            <a:p>
              <a:endParaRPr lang="tr-TR"/>
            </a:p>
          </p:txBody>
        </p:sp>
      </p:grpSp>
      <p:grpSp>
        <p:nvGrpSpPr>
          <p:cNvPr id="52358" name="Group 165"/>
          <p:cNvGrpSpPr>
            <a:grpSpLocks/>
          </p:cNvGrpSpPr>
          <p:nvPr/>
        </p:nvGrpSpPr>
        <p:grpSpPr bwMode="auto">
          <a:xfrm>
            <a:off x="7724775" y="6102350"/>
            <a:ext cx="142875" cy="166688"/>
            <a:chOff x="4866" y="3844"/>
            <a:chExt cx="90" cy="105"/>
          </a:xfrm>
        </p:grpSpPr>
        <p:sp>
          <p:nvSpPr>
            <p:cNvPr id="52360" name="Line 163"/>
            <p:cNvSpPr>
              <a:spLocks noChangeShapeType="1"/>
            </p:cNvSpPr>
            <p:nvPr/>
          </p:nvSpPr>
          <p:spPr bwMode="auto">
            <a:xfrm>
              <a:off x="4911" y="3844"/>
              <a:ext cx="0" cy="105"/>
            </a:xfrm>
            <a:prstGeom prst="line">
              <a:avLst/>
            </a:prstGeom>
            <a:noFill/>
            <a:ln w="12700">
              <a:solidFill>
                <a:schemeClr val="tx2"/>
              </a:solidFill>
              <a:round/>
              <a:headEnd type="none" w="sm" len="sm"/>
              <a:tailEnd type="none" w="sm" len="sm"/>
            </a:ln>
          </p:spPr>
          <p:txBody>
            <a:bodyPr/>
            <a:lstStyle/>
            <a:p>
              <a:endParaRPr lang="tr-TR"/>
            </a:p>
          </p:txBody>
        </p:sp>
        <p:sp>
          <p:nvSpPr>
            <p:cNvPr id="52361" name="Line 164"/>
            <p:cNvSpPr>
              <a:spLocks noChangeShapeType="1"/>
            </p:cNvSpPr>
            <p:nvPr/>
          </p:nvSpPr>
          <p:spPr bwMode="auto">
            <a:xfrm>
              <a:off x="4866" y="3949"/>
              <a:ext cx="90" cy="0"/>
            </a:xfrm>
            <a:prstGeom prst="line">
              <a:avLst/>
            </a:prstGeom>
            <a:noFill/>
            <a:ln w="12700">
              <a:solidFill>
                <a:schemeClr val="tx2"/>
              </a:solidFill>
              <a:round/>
              <a:headEnd type="none" w="sm" len="sm"/>
              <a:tailEnd type="none" w="sm" len="sm"/>
            </a:ln>
          </p:spPr>
          <p:txBody>
            <a:bodyPr/>
            <a:lstStyle/>
            <a:p>
              <a:endParaRPr lang="tr-TR"/>
            </a:p>
          </p:txBody>
        </p:sp>
      </p:grpSp>
      <p:sp>
        <p:nvSpPr>
          <p:cNvPr id="52359" name="Line 166"/>
          <p:cNvSpPr>
            <a:spLocks noChangeShapeType="1"/>
          </p:cNvSpPr>
          <p:nvPr/>
        </p:nvSpPr>
        <p:spPr bwMode="auto">
          <a:xfrm>
            <a:off x="7823200" y="3536950"/>
            <a:ext cx="261938" cy="0"/>
          </a:xfrm>
          <a:prstGeom prst="line">
            <a:avLst/>
          </a:prstGeom>
          <a:noFill/>
          <a:ln w="12700">
            <a:solidFill>
              <a:schemeClr val="tx2"/>
            </a:solidFill>
            <a:round/>
            <a:headEnd type="none" w="sm" len="sm"/>
            <a:tailEnd type="stealth" w="med" len="med"/>
          </a:ln>
        </p:spPr>
        <p:txBody>
          <a:bodyPr/>
          <a:lstStyle/>
          <a:p>
            <a:endParaRPr lang="tr-TR"/>
          </a:p>
        </p:txBody>
      </p:sp>
    </p:spTree>
  </p:cSld>
  <p:clrMapOvr>
    <a:masterClrMapping/>
  </p:clrMapOvr>
  <p:transition>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54274"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54275" name="Rectangle 4"/>
          <p:cNvSpPr>
            <a:spLocks noGrp="1" noChangeArrowheads="1"/>
          </p:cNvSpPr>
          <p:nvPr>
            <p:ph type="title"/>
          </p:nvPr>
        </p:nvSpPr>
        <p:spPr>
          <a:xfrm>
            <a:off x="914400" y="419100"/>
            <a:ext cx="7772400" cy="1104900"/>
          </a:xfrm>
        </p:spPr>
        <p:txBody>
          <a:bodyPr/>
          <a:lstStyle/>
          <a:p>
            <a:r>
              <a:rPr lang="en-US" altLang="tr-TR" smtClean="0"/>
              <a:t>LH Described as a Variant of EH</a:t>
            </a:r>
          </a:p>
        </p:txBody>
      </p:sp>
      <p:sp>
        <p:nvSpPr>
          <p:cNvPr id="54276" name="Rectangle 5"/>
          <p:cNvSpPr>
            <a:spLocks noGrp="1" noChangeArrowheads="1"/>
          </p:cNvSpPr>
          <p:nvPr>
            <p:ph type="body" idx="1"/>
          </p:nvPr>
        </p:nvSpPr>
        <p:spPr>
          <a:xfrm>
            <a:off x="76200" y="1371600"/>
            <a:ext cx="8991600" cy="5029200"/>
          </a:xfrm>
        </p:spPr>
        <p:txBody>
          <a:bodyPr/>
          <a:lstStyle/>
          <a:p>
            <a:r>
              <a:rPr lang="en-US" altLang="tr-TR" smtClean="0"/>
              <a:t>The two schemes are actually quite similar:</a:t>
            </a:r>
          </a:p>
          <a:p>
            <a:pPr lvl="1">
              <a:buSzPct val="75000"/>
            </a:pPr>
            <a:r>
              <a:rPr lang="en-US" altLang="tr-TR" smtClean="0"/>
              <a:t>Begin with an EH index where directory has </a:t>
            </a:r>
            <a:r>
              <a:rPr lang="en-US" altLang="tr-TR" i="1" smtClean="0"/>
              <a:t>N</a:t>
            </a:r>
            <a:r>
              <a:rPr lang="en-US" altLang="tr-TR" smtClean="0"/>
              <a:t> elements.</a:t>
            </a:r>
          </a:p>
          <a:p>
            <a:pPr lvl="1">
              <a:buSzPct val="75000"/>
            </a:pPr>
            <a:r>
              <a:rPr lang="en-US" altLang="tr-TR" smtClean="0"/>
              <a:t>Use overflow pages, split buckets round-robin.</a:t>
            </a:r>
          </a:p>
          <a:p>
            <a:pPr lvl="1">
              <a:buSzPct val="75000"/>
            </a:pPr>
            <a:r>
              <a:rPr lang="en-US" altLang="tr-TR" smtClean="0"/>
              <a:t>First split is at bucket 0.  (Imagine directory being doubled at this point.)  But elements &lt;1,</a:t>
            </a:r>
            <a:r>
              <a:rPr lang="en-US" altLang="tr-TR" i="1" smtClean="0"/>
              <a:t>N</a:t>
            </a:r>
            <a:r>
              <a:rPr lang="en-US" altLang="tr-TR" smtClean="0"/>
              <a:t>+1&gt;, &lt;2,</a:t>
            </a:r>
            <a:r>
              <a:rPr lang="en-US" altLang="tr-TR" i="1" smtClean="0"/>
              <a:t>N</a:t>
            </a:r>
            <a:r>
              <a:rPr lang="en-US" altLang="tr-TR" smtClean="0"/>
              <a:t>+2&gt;, ... are the same.  So, need only create directory element </a:t>
            </a:r>
            <a:r>
              <a:rPr lang="en-US" altLang="tr-TR" i="1" smtClean="0"/>
              <a:t>N</a:t>
            </a:r>
            <a:r>
              <a:rPr lang="en-US" altLang="tr-TR" smtClean="0"/>
              <a:t>, which differs from 0, now.</a:t>
            </a:r>
          </a:p>
          <a:p>
            <a:pPr lvl="2"/>
            <a:r>
              <a:rPr lang="en-US" altLang="tr-TR" smtClean="0"/>
              <a:t>When bucket 1 splits, create directory element </a:t>
            </a:r>
            <a:r>
              <a:rPr lang="en-US" altLang="tr-TR" i="1" smtClean="0"/>
              <a:t>N</a:t>
            </a:r>
            <a:r>
              <a:rPr lang="en-US" altLang="tr-TR" smtClean="0"/>
              <a:t>+1, etc.</a:t>
            </a:r>
          </a:p>
          <a:p>
            <a:r>
              <a:rPr lang="en-US" altLang="tr-TR" smtClean="0"/>
              <a:t>So, directory can double gradually. Also, primary bucket pages are created in order.  If they are </a:t>
            </a:r>
            <a:r>
              <a:rPr lang="en-US" altLang="tr-TR" i="1" smtClean="0"/>
              <a:t>allocated</a:t>
            </a:r>
            <a:r>
              <a:rPr lang="en-US" altLang="tr-TR" smtClean="0"/>
              <a:t> in sequence too (so that finding i’th is easy), we actually don’t need a directory!  Voila, LH.</a:t>
            </a:r>
          </a:p>
        </p:txBody>
      </p:sp>
    </p:spTree>
  </p:cSld>
  <p:clrMapOvr>
    <a:masterClrMapping/>
  </p:clrMapOvr>
  <p:transition>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56322"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56323" name="Rectangle 4"/>
          <p:cNvSpPr>
            <a:spLocks noGrp="1" noChangeArrowheads="1"/>
          </p:cNvSpPr>
          <p:nvPr>
            <p:ph type="title"/>
          </p:nvPr>
        </p:nvSpPr>
        <p:spPr/>
        <p:txBody>
          <a:bodyPr/>
          <a:lstStyle/>
          <a:p>
            <a:r>
              <a:rPr lang="en-US" altLang="tr-TR" smtClean="0"/>
              <a:t>Summary</a:t>
            </a:r>
          </a:p>
        </p:txBody>
      </p:sp>
      <p:sp>
        <p:nvSpPr>
          <p:cNvPr id="56324" name="Rectangle 5"/>
          <p:cNvSpPr>
            <a:spLocks noGrp="1" noChangeArrowheads="1"/>
          </p:cNvSpPr>
          <p:nvPr>
            <p:ph type="body" idx="1"/>
          </p:nvPr>
        </p:nvSpPr>
        <p:spPr>
          <a:xfrm>
            <a:off x="152400" y="1676400"/>
            <a:ext cx="8839200" cy="4648200"/>
          </a:xfrm>
        </p:spPr>
        <p:txBody>
          <a:bodyPr/>
          <a:lstStyle/>
          <a:p>
            <a:r>
              <a:rPr lang="en-US" altLang="tr-TR" smtClean="0"/>
              <a:t>Hash-based indexes: best for equality searches, cannot support range searches.</a:t>
            </a:r>
          </a:p>
          <a:p>
            <a:r>
              <a:rPr lang="en-US" altLang="tr-TR" smtClean="0"/>
              <a:t>Static Hashing can lead to long overflow chains.</a:t>
            </a:r>
          </a:p>
          <a:p>
            <a:r>
              <a:rPr lang="en-US" altLang="tr-TR" smtClean="0"/>
              <a:t>Extendible Hashing avoids overflow pages by splitting a full bucket when a new data entry is to be added to it.  </a:t>
            </a:r>
            <a:r>
              <a:rPr lang="en-US" altLang="tr-TR" smtClean="0">
                <a:solidFill>
                  <a:schemeClr val="accent2"/>
                </a:solidFill>
              </a:rPr>
              <a:t>(</a:t>
            </a:r>
            <a:r>
              <a:rPr lang="en-US" altLang="tr-TR" i="1" smtClean="0">
                <a:solidFill>
                  <a:schemeClr val="accent2"/>
                </a:solidFill>
              </a:rPr>
              <a:t>Duplicates may require overflow pages.</a:t>
            </a:r>
            <a:r>
              <a:rPr lang="en-US" altLang="tr-TR" smtClean="0">
                <a:solidFill>
                  <a:schemeClr val="accent2"/>
                </a:solidFill>
              </a:rPr>
              <a:t>)</a:t>
            </a:r>
            <a:endParaRPr lang="en-US" altLang="tr-TR" smtClean="0"/>
          </a:p>
          <a:p>
            <a:pPr lvl="1">
              <a:buSzPct val="75000"/>
            </a:pPr>
            <a:r>
              <a:rPr lang="en-US" altLang="tr-TR" smtClean="0"/>
              <a:t>Directory to keep track of buckets, doubles periodically.</a:t>
            </a:r>
          </a:p>
          <a:p>
            <a:pPr lvl="1">
              <a:buSzPct val="75000"/>
            </a:pPr>
            <a:r>
              <a:rPr lang="en-US" altLang="tr-TR" smtClean="0"/>
              <a:t>Can get large with skewed data; additional I/O if this does not fit in main memory.</a:t>
            </a:r>
          </a:p>
        </p:txBody>
      </p:sp>
    </p:spTree>
  </p:cSld>
  <p:clrMapOvr>
    <a:masterClrMapping/>
  </p:clrMapOvr>
  <p:transition>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ChangeArrowheads="1"/>
          </p:cNvSpPr>
          <p:nvPr/>
        </p:nvSpPr>
        <p:spPr bwMode="auto">
          <a:xfrm>
            <a:off x="685800" y="6248400"/>
            <a:ext cx="1905000" cy="457200"/>
          </a:xfrm>
          <a:prstGeom prst="rect">
            <a:avLst/>
          </a:prstGeom>
          <a:noFill/>
          <a:ln w="9525">
            <a:noFill/>
            <a:miter lim="800000"/>
            <a:headEnd/>
            <a:tailEnd/>
          </a:ln>
        </p:spPr>
        <p:txBody>
          <a:bodyPr wrap="none" anchor="ctr"/>
          <a:lstStyle/>
          <a:p>
            <a:pPr eaLnBrk="0" hangingPunct="0"/>
            <a:endParaRPr lang="tr-TR"/>
          </a:p>
        </p:txBody>
      </p:sp>
      <p:sp>
        <p:nvSpPr>
          <p:cNvPr id="58370" name="Rectangle 3"/>
          <p:cNvSpPr>
            <a:spLocks noChangeArrowheads="1"/>
          </p:cNvSpPr>
          <p:nvPr/>
        </p:nvSpPr>
        <p:spPr bwMode="auto">
          <a:xfrm>
            <a:off x="3124200" y="6248400"/>
            <a:ext cx="2895600" cy="457200"/>
          </a:xfrm>
          <a:prstGeom prst="rect">
            <a:avLst/>
          </a:prstGeom>
          <a:noFill/>
          <a:ln w="9525">
            <a:noFill/>
            <a:miter lim="800000"/>
            <a:headEnd/>
            <a:tailEnd/>
          </a:ln>
        </p:spPr>
        <p:txBody>
          <a:bodyPr wrap="none" anchor="ctr"/>
          <a:lstStyle/>
          <a:p>
            <a:pPr eaLnBrk="0" hangingPunct="0"/>
            <a:endParaRPr lang="tr-TR"/>
          </a:p>
        </p:txBody>
      </p:sp>
      <p:sp>
        <p:nvSpPr>
          <p:cNvPr id="58371" name="Rectangle 4"/>
          <p:cNvSpPr>
            <a:spLocks noGrp="1" noChangeArrowheads="1"/>
          </p:cNvSpPr>
          <p:nvPr>
            <p:ph type="title"/>
          </p:nvPr>
        </p:nvSpPr>
        <p:spPr/>
        <p:txBody>
          <a:bodyPr/>
          <a:lstStyle/>
          <a:p>
            <a:r>
              <a:rPr lang="en-US" altLang="tr-TR" smtClean="0"/>
              <a:t>Summary (Contd.)</a:t>
            </a:r>
          </a:p>
        </p:txBody>
      </p:sp>
      <p:sp>
        <p:nvSpPr>
          <p:cNvPr id="58372" name="Rectangle 5"/>
          <p:cNvSpPr>
            <a:spLocks noGrp="1" noChangeArrowheads="1"/>
          </p:cNvSpPr>
          <p:nvPr>
            <p:ph type="body" idx="1"/>
          </p:nvPr>
        </p:nvSpPr>
        <p:spPr>
          <a:xfrm>
            <a:off x="228600" y="1524000"/>
            <a:ext cx="8839200" cy="4876800"/>
          </a:xfrm>
        </p:spPr>
        <p:txBody>
          <a:bodyPr/>
          <a:lstStyle/>
          <a:p>
            <a:r>
              <a:rPr lang="en-US" altLang="tr-TR" smtClean="0"/>
              <a:t>Linear Hashing avoids directory by splitting buckets round-robin, and using overflow pages. </a:t>
            </a:r>
          </a:p>
          <a:p>
            <a:pPr lvl="1">
              <a:buSzPct val="75000"/>
            </a:pPr>
            <a:r>
              <a:rPr lang="en-US" altLang="tr-TR" smtClean="0"/>
              <a:t>Overflow pages not likely to be long.</a:t>
            </a:r>
          </a:p>
          <a:p>
            <a:pPr lvl="1">
              <a:buSzPct val="75000"/>
            </a:pPr>
            <a:r>
              <a:rPr lang="en-US" altLang="tr-TR" smtClean="0"/>
              <a:t>Duplicates handled easily.</a:t>
            </a:r>
          </a:p>
          <a:p>
            <a:pPr lvl="1">
              <a:buSzPct val="75000"/>
            </a:pPr>
            <a:r>
              <a:rPr lang="en-US" altLang="tr-TR" smtClean="0"/>
              <a:t>Space utilization could be lower than Extendible Hashing, since splits not concentrated on `dense’ data areas.</a:t>
            </a:r>
          </a:p>
          <a:p>
            <a:pPr lvl="2"/>
            <a:r>
              <a:rPr lang="en-US" altLang="tr-TR" sz="2400" smtClean="0"/>
              <a:t>Can tune criterion for triggering splits to trade-off slightly longer chains for better space utilization.</a:t>
            </a:r>
          </a:p>
          <a:p>
            <a:r>
              <a:rPr lang="en-US" altLang="tr-TR" smtClean="0"/>
              <a:t>For hash-based indexes, a </a:t>
            </a:r>
            <a:r>
              <a:rPr lang="en-US" altLang="tr-TR" i="1" smtClean="0"/>
              <a:t>skewed</a:t>
            </a:r>
            <a:r>
              <a:rPr lang="en-US" altLang="tr-TR" smtClean="0"/>
              <a:t> data distribution is one in which the </a:t>
            </a:r>
            <a:r>
              <a:rPr lang="en-US" altLang="tr-TR" i="1" smtClean="0"/>
              <a:t>hash values </a:t>
            </a:r>
            <a:r>
              <a:rPr lang="en-US" altLang="tr-TR" smtClean="0"/>
              <a:t>of data entries are not uniformly distributed!</a:t>
            </a:r>
          </a:p>
        </p:txBody>
      </p:sp>
    </p:spTree>
  </p:cSld>
  <p:clrMapOvr>
    <a:masterClrMapping/>
  </p:clrMapOvr>
  <p:transition>
    <p:cut/>
  </p:transition>
  <p:timing>
    <p:tnLst>
      <p:par>
        <p:cTn id="1" dur="indefinite" restart="never" nodeType="tmRoot"/>
      </p:par>
    </p:tnLst>
  </p:timing>
</p:sld>
</file>

<file path=ppt/theme/theme1.xml><?xml version="1.0" encoding="utf-8"?>
<a:theme xmlns:a="http://schemas.openxmlformats.org/drawingml/2006/main" name="l1">
  <a:themeElements>
    <a:clrScheme name="">
      <a:dk1>
        <a:srgbClr val="005400"/>
      </a:dk1>
      <a:lt1>
        <a:srgbClr val="FFF6E9"/>
      </a:lt1>
      <a:dk2>
        <a:srgbClr val="000000"/>
      </a:dk2>
      <a:lt2>
        <a:srgbClr val="C8FEC8"/>
      </a:lt2>
      <a:accent1>
        <a:srgbClr val="438E00"/>
      </a:accent1>
      <a:accent2>
        <a:srgbClr val="FC0128"/>
      </a:accent2>
      <a:accent3>
        <a:srgbClr val="FFFAF2"/>
      </a:accent3>
      <a:accent4>
        <a:srgbClr val="004600"/>
      </a:accent4>
      <a:accent5>
        <a:srgbClr val="B0C6AA"/>
      </a:accent5>
      <a:accent6>
        <a:srgbClr val="E40123"/>
      </a:accent6>
      <a:hlink>
        <a:srgbClr val="4C2E00"/>
      </a:hlink>
      <a:folHlink>
        <a:srgbClr val="BC3700"/>
      </a:folHlink>
    </a:clrScheme>
    <a:fontScheme name="l1">
      <a:majorFont>
        <a:latin typeface="Book Antiqua"/>
        <a:ea typeface=""/>
        <a:cs typeface=""/>
      </a:majorFont>
      <a:minorFont>
        <a:latin typeface="Book Antiqua"/>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2"/>
          </a:solidFill>
          <a:prstDash val="solid"/>
          <a:round/>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r-TR"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12700" cap="flat" cmpd="sng" algn="ctr">
          <a:solidFill>
            <a:schemeClr val="tx2"/>
          </a:solidFill>
          <a:prstDash val="solid"/>
          <a:round/>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r-TR"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l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c:\msoffice\powerpnt\raghu\l1.ppt</Template>
  <TotalTime>83</TotalTime>
  <Pages>19</Pages>
  <Words>1883</Words>
  <Application>Microsoft Office PowerPoint</Application>
  <PresentationFormat>On-screen Show (4:3)</PresentationFormat>
  <Paragraphs>514</Paragraphs>
  <Slides>24</Slides>
  <Notes>19</Notes>
  <HiddenSlides>0</HiddenSlides>
  <MMClips>0</MMClips>
  <ScaleCrop>false</ScaleCrop>
  <HeadingPairs>
    <vt:vector size="6" baseType="variant">
      <vt:variant>
        <vt:lpstr>Kullanılan Yazı Tipleri</vt:lpstr>
      </vt:variant>
      <vt:variant>
        <vt:i4>8</vt:i4>
      </vt:variant>
      <vt:variant>
        <vt:lpstr>Tasarım Şablonu</vt:lpstr>
      </vt:variant>
      <vt:variant>
        <vt:i4>1</vt:i4>
      </vt:variant>
      <vt:variant>
        <vt:lpstr>Slayt Başlıkları</vt:lpstr>
      </vt:variant>
      <vt:variant>
        <vt:i4>24</vt:i4>
      </vt:variant>
    </vt:vector>
  </HeadingPairs>
  <TitlesOfParts>
    <vt:vector size="33" baseType="lpstr">
      <vt:lpstr>Times New Roman</vt:lpstr>
      <vt:lpstr>Arial</vt:lpstr>
      <vt:lpstr>Book Antiqua</vt:lpstr>
      <vt:lpstr>Wingdings</vt:lpstr>
      <vt:lpstr>PMingLiU</vt:lpstr>
      <vt:lpstr>Courier New</vt:lpstr>
      <vt:lpstr>Helvetica</vt:lpstr>
      <vt:lpstr>ZapfDingbats</vt:lpstr>
      <vt:lpstr>l1</vt:lpstr>
      <vt:lpstr>Hash-Based Indexes</vt:lpstr>
      <vt:lpstr>Motivation</vt:lpstr>
      <vt:lpstr>Introduction</vt:lpstr>
      <vt:lpstr>Hash-based Index</vt:lpstr>
      <vt:lpstr>Design Factors</vt:lpstr>
      <vt:lpstr>Hash Functions</vt:lpstr>
      <vt:lpstr>Static Hashing</vt:lpstr>
      <vt:lpstr>Static Hashing (Contd.)</vt:lpstr>
      <vt:lpstr>Example</vt:lpstr>
      <vt:lpstr>Extendible Hashing</vt:lpstr>
      <vt:lpstr>Example</vt:lpstr>
      <vt:lpstr>Insert h(r)=20 (Causes Doubling)</vt:lpstr>
      <vt:lpstr>Points to Note</vt:lpstr>
      <vt:lpstr>Directory Doubling</vt:lpstr>
      <vt:lpstr>Comments on Extendible Hashing</vt:lpstr>
      <vt:lpstr>Linear Hashing</vt:lpstr>
      <vt:lpstr>Linear Hashing (Contd.)</vt:lpstr>
      <vt:lpstr>Overview of LH File </vt:lpstr>
      <vt:lpstr>Linear Hashing (Contd.)</vt:lpstr>
      <vt:lpstr>Example of Linear Hashing</vt:lpstr>
      <vt:lpstr>Example:  End of a Round</vt:lpstr>
      <vt:lpstr>LH Described as a Variant of EH</vt:lpstr>
      <vt:lpstr>Summary</vt:lpstr>
      <vt:lpstr>Summary (Contd.)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Hash-Based Indexes</dc:title>
  <dc:subject>Database Management Systems</dc:subject>
  <dc:creator>Raghu Ramakrishnan and Johannes Gehrke</dc:creator>
  <cp:keywords>Chapter 11</cp:keywords>
  <cp:lastModifiedBy>lg</cp:lastModifiedBy>
  <cp:revision>13</cp:revision>
  <cp:lastPrinted>1996-09-17T17:30:16Z</cp:lastPrinted>
  <dcterms:created xsi:type="dcterms:W3CDTF">1997-01-12T04:14:16Z</dcterms:created>
  <dcterms:modified xsi:type="dcterms:W3CDTF">2015-11-03T09:07:49Z</dcterms:modified>
</cp:coreProperties>
</file>